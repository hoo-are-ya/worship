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950" r:id="rId2"/>
    <p:sldId id="1526" r:id="rId3"/>
    <p:sldId id="518" r:id="rId4"/>
    <p:sldId id="519" r:id="rId5"/>
    <p:sldId id="520" r:id="rId6"/>
    <p:sldId id="521" r:id="rId7"/>
    <p:sldId id="522" r:id="rId8"/>
    <p:sldId id="526" r:id="rId9"/>
    <p:sldId id="527" r:id="rId10"/>
    <p:sldId id="524" r:id="rId11"/>
    <p:sldId id="528" r:id="rId12"/>
    <p:sldId id="523" r:id="rId13"/>
    <p:sldId id="525" r:id="rId14"/>
    <p:sldId id="1641" r:id="rId15"/>
    <p:sldId id="1642" r:id="rId16"/>
    <p:sldId id="1643" r:id="rId17"/>
    <p:sldId id="1644" r:id="rId18"/>
    <p:sldId id="1645" r:id="rId19"/>
    <p:sldId id="1646" r:id="rId20"/>
    <p:sldId id="1647" r:id="rId21"/>
    <p:sldId id="1648" r:id="rId22"/>
    <p:sldId id="1649" r:id="rId23"/>
    <p:sldId id="1650" r:id="rId24"/>
    <p:sldId id="1594" r:id="rId25"/>
    <p:sldId id="994" r:id="rId26"/>
    <p:sldId id="995" r:id="rId27"/>
    <p:sldId id="996" r:id="rId28"/>
    <p:sldId id="997" r:id="rId29"/>
    <p:sldId id="1651" r:id="rId30"/>
    <p:sldId id="1652" r:id="rId31"/>
    <p:sldId id="1653" r:id="rId32"/>
    <p:sldId id="1654" r:id="rId33"/>
    <p:sldId id="1655" r:id="rId34"/>
    <p:sldId id="1656" r:id="rId35"/>
    <p:sldId id="1657" r:id="rId36"/>
    <p:sldId id="1658" r:id="rId37"/>
    <p:sldId id="1659" r:id="rId38"/>
    <p:sldId id="1639" r:id="rId39"/>
    <p:sldId id="954" r:id="rId40"/>
    <p:sldId id="1511" r:id="rId41"/>
    <p:sldId id="1411" r:id="rId42"/>
    <p:sldId id="1408" r:id="rId43"/>
    <p:sldId id="1632" r:id="rId44"/>
    <p:sldId id="1640" r:id="rId45"/>
    <p:sldId id="1410" r:id="rId46"/>
    <p:sldId id="1281" r:id="rId47"/>
    <p:sldId id="1339" r:id="rId48"/>
    <p:sldId id="946" r:id="rId49"/>
    <p:sldId id="1578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518"/>
            <p14:sldId id="519"/>
            <p14:sldId id="520"/>
            <p14:sldId id="521"/>
            <p14:sldId id="522"/>
            <p14:sldId id="526"/>
            <p14:sldId id="527"/>
            <p14:sldId id="524"/>
            <p14:sldId id="528"/>
            <p14:sldId id="523"/>
            <p14:sldId id="525"/>
            <p14:sldId id="1641"/>
            <p14:sldId id="1642"/>
            <p14:sldId id="1643"/>
            <p14:sldId id="1644"/>
            <p14:sldId id="1645"/>
            <p14:sldId id="1646"/>
            <p14:sldId id="1647"/>
            <p14:sldId id="1648"/>
            <p14:sldId id="1649"/>
            <p14:sldId id="1650"/>
            <p14:sldId id="1594"/>
            <p14:sldId id="994"/>
            <p14:sldId id="995"/>
            <p14:sldId id="996"/>
            <p14:sldId id="997"/>
            <p14:sldId id="1651"/>
            <p14:sldId id="1652"/>
            <p14:sldId id="1653"/>
            <p14:sldId id="1654"/>
            <p14:sldId id="1655"/>
            <p14:sldId id="1656"/>
            <p14:sldId id="1657"/>
            <p14:sldId id="1658"/>
            <p14:sldId id="1659"/>
            <p14:sldId id="1639"/>
            <p14:sldId id="954"/>
            <p14:sldId id="1511"/>
            <p14:sldId id="1411"/>
            <p14:sldId id="1408"/>
            <p14:sldId id="1632"/>
            <p14:sldId id="1640"/>
            <p14:sldId id="1410"/>
            <p14:sldId id="1281"/>
            <p14:sldId id="1339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82242" autoAdjust="0"/>
  </p:normalViewPr>
  <p:slideViewPr>
    <p:cSldViewPr>
      <p:cViewPr varScale="1">
        <p:scale>
          <a:sx n="68" d="100"/>
          <a:sy n="68" d="100"/>
        </p:scale>
        <p:origin x="1142" y="72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1F90D-6B01-4B32-A9E1-C831222CE208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564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B1A5-FB6D-3C6A-8F5B-90B3F90BA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32E20-62CF-E243-B9B8-60F7BDEC4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7FAB8-9B34-A165-1DC3-90D39E3A9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38493-D8AE-9AE8-319B-00083DF33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272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bg1"/>
                </a:solidFill>
              </a:rPr>
              <a:t>  25</a:t>
            </a:r>
            <a:r>
              <a:rPr lang="en-US" sz="2400" baseline="30000">
                <a:solidFill>
                  <a:schemeClr val="bg1"/>
                </a:solidFill>
              </a:rPr>
              <a:t>th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October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The Joy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7209419</a:t>
            </a:r>
          </a:p>
          <a:p>
            <a:r>
              <a:rPr lang="en-GB" sz="1200" dirty="0">
                <a:solidFill>
                  <a:schemeClr val="bg1"/>
                </a:solidFill>
              </a:rPr>
              <a:t>Andrew Holt | Mitch Wong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2023 Andrew Holt Music Publishing; TBCO Publishing; A Wong Made Write Publishing; Integrity's Praise!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the day You made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I’ll rejoice and be glad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Rejoice and be glad in 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where I believe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are more than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More than enough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to Your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strong when I am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I’m standing 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everything I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63782" y="-796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come what may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of all my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3258-2AE3-FDAB-EA06-45707B27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3FCB37-E08D-5B4B-9F3D-6B7811406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to Your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strong when I am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I’m standing 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everything I 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5428C-801B-9E0E-26C4-3D27AE621CA5}"/>
              </a:ext>
            </a:extLst>
          </p:cNvPr>
          <p:cNvSpPr txBox="1"/>
          <p:nvPr/>
        </p:nvSpPr>
        <p:spPr>
          <a:xfrm>
            <a:off x="846043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21608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0D812-5805-EE7C-B2A4-B0F367FE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1E00BE-0C3C-E4D4-DA67-C98C563E4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B22F4-7E9C-A4E3-4A5F-8935CF141156}"/>
              </a:ext>
            </a:extLst>
          </p:cNvPr>
          <p:cNvSpPr txBox="1"/>
          <p:nvPr/>
        </p:nvSpPr>
        <p:spPr>
          <a:xfrm>
            <a:off x="8263782" y="44624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393113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Let it rise up like a river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Overflowing Holy Spirit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it pour out with no limit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Overflowing Holy Spirit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1947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7BFC-C8C6-CB7D-5500-208F1876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B562EB-034E-1C8E-26A4-0C4A983E6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A5ED0-C3D5-67DE-14C0-FD2BD79611FF}"/>
              </a:ext>
            </a:extLst>
          </p:cNvPr>
          <p:cNvSpPr txBox="1"/>
          <p:nvPr/>
        </p:nvSpPr>
        <p:spPr>
          <a:xfrm>
            <a:off x="826378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2241335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the joy of the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0035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1090371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63695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2948181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House Of The Lord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7168995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2020 Phil Wickham </a:t>
            </a:r>
            <a:r>
              <a:rPr lang="en-GB" sz="1200" dirty="0" err="1">
                <a:solidFill>
                  <a:schemeClr val="bg1"/>
                </a:solidFill>
              </a:rPr>
              <a:t>MusicSimply</a:t>
            </a:r>
            <a:r>
              <a:rPr lang="en-GB" sz="1200" dirty="0">
                <a:solidFill>
                  <a:schemeClr val="bg1"/>
                </a:solidFill>
              </a:rPr>
              <a:t> Global </a:t>
            </a:r>
            <a:r>
              <a:rPr lang="en-GB" sz="1200" dirty="0" err="1">
                <a:solidFill>
                  <a:schemeClr val="bg1"/>
                </a:solidFill>
              </a:rPr>
              <a:t>SongsBe</a:t>
            </a:r>
            <a:r>
              <a:rPr lang="en-GB" sz="1200" dirty="0">
                <a:solidFill>
                  <a:schemeClr val="bg1"/>
                </a:solidFill>
              </a:rPr>
              <a:t> Essential </a:t>
            </a:r>
            <a:r>
              <a:rPr lang="en-GB" sz="1200" dirty="0" err="1">
                <a:solidFill>
                  <a:schemeClr val="bg1"/>
                </a:solidFill>
              </a:rPr>
              <a:t>SongsCashagamble</a:t>
            </a:r>
            <a:r>
              <a:rPr lang="en-GB" sz="1200" dirty="0">
                <a:solidFill>
                  <a:schemeClr val="bg1"/>
                </a:solidFill>
              </a:rPr>
              <a:t> Jet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Note: Reproduction of this sheet music requires a CCLI Music Reproduction Licence. Please report all copies.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564877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 worship the God who was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worship the God who is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worship the God who evermore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opened the prison doors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parted the raging sea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He holds the victory yeah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1/9</a:t>
            </a:r>
          </a:p>
        </p:txBody>
      </p:sp>
    </p:spTree>
    <p:extLst>
      <p:ext uri="{BB962C8B-B14F-4D97-AF65-F5344CB8AC3E}">
        <p14:creationId xmlns:p14="http://schemas.microsoft.com/office/powerpoint/2010/main" val="4014071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joy in the house of the Lord today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2/9</a:t>
            </a:r>
          </a:p>
        </p:txBody>
      </p:sp>
    </p:spTree>
    <p:extLst>
      <p:ext uri="{BB962C8B-B14F-4D97-AF65-F5344CB8AC3E}">
        <p14:creationId xmlns:p14="http://schemas.microsoft.com/office/powerpoint/2010/main" val="1871151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355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surely in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3/9</a:t>
            </a:r>
          </a:p>
        </p:txBody>
      </p:sp>
    </p:spTree>
    <p:extLst>
      <p:ext uri="{BB962C8B-B14F-4D97-AF65-F5344CB8AC3E}">
        <p14:creationId xmlns:p14="http://schemas.microsoft.com/office/powerpoint/2010/main" val="1355137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 sing to the God who heals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sing to the God who saves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sing to the God who always makes a way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He hung up on that cross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He rose up from that grave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God’s still rolling stones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4/9</a:t>
            </a:r>
          </a:p>
        </p:txBody>
      </p:sp>
    </p:spTree>
    <p:extLst>
      <p:ext uri="{BB962C8B-B14F-4D97-AF65-F5344CB8AC3E}">
        <p14:creationId xmlns:p14="http://schemas.microsoft.com/office/powerpoint/2010/main" val="3134422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joy in the house of the Lord today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5/9</a:t>
            </a:r>
          </a:p>
        </p:txBody>
      </p:sp>
    </p:spTree>
    <p:extLst>
      <p:ext uri="{BB962C8B-B14F-4D97-AF65-F5344CB8AC3E}">
        <p14:creationId xmlns:p14="http://schemas.microsoft.com/office/powerpoint/2010/main" val="3313804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355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surely in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6/9</a:t>
            </a:r>
          </a:p>
        </p:txBody>
      </p:sp>
    </p:spTree>
    <p:extLst>
      <p:ext uri="{BB962C8B-B14F-4D97-AF65-F5344CB8AC3E}">
        <p14:creationId xmlns:p14="http://schemas.microsoft.com/office/powerpoint/2010/main" val="2724503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 were the beggars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we’re royalty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were the prisoners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we’re running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are forgiven accepted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Redeemed by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the house of the Lord sing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7/9</a:t>
            </a:r>
          </a:p>
        </p:txBody>
      </p:sp>
    </p:spTree>
    <p:extLst>
      <p:ext uri="{BB962C8B-B14F-4D97-AF65-F5344CB8AC3E}">
        <p14:creationId xmlns:p14="http://schemas.microsoft.com/office/powerpoint/2010/main" val="1419237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joy in the house of the Lord today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588733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355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surely in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9/9</a:t>
            </a:r>
          </a:p>
        </p:txBody>
      </p:sp>
    </p:spTree>
    <p:extLst>
      <p:ext uri="{BB962C8B-B14F-4D97-AF65-F5344CB8AC3E}">
        <p14:creationId xmlns:p14="http://schemas.microsoft.com/office/powerpoint/2010/main" val="1836028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Above All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2672885</a:t>
            </a:r>
          </a:p>
          <a:p>
            <a:r>
              <a:rPr lang="en-GB" sz="1200" dirty="0">
                <a:solidFill>
                  <a:schemeClr val="bg1"/>
                </a:solidFill>
              </a:rPr>
              <a:t>Lenny LeBlanc | Paul </a:t>
            </a:r>
            <a:r>
              <a:rPr lang="en-GB" sz="1200" dirty="0" err="1">
                <a:solidFill>
                  <a:schemeClr val="bg1"/>
                </a:solidFill>
              </a:rPr>
              <a:t>Baloche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1999 Integrity's Hosanna! Music; </a:t>
            </a:r>
            <a:r>
              <a:rPr lang="en-GB" sz="1200" dirty="0" err="1">
                <a:solidFill>
                  <a:schemeClr val="bg1"/>
                </a:solidFill>
              </a:rPr>
              <a:t>LenSongs</a:t>
            </a:r>
            <a:r>
              <a:rPr lang="en-GB" sz="1200" dirty="0">
                <a:solidFill>
                  <a:schemeClr val="bg1"/>
                </a:solidFill>
              </a:rPr>
              <a:t>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License # 33265</a:t>
            </a:r>
          </a:p>
        </p:txBody>
      </p:sp>
    </p:spTree>
    <p:extLst>
      <p:ext uri="{BB962C8B-B14F-4D97-AF65-F5344CB8AC3E}">
        <p14:creationId xmlns:p14="http://schemas.microsoft.com/office/powerpoint/2010/main" val="54076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Above all powers above all kings</a:t>
            </a:r>
          </a:p>
          <a:p>
            <a:r>
              <a:rPr lang="en-GB" sz="4000" dirty="0">
                <a:solidFill>
                  <a:schemeClr val="bg1"/>
                </a:solidFill>
              </a:rPr>
              <a:t>Above all nature and all created things</a:t>
            </a:r>
          </a:p>
          <a:p>
            <a:r>
              <a:rPr lang="en-GB" sz="4000" dirty="0">
                <a:solidFill>
                  <a:schemeClr val="bg1"/>
                </a:solidFill>
              </a:rPr>
              <a:t>Above all wisdom and all the ways of man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were here before the world began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3579904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80728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Above all kingdoms above all thrones</a:t>
            </a:r>
          </a:p>
          <a:p>
            <a:r>
              <a:rPr lang="en-GB" sz="4000" dirty="0">
                <a:solidFill>
                  <a:schemeClr val="bg1"/>
                </a:solidFill>
              </a:rPr>
              <a:t>Above all wonders the world has ever known</a:t>
            </a:r>
          </a:p>
          <a:p>
            <a:r>
              <a:rPr lang="en-GB" sz="4000" dirty="0">
                <a:solidFill>
                  <a:schemeClr val="bg1"/>
                </a:solidFill>
              </a:rPr>
              <a:t>Above all wealth and treasures of the earth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There's no way to measure</a:t>
            </a:r>
          </a:p>
          <a:p>
            <a:r>
              <a:rPr lang="en-GB" sz="4000" dirty="0">
                <a:solidFill>
                  <a:schemeClr val="bg1"/>
                </a:solidFill>
              </a:rPr>
              <a:t>What You're worth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2144799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105273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Crucified laid behind the stone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lived to die rejected and alone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Like a rose trampled on the ground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took the fall and thought of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Above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96186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Reign Above It All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7134098</a:t>
            </a:r>
          </a:p>
          <a:p>
            <a:r>
              <a:rPr lang="en-GB" sz="1200" dirty="0">
                <a:solidFill>
                  <a:schemeClr val="bg1"/>
                </a:solidFill>
              </a:rPr>
              <a:t>Ethan Hulse | Hannah McClure | Jess Cates | Paul McClure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2019 We Are TIM Music; Zoom Out Songs; Be Essential Songs; EGH Music Publishing; Bethel Music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949564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The reign of darkness now has ended</a:t>
            </a:r>
          </a:p>
          <a:p>
            <a:r>
              <a:rPr lang="en-GB" sz="4000" dirty="0">
                <a:solidFill>
                  <a:schemeClr val="bg1"/>
                </a:solidFill>
              </a:rPr>
              <a:t>In the kingdom of light</a:t>
            </a:r>
          </a:p>
          <a:p>
            <a:r>
              <a:rPr lang="en-GB" sz="4000" dirty="0">
                <a:solidFill>
                  <a:schemeClr val="bg1"/>
                </a:solidFill>
              </a:rPr>
              <a:t>In the kingdom of light</a:t>
            </a:r>
          </a:p>
          <a:p>
            <a:r>
              <a:rPr lang="en-GB" sz="4000" dirty="0">
                <a:solidFill>
                  <a:schemeClr val="bg1"/>
                </a:solidFill>
              </a:rPr>
              <a:t>Forever under Your dominion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You’re the King of my life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You’re the King of my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820195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BC00-00BE-0A41-788A-E0D25A0E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8BB31D-1192-43B5-D9A8-584145FE8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Over the universe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over every heart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4BC5D-F85D-A0C9-462E-D4E90713796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16070124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8BE19-D97C-81D2-66BC-465B0AC4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A3A7F1-6966-6DE5-3586-7F02D2978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On the cross the work was finished</a:t>
            </a:r>
          </a:p>
          <a:p>
            <a:r>
              <a:rPr lang="en-GB" sz="4000" dirty="0">
                <a:solidFill>
                  <a:schemeClr val="bg1"/>
                </a:solidFill>
              </a:rPr>
              <a:t>God You poured out Your life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Just to give us new life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Now from the lips of the forgiven</a:t>
            </a:r>
          </a:p>
          <a:p>
            <a:r>
              <a:rPr lang="en-GB" sz="4000" dirty="0">
                <a:solidFill>
                  <a:schemeClr val="bg1"/>
                </a:solidFill>
              </a:rPr>
              <a:t>Hear an anthem arise</a:t>
            </a:r>
          </a:p>
          <a:p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Jesus You’re alive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E3B1D-21BC-D6BF-2C37-54DE613A678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5373799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E4ACC-9B9E-488D-0132-E708F935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32EB3D-9C04-3F00-2B16-107B424E8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Over the universe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over every heart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1709A-FFC2-C563-611D-5791FB744C3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27775406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25F89-FD3F-F1F7-E392-BD5A71EBC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9A1218-5D5B-FC78-AAEF-7879BEB84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Let all of heaven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the earth erupt in song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hallelujah to the Everlasting One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F5085-D3AD-23DE-5A34-BA1F781CE46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2550682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94A72-AD83-6F83-1984-0C7E9E1C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9D2104-1A14-6B7F-9A57-0A8D1C0B2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sent the darkness running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Out of an empty grave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Now seated alone in glory</a:t>
            </a:r>
          </a:p>
          <a:p>
            <a:r>
              <a:rPr lang="en-GB" sz="4000" dirty="0">
                <a:solidFill>
                  <a:schemeClr val="bg1"/>
                </a:solidFill>
              </a:rPr>
              <a:t>Enthroned on the highest praise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623FD-C2EA-F7A6-663B-058C61D293CC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2765099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FCEE5-004E-4D06-126D-0117924D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CB548E5-B0C1-A11C-4253-E84BCA67C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Over the universe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over every heart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F6C82-012A-D827-4D86-36B36C4938C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1696510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51EF2-97F2-7258-160B-1B53C44E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C6283-7BC0-A2A6-55F0-E6C5D1029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Let all of heaven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the earth erupt in song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hallelujah to the Everlasting One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3342F-B228-A0FB-4174-681DE1A624A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14965667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4502-4BA8-1DE4-F7F2-B7BA72C7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63C3B-9372-A767-A137-CC0F3D013AD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BF518B-0319-B87F-EBBB-030999BB595B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7FD54D-0A27-9356-E112-F723C423B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308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36747-D090-4803-C7DC-22BAB5B2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5433-DF29-11DE-5734-6D3E1638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4183285E-03CB-0D11-1882-A1BA07545B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A95C5-8E43-DCEF-2140-2EC545BB9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507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BD8729-0A1D-DFE9-0536-CB57BC2FA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309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8738</TotalTime>
  <Words>1283</Words>
  <Application>Microsoft Office PowerPoint</Application>
  <PresentationFormat>On-screen Show (4:3)</PresentationFormat>
  <Paragraphs>235</Paragraphs>
  <Slides>49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398</cp:revision>
  <dcterms:created xsi:type="dcterms:W3CDTF">2024-09-27T16:56:29Z</dcterms:created>
  <dcterms:modified xsi:type="dcterms:W3CDTF">2026-10-18T17:25:45Z</dcterms:modified>
</cp:coreProperties>
</file>