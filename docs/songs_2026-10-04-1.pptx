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57"/>
  </p:notesMasterIdLst>
  <p:sldIdLst>
    <p:sldId id="950" r:id="rId3"/>
    <p:sldId id="1526" r:id="rId4"/>
    <p:sldId id="460" r:id="rId5"/>
    <p:sldId id="477" r:id="rId6"/>
    <p:sldId id="478" r:id="rId7"/>
    <p:sldId id="545" r:id="rId8"/>
    <p:sldId id="546" r:id="rId9"/>
    <p:sldId id="1373" r:id="rId10"/>
    <p:sldId id="547" r:id="rId11"/>
    <p:sldId id="548" r:id="rId12"/>
    <p:sldId id="1374" r:id="rId13"/>
    <p:sldId id="552" r:id="rId14"/>
    <p:sldId id="549" r:id="rId15"/>
    <p:sldId id="550" r:id="rId16"/>
    <p:sldId id="553" r:id="rId17"/>
    <p:sldId id="551" r:id="rId18"/>
    <p:sldId id="1594" r:id="rId19"/>
    <p:sldId id="518" r:id="rId20"/>
    <p:sldId id="520" r:id="rId21"/>
    <p:sldId id="521" r:id="rId22"/>
    <p:sldId id="522" r:id="rId23"/>
    <p:sldId id="1487" r:id="rId24"/>
    <p:sldId id="523" r:id="rId25"/>
    <p:sldId id="1486" r:id="rId26"/>
    <p:sldId id="1635" r:id="rId27"/>
    <p:sldId id="1636" r:id="rId28"/>
    <p:sldId id="1637" r:id="rId29"/>
    <p:sldId id="1638" r:id="rId30"/>
    <p:sldId id="1639" r:id="rId31"/>
    <p:sldId id="642" r:id="rId32"/>
    <p:sldId id="643" r:id="rId33"/>
    <p:sldId id="644" r:id="rId34"/>
    <p:sldId id="645" r:id="rId35"/>
    <p:sldId id="457" r:id="rId36"/>
    <p:sldId id="458" r:id="rId37"/>
    <p:sldId id="1641" r:id="rId38"/>
    <p:sldId id="658" r:id="rId39"/>
    <p:sldId id="954" r:id="rId40"/>
    <p:sldId id="1511" r:id="rId41"/>
    <p:sldId id="1411" r:id="rId42"/>
    <p:sldId id="1408" r:id="rId43"/>
    <p:sldId id="1632" r:id="rId44"/>
    <p:sldId id="1633" r:id="rId45"/>
    <p:sldId id="1410" r:id="rId46"/>
    <p:sldId id="1281" r:id="rId47"/>
    <p:sldId id="1339" r:id="rId48"/>
    <p:sldId id="256" r:id="rId49"/>
    <p:sldId id="1640" r:id="rId50"/>
    <p:sldId id="258" r:id="rId51"/>
    <p:sldId id="260" r:id="rId52"/>
    <p:sldId id="262" r:id="rId53"/>
    <p:sldId id="1642" r:id="rId54"/>
    <p:sldId id="946" r:id="rId55"/>
    <p:sldId id="1578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Service" id="{1F80873B-EF87-4756-A9D6-A147B579BB11}">
          <p14:sldIdLst>
            <p14:sldId id="950"/>
            <p14:sldId id="1526"/>
            <p14:sldId id="460"/>
            <p14:sldId id="477"/>
            <p14:sldId id="478"/>
            <p14:sldId id="545"/>
            <p14:sldId id="546"/>
            <p14:sldId id="1373"/>
            <p14:sldId id="547"/>
            <p14:sldId id="548"/>
            <p14:sldId id="1374"/>
            <p14:sldId id="552"/>
            <p14:sldId id="549"/>
            <p14:sldId id="550"/>
            <p14:sldId id="553"/>
            <p14:sldId id="551"/>
            <p14:sldId id="1594"/>
            <p14:sldId id="518"/>
            <p14:sldId id="520"/>
            <p14:sldId id="521"/>
            <p14:sldId id="522"/>
            <p14:sldId id="1487"/>
            <p14:sldId id="523"/>
            <p14:sldId id="1486"/>
            <p14:sldId id="1635"/>
            <p14:sldId id="1636"/>
            <p14:sldId id="1637"/>
            <p14:sldId id="1638"/>
            <p14:sldId id="1639"/>
            <p14:sldId id="642"/>
            <p14:sldId id="643"/>
            <p14:sldId id="644"/>
            <p14:sldId id="645"/>
            <p14:sldId id="457"/>
            <p14:sldId id="458"/>
            <p14:sldId id="1641"/>
            <p14:sldId id="658"/>
            <p14:sldId id="954"/>
            <p14:sldId id="1511"/>
            <p14:sldId id="1411"/>
            <p14:sldId id="1408"/>
            <p14:sldId id="1632"/>
            <p14:sldId id="1633"/>
            <p14:sldId id="1410"/>
            <p14:sldId id="1281"/>
            <p14:sldId id="1339"/>
            <p14:sldId id="256"/>
            <p14:sldId id="1640"/>
            <p14:sldId id="258"/>
            <p14:sldId id="260"/>
            <p14:sldId id="262"/>
            <p14:sldId id="1642"/>
          </p14:sldIdLst>
        </p14:section>
        <p14:section name="Main Service" id="{4FE2647C-705B-495A-AADF-8CE4EFF28E49}">
          <p14:sldIdLst>
            <p14:sldId id="946"/>
            <p14:sldId id="15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24" autoAdjust="0"/>
    <p:restoredTop sz="82242" autoAdjust="0"/>
  </p:normalViewPr>
  <p:slideViewPr>
    <p:cSldViewPr>
      <p:cViewPr varScale="1">
        <p:scale>
          <a:sx n="83" d="100"/>
          <a:sy n="83" d="100"/>
        </p:scale>
        <p:origin x="1603" y="82"/>
      </p:cViewPr>
      <p:guideLst>
        <p:guide orient="horz" pos="216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9B61DE-1D46-4752-AF65-FA2C4EB0D1D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914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67DBD-057D-01FF-A64B-035F23BE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6334A-DB13-39E3-4BDB-7C2A24C01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383A3-6764-2C1B-F831-AB9D96EF5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8CEFB-600E-4948-2677-1853EC632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05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B2E1-B37D-FB49-A65A-671ADE3D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6BD6C-5D27-5528-5477-794671471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02F94-0732-2AD1-B39C-996F03FE5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8BBE2-4115-F920-0A28-2321EC352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175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0F0D9-A4CB-49D5-85A7-5D98D2582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7DB45-56F3-C825-A12E-999DEA3EF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3878AC-B62E-BCEE-3481-4B37CB363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FFECA-8E1C-0028-5B82-4B41F4172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566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963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58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20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17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5640767"/>
            <a:ext cx="5998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0277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9019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9831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312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694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0864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8650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89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60944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054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9942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984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722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Cornerstone City Church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Peninsula Plus Community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Hoo Are Ya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</a:rPr>
              <a:t>  4</a:t>
            </a:r>
            <a:r>
              <a:rPr lang="en-US" sz="2400" baseline="30000" dirty="0">
                <a:solidFill>
                  <a:schemeClr val="bg1"/>
                </a:solidFill>
              </a:rPr>
              <a:t>th</a:t>
            </a:r>
            <a:r>
              <a:rPr lang="en-US" sz="2400" dirty="0">
                <a:solidFill>
                  <a:schemeClr val="bg1"/>
                </a:solidFill>
              </a:rPr>
              <a:t> October 2026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252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E5352-9A8B-9D8C-A0B7-67A2B262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B248-B4EE-1D0D-D485-E66A9A0CC880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0EDFEF-D004-BA25-5891-3BCB2A09D886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9A73C-3530-0721-C3BF-72AF88479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86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9600" dirty="0"/>
          </a:p>
          <a:p>
            <a:r>
              <a:rPr lang="en-GB" sz="9600" dirty="0">
                <a:solidFill>
                  <a:schemeClr val="bg1"/>
                </a:solidFill>
              </a:rPr>
              <a:t>Great Big God</a:t>
            </a:r>
            <a:br>
              <a:rPr lang="en-GB" sz="9600" dirty="0">
                <a:solidFill>
                  <a:schemeClr val="bg1"/>
                </a:solidFill>
              </a:rPr>
            </a:br>
            <a:endParaRPr lang="en-GB" sz="1200" dirty="0"/>
          </a:p>
          <a:p>
            <a:r>
              <a:rPr lang="en-GB" sz="1200" dirty="0">
                <a:solidFill>
                  <a:schemeClr val="bg1"/>
                </a:solidFill>
              </a:rPr>
              <a:t>CCLI Song # 3373437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Jo Hemming | Nigel Hemming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2001 Vineyard Songs (UK/Eire)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400" dirty="0">
                <a:solidFill>
                  <a:schemeClr val="bg1"/>
                </a:solidFill>
              </a:rPr>
              <a:t>Our God is a great big God</a:t>
            </a:r>
          </a:p>
          <a:p>
            <a:r>
              <a:rPr lang="en-GB" sz="4400" dirty="0">
                <a:solidFill>
                  <a:schemeClr val="bg1"/>
                </a:solidFill>
              </a:rPr>
              <a:t>Our God is a great big God</a:t>
            </a:r>
          </a:p>
          <a:p>
            <a:r>
              <a:rPr lang="en-GB" sz="4400" dirty="0">
                <a:solidFill>
                  <a:schemeClr val="bg1"/>
                </a:solidFill>
              </a:rPr>
              <a:t>Our God is a great big God</a:t>
            </a:r>
          </a:p>
          <a:p>
            <a:r>
              <a:rPr lang="en-GB" sz="4400" dirty="0">
                <a:solidFill>
                  <a:schemeClr val="bg1"/>
                </a:solidFill>
              </a:rPr>
              <a:t>And He holds us in His hands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1/2</a:t>
            </a:r>
          </a:p>
        </p:txBody>
      </p:sp>
    </p:spTree>
    <p:extLst>
      <p:ext uri="{BB962C8B-B14F-4D97-AF65-F5344CB8AC3E}">
        <p14:creationId xmlns:p14="http://schemas.microsoft.com/office/powerpoint/2010/main" val="620815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4200" dirty="0">
                <a:solidFill>
                  <a:schemeClr val="bg1"/>
                </a:solidFill>
              </a:rPr>
              <a:t>He's higher than a skyscraper</a:t>
            </a:r>
          </a:p>
          <a:p>
            <a:pPr>
              <a:spcBef>
                <a:spcPts val="0"/>
              </a:spcBef>
            </a:pPr>
            <a:r>
              <a:rPr lang="en-GB" sz="4200" dirty="0">
                <a:solidFill>
                  <a:schemeClr val="bg1"/>
                </a:solidFill>
              </a:rPr>
              <a:t>And He's deeper than a submarine</a:t>
            </a:r>
          </a:p>
          <a:p>
            <a:pPr>
              <a:spcBef>
                <a:spcPts val="0"/>
              </a:spcBef>
            </a:pPr>
            <a:r>
              <a:rPr lang="en-GB" sz="4200" dirty="0">
                <a:solidFill>
                  <a:schemeClr val="bg1"/>
                </a:solidFill>
              </a:rPr>
              <a:t>He's wider than the universe</a:t>
            </a:r>
          </a:p>
          <a:p>
            <a:pPr>
              <a:spcBef>
                <a:spcPts val="0"/>
              </a:spcBef>
            </a:pPr>
            <a:r>
              <a:rPr lang="en-GB" sz="4200" dirty="0">
                <a:solidFill>
                  <a:schemeClr val="bg1"/>
                </a:solidFill>
              </a:rPr>
              <a:t>And beyond my wildest dreams</a:t>
            </a:r>
          </a:p>
          <a:p>
            <a:pPr>
              <a:spcBef>
                <a:spcPts val="0"/>
              </a:spcBef>
            </a:pPr>
            <a:r>
              <a:rPr lang="en-GB" sz="4200" dirty="0">
                <a:solidFill>
                  <a:schemeClr val="bg1"/>
                </a:solidFill>
              </a:rPr>
              <a:t>And He's known me and He's loved me</a:t>
            </a:r>
          </a:p>
          <a:p>
            <a:pPr>
              <a:spcBef>
                <a:spcPts val="0"/>
              </a:spcBef>
            </a:pPr>
            <a:r>
              <a:rPr lang="en-GB" sz="4200" dirty="0">
                <a:solidFill>
                  <a:schemeClr val="bg1"/>
                </a:solidFill>
              </a:rPr>
              <a:t>Since before the world began</a:t>
            </a:r>
          </a:p>
          <a:p>
            <a:pPr>
              <a:spcBef>
                <a:spcPts val="0"/>
              </a:spcBef>
            </a:pPr>
            <a:r>
              <a:rPr lang="en-GB" sz="4200" dirty="0">
                <a:solidFill>
                  <a:schemeClr val="bg1"/>
                </a:solidFill>
              </a:rPr>
              <a:t>How wonderful to be a part of</a:t>
            </a:r>
          </a:p>
          <a:p>
            <a:pPr>
              <a:spcBef>
                <a:spcPts val="0"/>
              </a:spcBef>
            </a:pPr>
            <a:r>
              <a:rPr lang="en-GB" sz="4200" dirty="0">
                <a:solidFill>
                  <a:schemeClr val="bg1"/>
                </a:solidFill>
              </a:rPr>
              <a:t>God's amazing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2/2</a:t>
            </a:r>
          </a:p>
        </p:txBody>
      </p:sp>
    </p:spTree>
    <p:extLst>
      <p:ext uri="{BB962C8B-B14F-4D97-AF65-F5344CB8AC3E}">
        <p14:creationId xmlns:p14="http://schemas.microsoft.com/office/powerpoint/2010/main" val="2825452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endParaRPr lang="en-GB" sz="5400" b="0" i="0" dirty="0">
              <a:solidFill>
                <a:schemeClr val="bg1"/>
              </a:solidFill>
              <a:effectLst/>
              <a:latin typeface="akagi_probook"/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Thanksgiving</a:t>
            </a:r>
          </a:p>
          <a:p>
            <a:b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</a:b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CCLI Song # 7199589</a:t>
            </a: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Nick Herbert | Taku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Mudere</a:t>
            </a: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 | Zo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Chilengwe</a:t>
            </a:r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© Capitol CMG Genesis; Safe and Sound Music; Remaining portion is unaffiliated</a:t>
            </a: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For use solely with the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SongSelect</a:t>
            </a: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® Terms of Use. All rights reserved. www.ccli.com</a:t>
            </a: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CCLI Licence No. 33265</a:t>
            </a: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274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Enter in (Enter in)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courts with praise (His courts with praise)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He is greatly (He is greatly)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be praised (To be praised)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4202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3954137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49DD7-B2B7-34A7-A5B8-EAF1715FF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C4FFBF-DCE6-E5A1-C361-22E248E40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Enter in (Enter in)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courts with praise (His courts with praise)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He is greatly (He is greatly)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be praised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0BFF33-1B50-1A18-6F77-6FA2008844EA}"/>
              </a:ext>
            </a:extLst>
          </p:cNvPr>
          <p:cNvSpPr txBox="1"/>
          <p:nvPr/>
        </p:nvSpPr>
        <p:spPr>
          <a:xfrm>
            <a:off x="8316416" y="3433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3131031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9D591-AE3A-2618-1CD7-2DC643106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EB5AEE-0DF1-B4F6-151C-93F774862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lift up a shout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praise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our God made a 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give Him our thanksgiving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ED0EAE-F0CA-2A45-29DA-0790DB8B210A}"/>
              </a:ext>
            </a:extLst>
          </p:cNvPr>
          <p:cNvSpPr txBox="1"/>
          <p:nvPr/>
        </p:nvSpPr>
        <p:spPr>
          <a:xfrm>
            <a:off x="8240938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1291426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F335C-AEE2-4CC7-9C26-BD7B43C63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28DC42F-7799-DAE4-6F0C-1323E8730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Magnify (Magnify)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Holy Name (His Holy Name)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He is greatly (For He is greatly)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be praised (To be praised)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542DD-D8C0-735A-9FE5-0F850BBDC1EC}"/>
              </a:ext>
            </a:extLst>
          </p:cNvPr>
          <p:cNvSpPr txBox="1"/>
          <p:nvPr/>
        </p:nvSpPr>
        <p:spPr>
          <a:xfrm>
            <a:off x="8264884" y="-14818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1756858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AC4FD-CC2D-2962-0618-F531E8066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5B6EF0-9D08-FD59-927E-A98110967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Magnify (Magnify)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Holy Name (His Holy Name)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He is greatly (For He is greatly)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be praised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AF180A-F50C-F047-FA28-D8A0F38D8779}"/>
              </a:ext>
            </a:extLst>
          </p:cNvPr>
          <p:cNvSpPr txBox="1"/>
          <p:nvPr/>
        </p:nvSpPr>
        <p:spPr>
          <a:xfrm>
            <a:off x="8240938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1024228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3BF4A-7A19-DF6B-3E5B-EDB06679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EBF80F-BD2D-4504-FDA6-86A0FFB9D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lift up a shout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praise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our God made a 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give Him our thanksgiving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3B8D22-9B6A-3AB7-A6E5-2A2B516F6DDE}"/>
              </a:ext>
            </a:extLst>
          </p:cNvPr>
          <p:cNvSpPr txBox="1"/>
          <p:nvPr/>
        </p:nvSpPr>
        <p:spPr>
          <a:xfrm>
            <a:off x="8240938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1129505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8001D-BEFE-BD02-199A-A335574E2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77B5509-E76C-AC17-1523-0E59B0733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Even if the rocks cry 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We're </a:t>
            </a:r>
            <a:r>
              <a:rPr lang="en-GB" sz="3600" dirty="0" err="1">
                <a:solidFill>
                  <a:schemeClr val="bg1"/>
                </a:solidFill>
              </a:rPr>
              <a:t>gonna</a:t>
            </a:r>
            <a:r>
              <a:rPr lang="en-GB" sz="3600" dirty="0">
                <a:solidFill>
                  <a:schemeClr val="bg1"/>
                </a:solidFill>
              </a:rPr>
              <a:t> drown them 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With a louder shout of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Even when the battles roar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We're </a:t>
            </a:r>
            <a:r>
              <a:rPr lang="en-GB" sz="3600" dirty="0" err="1">
                <a:solidFill>
                  <a:schemeClr val="bg1"/>
                </a:solidFill>
              </a:rPr>
              <a:t>gonna</a:t>
            </a:r>
            <a:r>
              <a:rPr lang="en-GB" sz="3600" dirty="0">
                <a:solidFill>
                  <a:schemeClr val="bg1"/>
                </a:solidFill>
              </a:rPr>
              <a:t> praise You Lord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You are always worthy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A1AA6E-5855-5DDA-44D4-8AC95B35777E}"/>
              </a:ext>
            </a:extLst>
          </p:cNvPr>
          <p:cNvSpPr txBox="1"/>
          <p:nvPr/>
        </p:nvSpPr>
        <p:spPr>
          <a:xfrm>
            <a:off x="8245452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4289020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F56F3-19A2-F7FA-AEDD-C14F1944B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1A404C-0957-C0C6-585D-5F251D803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of honour and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sing it again and again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397D06-1EC4-A4ED-DB40-F764385EF716}"/>
              </a:ext>
            </a:extLst>
          </p:cNvPr>
          <p:cNvSpPr txBox="1"/>
          <p:nvPr/>
        </p:nvSpPr>
        <p:spPr>
          <a:xfrm>
            <a:off x="8240938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2057781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7FA56-D776-348E-C764-4CAC2F978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39EF33B-0154-B876-9B16-4EAF4DAF2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lift up a shout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praise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our God made a 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give Him our thanksgiving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7DE05-4DE3-0C2F-7587-2B9FFC6018D6}"/>
              </a:ext>
            </a:extLst>
          </p:cNvPr>
          <p:cNvSpPr txBox="1"/>
          <p:nvPr/>
        </p:nvSpPr>
        <p:spPr>
          <a:xfrm>
            <a:off x="8240938" y="-18246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1834232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212D6-DA77-3F5E-9230-3425426BD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8B8B34-392C-7381-6603-E09FF492C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We'll give Him our thanksgiving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give Him our thanksgiving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C158C1-5657-BE41-3CAD-B65F60D108E4}"/>
              </a:ext>
            </a:extLst>
          </p:cNvPr>
          <p:cNvSpPr txBox="1"/>
          <p:nvPr/>
        </p:nvSpPr>
        <p:spPr>
          <a:xfrm>
            <a:off x="8231693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10/10</a:t>
            </a:r>
          </a:p>
        </p:txBody>
      </p:sp>
    </p:spTree>
    <p:extLst>
      <p:ext uri="{BB962C8B-B14F-4D97-AF65-F5344CB8AC3E}">
        <p14:creationId xmlns:p14="http://schemas.microsoft.com/office/powerpoint/2010/main" val="4107917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A4C3-4644-046D-323E-D475A8A02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5063-D7A9-E9C9-206A-AC2F2E97E01D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22FC65-E57B-5A77-8EFB-B6EB184B3E29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4AFBD-0121-0467-7E2A-7E954FC34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60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Your Love Never Fails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5337172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Anthony Skinner | Chris </a:t>
            </a:r>
            <a:r>
              <a:rPr lang="en-GB" sz="1200" dirty="0" err="1">
                <a:solidFill>
                  <a:schemeClr val="bg1"/>
                </a:solidFill>
              </a:rPr>
              <a:t>McClarney</a:t>
            </a:r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2008 Integrity's Alleluia! Music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Out Of The Cave Music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Thankyou Music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Nothing can separate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Even if I ran away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love never fails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know I still make mistakes but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have new mercies for me </a:t>
            </a:r>
            <a:r>
              <a:rPr lang="en-GB" sz="3600" dirty="0" err="1">
                <a:solidFill>
                  <a:schemeClr val="bg1"/>
                </a:solidFill>
              </a:rPr>
              <a:t>ev'ryday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Your love never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(And) You stay the same through the ages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love never changes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may be pain in the night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joy comes in the morning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when the oceans rage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don't have to be afraid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Because I know that You love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(Your love never fails)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1570588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wind is strong and the water's deep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I'm not alone here in these open seas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love never fails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chasm is far too wide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never thought I'd reach the other side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love never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3810902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2C397-59FA-2CF4-D207-856B422C7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4E085CD-C849-CDD0-2082-5DB3E69B7F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(And) You stay the same through the ages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love never changes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may be pain in the night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joy comes in the morning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when the oceans rage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don't have to be afraid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Because I know that You love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(Your love never fails)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22B8DF-F77A-D348-8D32-66228737F6CB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1956414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make all things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Work together for my good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make all things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Work together for my good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1241289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0FF40-4FCA-8E2E-86B2-5F6E3AB1B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09072CE-736A-9F42-AB2C-654767D7C5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(And) You stay the same through the ages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love never changes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may be pain in the night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joy comes in the morning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when the oceans rage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don't have to be afraid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Because I know that You love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(Your love never fails)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960F5B-2CF6-A9DE-CECA-5E9E8F49C8A8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1292161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E059E-4EAF-16F2-E312-1705531A1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5A27-753C-1BDB-C146-A996ED262D37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128B4E-BD4F-16F2-FF41-16602AB5E45E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F26992-6175-C351-C3AD-581416FF5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64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endParaRPr lang="en-GB" sz="5400" b="0" i="0" dirty="0">
              <a:solidFill>
                <a:schemeClr val="bg1"/>
              </a:solidFill>
              <a:effectLst/>
              <a:latin typeface="akagi_probook"/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My Worship</a:t>
            </a:r>
          </a:p>
          <a:p>
            <a:b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</a:b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CCLI Song # 7098688</a:t>
            </a:r>
          </a:p>
          <a:p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Philip Nathan Thompson |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Zenzo</a:t>
            </a: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Matoga</a:t>
            </a:r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© 2017 Integrity Worship Music (Admin. by Integrity Music Ltd)</a:t>
            </a: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Phil Thompson Worship (Admin. by Integrity Music Ltd)</a:t>
            </a:r>
          </a:p>
          <a:p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Zenzo</a:t>
            </a: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Matoga</a:t>
            </a: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 Music (Admin. by Integrity Music Ltd)</a:t>
            </a: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For use solely with the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SongSelect</a:t>
            </a: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® Terms of Use. All rights reserved. www.ccli.com</a:t>
            </a:r>
          </a:p>
          <a:p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CCLI Licence No. 33265</a:t>
            </a: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8391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no one can worship You for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all of the things You've done for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no one can worship You for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10869150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Here's my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of my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Receive my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of my worship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22021960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I will not be silent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will always worship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As long as I am breathing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will always worship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8974725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Great Are You Lord</a:t>
            </a:r>
            <a:endParaRPr lang="en-GB" sz="6600" b="0" i="0" dirty="0">
              <a:solidFill>
                <a:srgbClr val="00A3E0"/>
              </a:solidFill>
              <a:effectLst/>
              <a:latin typeface="akagi_probook"/>
            </a:endParaRPr>
          </a:p>
          <a:p>
            <a:b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</a:br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CCLI Song # 6460220</a:t>
            </a:r>
          </a:p>
          <a:p>
            <a:endParaRPr lang="en-GB" sz="12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David Leonard | Jason Ingram | Leslie Jordan</a:t>
            </a:r>
          </a:p>
          <a:p>
            <a:endParaRPr lang="en-GB" sz="12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© 2012 Open Hands Music (Admin. by Essential Music Publishing LLC)</a:t>
            </a:r>
          </a:p>
          <a:p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So Essential Tunes (Admin. by Essential Music Publishing LLC)</a:t>
            </a:r>
          </a:p>
          <a:p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Integrity's Praise! Music (Admin. by Integrity Music Ltd)</a:t>
            </a:r>
          </a:p>
          <a:p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Little Way Creative (Admin. by Integrity Music Ltd)</a:t>
            </a:r>
          </a:p>
          <a:p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For use solely with the </a:t>
            </a:r>
            <a:r>
              <a:rPr lang="en-GB" sz="1200" b="0" i="0" dirty="0" err="1">
                <a:solidFill>
                  <a:srgbClr val="717171"/>
                </a:solidFill>
                <a:effectLst/>
                <a:latin typeface="akagi_probook"/>
              </a:rPr>
              <a:t>SongSelect</a:t>
            </a:r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® Terms of Use. All rights reserved. www.ccli.com</a:t>
            </a:r>
          </a:p>
          <a:p>
            <a:endParaRPr lang="en-GB" sz="12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CCLI Licence No. 33265</a:t>
            </a:r>
            <a:b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</a:br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4870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96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give life You are love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bring light to the darkness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give hope You restore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heart that is broken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great are You Lord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1802098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It's Your breath in our lungs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we pour out our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pour out our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It's Your breath in our lungs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we pour out our praise to You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3694851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all the earth will shout Your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hearts will cry these bones will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Great are You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5284180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  <a:p>
            <a:r>
              <a:rPr lang="en-GB" sz="4000" dirty="0">
                <a:solidFill>
                  <a:schemeClr val="bg1"/>
                </a:solidFill>
              </a:rPr>
              <a:t>Sing with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all will see how great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13532852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Name above all names</a:t>
            </a:r>
          </a:p>
          <a:p>
            <a:r>
              <a:rPr lang="en-GB" sz="4000" dirty="0">
                <a:solidFill>
                  <a:schemeClr val="bg1"/>
                </a:solidFill>
              </a:rPr>
              <a:t>Worthy of all praise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heart will sing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2/4</a:t>
            </a:r>
          </a:p>
        </p:txBody>
      </p:sp>
    </p:spTree>
    <p:extLst>
      <p:ext uri="{BB962C8B-B14F-4D97-AF65-F5344CB8AC3E}">
        <p14:creationId xmlns:p14="http://schemas.microsoft.com/office/powerpoint/2010/main" val="42197092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C030B-F4D1-BD6D-9A82-544716664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533C79D-9409-B874-0481-C5F8DE3D2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  <a:p>
            <a:r>
              <a:rPr lang="en-GB" sz="4000" dirty="0">
                <a:solidFill>
                  <a:schemeClr val="bg1"/>
                </a:solidFill>
              </a:rPr>
              <a:t>Sing with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all will see how great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903424-86B7-37C8-6E24-434637CDDFB2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3/4</a:t>
            </a:r>
          </a:p>
        </p:txBody>
      </p:sp>
    </p:spTree>
    <p:extLst>
      <p:ext uri="{BB962C8B-B14F-4D97-AF65-F5344CB8AC3E}">
        <p14:creationId xmlns:p14="http://schemas.microsoft.com/office/powerpoint/2010/main" val="38164288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Then sings my soul my Saviour God to Thee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great Thou art how great Thou 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Then sings my soul my Saviour God to Thee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great Thou art how great Thou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1446453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7170" name="Picture 2" descr="Ainsdale Methodist Church Notices">
            <a:extLst>
              <a:ext uri="{FF2B5EF4-FFF2-40B4-BE49-F238E27FC236}">
                <a16:creationId xmlns:a16="http://schemas.microsoft.com/office/drawing/2014/main" id="{3EEB5152-0F8F-378F-8135-B60333430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7113"/>
            <a:ext cx="9144000" cy="480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4022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757F6-55A9-47B0-91CA-75C5DBDC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36747-D090-4803-C7DC-22BAB5B26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452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DB38-2D92-CDA8-108E-BAB01467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FC629845-6805-C1E6-E442-AEA8EF7F5C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06B2D-5EB4-A907-2876-C5E6CE50C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697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132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3985-8B83-D3B2-292F-E1A59D0A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5A882619-E590-B58F-E69C-A28B83B97A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6EA3C-752F-7FDC-9302-57DAFDDCF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167"/>
            <a:ext cx="9144000" cy="646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306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35433-DF29-11DE-5734-6D3E1638C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4183285E-03CB-0D11-1882-A1BA07545B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1491D4-93EB-10B5-116C-612BEA718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507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0BEF9B-FB8F-4C71-8627-DCF3A67EB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337" y="849612"/>
            <a:ext cx="6811326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1349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7D4F5-7735-C2A4-5222-746F2743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AC1F9C-7D07-CC4A-86C6-42449AE43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012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A929D4-B857-13A7-F16F-1C885159F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069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ach the Word#6. “Broken preachers.” – Morningside church of Christ">
            <a:extLst>
              <a:ext uri="{FF2B5EF4-FFF2-40B4-BE49-F238E27FC236}">
                <a16:creationId xmlns:a16="http://schemas.microsoft.com/office/drawing/2014/main" id="{2AA83B72-9961-C11B-4973-8C7748297C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"/>
          <a:stretch/>
        </p:blipFill>
        <p:spPr bwMode="auto">
          <a:xfrm>
            <a:off x="539552" y="1052736"/>
            <a:ext cx="82296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0430316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41CE0-A52A-9207-094F-F59B834FF4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ACTS 18 – THE WORD OF GOD – THEN AND NOW</a:t>
            </a:r>
          </a:p>
        </p:txBody>
      </p:sp>
    </p:spTree>
    <p:extLst>
      <p:ext uri="{BB962C8B-B14F-4D97-AF65-F5344CB8AC3E}">
        <p14:creationId xmlns:p14="http://schemas.microsoft.com/office/powerpoint/2010/main" val="34673628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5BBB2AB-2264-4A51-BA0B-3E08A42C8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692696"/>
            <a:ext cx="7848872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Hallmarks of an Apostolic People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9BCBF0F-236F-FE47-7831-0D3CB49AA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624" y="1813966"/>
            <a:ext cx="7704856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>
                <a:solidFill>
                  <a:schemeClr val="bg1"/>
                </a:solidFill>
              </a:rPr>
              <a:t>Care for the church – A healthy church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Care for the poor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Life in the Spirit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Plumbline of Word and Doctrine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Looking to regions beyond</a:t>
            </a:r>
          </a:p>
        </p:txBody>
      </p:sp>
    </p:spTree>
    <p:extLst>
      <p:ext uri="{BB962C8B-B14F-4D97-AF65-F5344CB8AC3E}">
        <p14:creationId xmlns:p14="http://schemas.microsoft.com/office/powerpoint/2010/main" val="26946447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5B3DA-9EF0-2C20-285E-B551829D7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1844824"/>
            <a:ext cx="7772400" cy="1362075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bg1"/>
                </a:solidFill>
              </a:rPr>
              <a:t>FORGOTTEN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IGNORED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AVOIDED</a:t>
            </a:r>
          </a:p>
        </p:txBody>
      </p:sp>
    </p:spTree>
    <p:extLst>
      <p:ext uri="{BB962C8B-B14F-4D97-AF65-F5344CB8AC3E}">
        <p14:creationId xmlns:p14="http://schemas.microsoft.com/office/powerpoint/2010/main" val="5924833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B4B5F-DF24-0455-DA14-ACAF420FD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484784"/>
            <a:ext cx="7772400" cy="1362075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bg1"/>
                </a:solidFill>
              </a:rPr>
              <a:t>“ ALL Scripture is God-breathed and is useful for </a:t>
            </a:r>
            <a:r>
              <a:rPr lang="en-GB" dirty="0" err="1">
                <a:solidFill>
                  <a:schemeClr val="bg1"/>
                </a:solidFill>
              </a:rPr>
              <a:t>teachuing</a:t>
            </a:r>
            <a:r>
              <a:rPr lang="en-GB" dirty="0">
                <a:solidFill>
                  <a:schemeClr val="bg1"/>
                </a:solidFill>
              </a:rPr>
              <a:t>, rebuking, correcting and training in righteousness, so that the man of God may be thoroughly equipped for every good work ( 2 Tim 3 : 16-17 )</a:t>
            </a:r>
          </a:p>
        </p:txBody>
      </p:sp>
    </p:spTree>
    <p:extLst>
      <p:ext uri="{BB962C8B-B14F-4D97-AF65-F5344CB8AC3E}">
        <p14:creationId xmlns:p14="http://schemas.microsoft.com/office/powerpoint/2010/main" val="30286231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F34DD-E501-3871-701D-7EE7A7042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Personal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3FC50-90D2-A9E2-2FBC-8D1BC9B8F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065380"/>
            <a:ext cx="8229600" cy="495590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sz="5100" dirty="0">
                <a:solidFill>
                  <a:schemeClr val="bg1"/>
                </a:solidFill>
              </a:rPr>
              <a:t>Personal application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FORGOTTEN.  Does this apply to me when I leave my bible unopened for several days?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IGNORED.       When I fail to take God’s Word into my daily life and situations, am I living out my calling as a child of God?  What does it say to others?   </a:t>
            </a:r>
          </a:p>
          <a:p>
            <a:r>
              <a:rPr lang="en-GB" dirty="0">
                <a:solidFill>
                  <a:schemeClr val="bg1"/>
                </a:solidFill>
              </a:rPr>
              <a:t>After all, living out the gospel is about doing what I profess.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AVOIDED.        Do I conveniently lay the Word of God aside, when it clashes with my own selfish desires and preferences?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240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73342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2 Corinthians 14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May the grace of the Lord Jesus Christ, and the love of God, and the fellowship of the Holy Spirit be with us all.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And….</a:t>
            </a:r>
          </a:p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Surely goodness and mercy shall follow us all the days of our lives, and we shall dwell in the house of the Lord forever.</a:t>
            </a:r>
          </a:p>
        </p:txBody>
      </p:sp>
    </p:spTree>
    <p:extLst>
      <p:ext uri="{BB962C8B-B14F-4D97-AF65-F5344CB8AC3E}">
        <p14:creationId xmlns:p14="http://schemas.microsoft.com/office/powerpoint/2010/main" val="39747127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9A194A-DD04-B8BB-F5E2-C52C9DD327EA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Amen!</a:t>
            </a:r>
          </a:p>
        </p:txBody>
      </p:sp>
    </p:spTree>
    <p:extLst>
      <p:ext uri="{BB962C8B-B14F-4D97-AF65-F5344CB8AC3E}">
        <p14:creationId xmlns:p14="http://schemas.microsoft.com/office/powerpoint/2010/main" val="160682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ngs_2024-09-29" id="{AE33A1CF-5A6E-9A45-939B-9BEFB8807446}" vid="{DFD4CA98-726C-574E-9379-F8F810DB231F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8386</TotalTime>
  <Words>1483</Words>
  <Application>Microsoft Office PowerPoint</Application>
  <PresentationFormat>On-screen Show (4:3)</PresentationFormat>
  <Paragraphs>265</Paragraphs>
  <Slides>54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akagi_probook</vt:lpstr>
      <vt:lpstr>Amatic SC</vt:lpstr>
      <vt:lpstr>Arial</vt:lpstr>
      <vt:lpstr>Calibri</vt:lpstr>
      <vt:lpstr>Rockwell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ACTS 18 – THE WORD OF GOD – THEN AND NOW</vt:lpstr>
      <vt:lpstr>Hallmarks of an Apostolic People</vt:lpstr>
      <vt:lpstr>FORGOTTEN  IGNORED  AVOIDED</vt:lpstr>
      <vt:lpstr>“ ALL Scripture is God-breathed and is useful for teachuing, rebuking, correcting and training in righteousness, so that the man of God may be thoroughly equipped for every good work ( 2 Tim 3 : 16-17 )</vt:lpstr>
      <vt:lpstr>Personal application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Florence Olajide</dc:creator>
  <cp:lastModifiedBy>Dele Olajide</cp:lastModifiedBy>
  <cp:revision>388</cp:revision>
  <dcterms:created xsi:type="dcterms:W3CDTF">2024-09-27T16:56:29Z</dcterms:created>
  <dcterms:modified xsi:type="dcterms:W3CDTF">2026-10-04T07:16:01Z</dcterms:modified>
</cp:coreProperties>
</file>