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5"/>
  </p:notesMasterIdLst>
  <p:sldIdLst>
    <p:sldId id="950" r:id="rId2"/>
    <p:sldId id="1526" r:id="rId3"/>
    <p:sldId id="518" r:id="rId4"/>
    <p:sldId id="1595" r:id="rId5"/>
    <p:sldId id="520" r:id="rId6"/>
    <p:sldId id="521" r:id="rId7"/>
    <p:sldId id="522" r:id="rId8"/>
    <p:sldId id="526" r:id="rId9"/>
    <p:sldId id="527" r:id="rId10"/>
    <p:sldId id="524" r:id="rId11"/>
    <p:sldId id="528" r:id="rId12"/>
    <p:sldId id="523" r:id="rId13"/>
    <p:sldId id="525" r:id="rId14"/>
    <p:sldId id="670" r:id="rId15"/>
    <p:sldId id="671" r:id="rId16"/>
    <p:sldId id="672" r:id="rId17"/>
    <p:sldId id="673" r:id="rId18"/>
    <p:sldId id="674" r:id="rId19"/>
    <p:sldId id="512" r:id="rId20"/>
    <p:sldId id="513" r:id="rId21"/>
    <p:sldId id="514" r:id="rId22"/>
    <p:sldId id="675" r:id="rId23"/>
    <p:sldId id="1594" r:id="rId24"/>
    <p:sldId id="1611" r:id="rId25"/>
    <p:sldId id="1612" r:id="rId26"/>
    <p:sldId id="1613" r:id="rId27"/>
    <p:sldId id="1614" r:id="rId28"/>
    <p:sldId id="1615" r:id="rId29"/>
    <p:sldId id="1616" r:id="rId30"/>
    <p:sldId id="676" r:id="rId31"/>
    <p:sldId id="453" r:id="rId32"/>
    <p:sldId id="447" r:id="rId33"/>
    <p:sldId id="1606" r:id="rId34"/>
    <p:sldId id="448" r:id="rId35"/>
    <p:sldId id="1608" r:id="rId36"/>
    <p:sldId id="1609" r:id="rId37"/>
    <p:sldId id="449" r:id="rId38"/>
    <p:sldId id="1607" r:id="rId39"/>
    <p:sldId id="1617" r:id="rId40"/>
    <p:sldId id="1085" r:id="rId41"/>
    <p:sldId id="1086" r:id="rId42"/>
    <p:sldId id="1087" r:id="rId43"/>
    <p:sldId id="1088" r:id="rId44"/>
    <p:sldId id="1091" r:id="rId45"/>
    <p:sldId id="1089" r:id="rId46"/>
    <p:sldId id="1090" r:id="rId47"/>
    <p:sldId id="1092" r:id="rId48"/>
    <p:sldId id="1093" r:id="rId49"/>
    <p:sldId id="1610" r:id="rId50"/>
    <p:sldId id="954" r:id="rId51"/>
    <p:sldId id="1511" r:id="rId52"/>
    <p:sldId id="1411" r:id="rId53"/>
    <p:sldId id="1408" r:id="rId54"/>
    <p:sldId id="1410" r:id="rId55"/>
    <p:sldId id="1281" r:id="rId56"/>
    <p:sldId id="1590" r:id="rId57"/>
    <p:sldId id="519" r:id="rId58"/>
    <p:sldId id="1591" r:id="rId59"/>
    <p:sldId id="1592" r:id="rId60"/>
    <p:sldId id="1593" r:id="rId61"/>
    <p:sldId id="1339" r:id="rId62"/>
    <p:sldId id="946" r:id="rId63"/>
    <p:sldId id="1578" r:id="rId6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in Service" id="{1F80873B-EF87-4756-A9D6-A147B579BB11}">
          <p14:sldIdLst>
            <p14:sldId id="950"/>
            <p14:sldId id="1526"/>
            <p14:sldId id="518"/>
            <p14:sldId id="1595"/>
            <p14:sldId id="520"/>
            <p14:sldId id="521"/>
            <p14:sldId id="522"/>
            <p14:sldId id="526"/>
            <p14:sldId id="527"/>
            <p14:sldId id="524"/>
            <p14:sldId id="528"/>
            <p14:sldId id="523"/>
            <p14:sldId id="525"/>
            <p14:sldId id="670"/>
            <p14:sldId id="671"/>
            <p14:sldId id="672"/>
            <p14:sldId id="673"/>
            <p14:sldId id="674"/>
            <p14:sldId id="512"/>
            <p14:sldId id="513"/>
            <p14:sldId id="514"/>
            <p14:sldId id="675"/>
            <p14:sldId id="1594"/>
            <p14:sldId id="1611"/>
            <p14:sldId id="1612"/>
            <p14:sldId id="1613"/>
            <p14:sldId id="1614"/>
            <p14:sldId id="1615"/>
            <p14:sldId id="1616"/>
            <p14:sldId id="676"/>
            <p14:sldId id="453"/>
            <p14:sldId id="447"/>
            <p14:sldId id="1606"/>
            <p14:sldId id="448"/>
            <p14:sldId id="1608"/>
            <p14:sldId id="1609"/>
            <p14:sldId id="449"/>
            <p14:sldId id="1607"/>
            <p14:sldId id="1617"/>
            <p14:sldId id="1085"/>
            <p14:sldId id="1086"/>
            <p14:sldId id="1087"/>
            <p14:sldId id="1088"/>
            <p14:sldId id="1091"/>
            <p14:sldId id="1089"/>
            <p14:sldId id="1090"/>
            <p14:sldId id="1092"/>
            <p14:sldId id="1093"/>
            <p14:sldId id="1610"/>
            <p14:sldId id="954"/>
            <p14:sldId id="1511"/>
            <p14:sldId id="1411"/>
            <p14:sldId id="1408"/>
            <p14:sldId id="1410"/>
            <p14:sldId id="1281"/>
            <p14:sldId id="1590"/>
            <p14:sldId id="519"/>
            <p14:sldId id="1591"/>
            <p14:sldId id="1592"/>
            <p14:sldId id="1593"/>
            <p14:sldId id="1339"/>
          </p14:sldIdLst>
        </p14:section>
        <p14:section name="Main Service" id="{4FE2647C-705B-495A-AADF-8CE4EFF28E49}">
          <p14:sldIdLst>
            <p14:sldId id="946"/>
            <p14:sldId id="15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E6A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24" autoAdjust="0"/>
    <p:restoredTop sz="82242" autoAdjust="0"/>
  </p:normalViewPr>
  <p:slideViewPr>
    <p:cSldViewPr>
      <p:cViewPr>
        <p:scale>
          <a:sx n="75" d="100"/>
          <a:sy n="75" d="100"/>
        </p:scale>
        <p:origin x="1908" y="414"/>
      </p:cViewPr>
      <p:guideLst>
        <p:guide orient="horz" pos="2160"/>
        <p:guide pos="2880"/>
      </p:guideLst>
    </p:cSldViewPr>
  </p:slideViewPr>
  <p:notesTextViewPr>
    <p:cViewPr>
      <p:scale>
        <a:sx n="400" d="100"/>
        <a:sy n="4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7EAEFC-A9C7-464E-BE3F-33D4DD72E122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9B61DE-1D46-4752-AF65-FA2C4EB0D1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71488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79B61DE-1D46-4752-AF65-FA2C4EB0D1D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6914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67DBD-057D-01FF-A64B-035F23BED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16334A-DB13-39E3-4BDB-7C2A24C016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6383A3-6764-2C1B-F831-AB9D96EF5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28CEFB-600E-4948-2677-1853EC632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0546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FB2E1-B37D-FB49-A65A-671ADE3D5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D6BD6C-5D27-5528-5477-7946714717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902F94-0732-2AD1-B39C-996F03FE5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8BBE2-4115-F920-0A28-2321EC3527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31751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85A52-0DE2-80F1-1DDD-3C22C6EAC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3D23EF-9F6C-E0A4-7EF2-8797229A07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60D4EF-FEC3-05D3-023F-92095422D9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ED47C7-7014-FB05-51C3-10723A2E1D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05358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1C521-7081-5DA1-AC5F-F27006233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3DE1D8-3EAC-1197-A01C-F1E114375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99B074-3F10-ADC5-8AB5-460AEF4455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74B6D-52FD-D974-BB68-0A20D5DAE9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07416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89632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46586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9203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21748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17/08/2026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17/08/2026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17/08/2026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17/08/2026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17/08/2026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17/08/2026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17/08/2026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17/08/2026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17/08/2026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17/08/2026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17/08/2026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body" idx="1"/>
          </p:nvPr>
        </p:nvSpPr>
        <p:spPr>
          <a:xfrm>
            <a:off x="319500" y="5640767"/>
            <a:ext cx="5998800" cy="7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Amatic SC"/>
              <a:buNone/>
              <a:defRPr sz="24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sldNum" idx="12"/>
          </p:nvPr>
        </p:nvSpPr>
        <p:spPr>
          <a:xfrm>
            <a:off x="8472458" y="6217623"/>
            <a:ext cx="5487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20277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836712"/>
            <a:ext cx="8229600" cy="436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EA1CF3-4A15-4CBF-9A5A-6A56C368BE71}" type="datetimeFigureOut">
              <a:rPr lang="en-GB" smtClean="0"/>
              <a:pPr/>
              <a:t>17/08/2026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1FA438-06AA-FBAF-6598-C474F739A20A}"/>
              </a:ext>
            </a:extLst>
          </p:cNvPr>
          <p:cNvSpPr/>
          <p:nvPr userDrawn="1"/>
        </p:nvSpPr>
        <p:spPr>
          <a:xfrm>
            <a:off x="72008" y="5949280"/>
            <a:ext cx="899592" cy="773808"/>
          </a:xfrm>
          <a:prstGeom prst="rect">
            <a:avLst/>
          </a:prstGeom>
          <a:blipFill>
            <a:blip r:embed="rId1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5A119C8-FA69-A36C-A18F-B470565B9C0C}"/>
              </a:ext>
            </a:extLst>
          </p:cNvPr>
          <p:cNvCxnSpPr>
            <a:cxnSpLocks/>
          </p:cNvCxnSpPr>
          <p:nvPr userDrawn="1"/>
        </p:nvCxnSpPr>
        <p:spPr>
          <a:xfrm>
            <a:off x="971600" y="6237312"/>
            <a:ext cx="771520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FB4C0C-9840-84EC-CAB9-6BA55788BC6D}"/>
              </a:ext>
            </a:extLst>
          </p:cNvPr>
          <p:cNvCxnSpPr>
            <a:cxnSpLocks/>
          </p:cNvCxnSpPr>
          <p:nvPr userDrawn="1"/>
        </p:nvCxnSpPr>
        <p:spPr>
          <a:xfrm>
            <a:off x="457200" y="764704"/>
            <a:ext cx="822960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6D2A-5E68-F15C-89E4-2DBC4F4793A3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9C6AC8B-4AF1-9B45-6683-F14ED4AE0E1F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  <a:t>Cornerstone City Church</a:t>
            </a:r>
            <a:b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  <a:t>Peninsula Plus Community</a:t>
            </a:r>
            <a:b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b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  <a:t>Hoo Are Ya</a:t>
            </a:r>
            <a:b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solidFill>
                  <a:schemeClr val="bg1"/>
                </a:solidFill>
              </a:rPr>
              <a:t>  23rd August 2026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025295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E5352-9A8B-9D8C-A0B7-67A2B262E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1B248-B4EE-1D0D-D485-E66A9A0CC880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00EDFEF-D004-BA25-5891-3BCB2A09D886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39A73C-3530-0721-C3BF-72AF884796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5862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The Joy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7209419</a:t>
            </a:r>
          </a:p>
          <a:p>
            <a:r>
              <a:rPr lang="en-GB" sz="1200" dirty="0">
                <a:solidFill>
                  <a:schemeClr val="bg1"/>
                </a:solidFill>
              </a:rPr>
              <a:t>Andrew Holt | Mitch Wong</a:t>
            </a:r>
          </a:p>
          <a:p>
            <a:r>
              <a:rPr lang="en-GB" sz="1200" dirty="0">
                <a:solidFill>
                  <a:schemeClr val="bg1"/>
                </a:solidFill>
              </a:rPr>
              <a:t>© 2023 Andrew Holt Music Publishing; TBCO Publishing; A Wong Made Write Publishing; Integrity's Praise! Music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29403829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This is the day You made</a:t>
            </a:r>
          </a:p>
          <a:p>
            <a:r>
              <a:rPr lang="en-GB" sz="3600" dirty="0">
                <a:solidFill>
                  <a:schemeClr val="bg1"/>
                </a:solidFill>
              </a:rPr>
              <a:t>So I’ll rejoice and be glad</a:t>
            </a:r>
          </a:p>
          <a:p>
            <a:r>
              <a:rPr lang="en-GB" sz="3600" dirty="0">
                <a:solidFill>
                  <a:schemeClr val="bg1"/>
                </a:solidFill>
              </a:rPr>
              <a:t>Rejoice and be glad in it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This is where I believe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That You are more than enough</a:t>
            </a:r>
          </a:p>
          <a:p>
            <a:r>
              <a:rPr lang="en-GB" sz="3600" dirty="0">
                <a:solidFill>
                  <a:schemeClr val="bg1"/>
                </a:solidFill>
              </a:rPr>
              <a:t>More than enough for 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9811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1/10</a:t>
            </a:r>
          </a:p>
        </p:txBody>
      </p:sp>
    </p:spTree>
    <p:extLst>
      <p:ext uri="{BB962C8B-B14F-4D97-AF65-F5344CB8AC3E}">
        <p14:creationId xmlns:p14="http://schemas.microsoft.com/office/powerpoint/2010/main" val="2175635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are faithful to Your promise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are strong when I am weak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When I’m standing in Your presence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have everything I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63782" y="-796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2/10</a:t>
            </a:r>
          </a:p>
        </p:txBody>
      </p:sp>
    </p:spTree>
    <p:extLst>
      <p:ext uri="{BB962C8B-B14F-4D97-AF65-F5344CB8AC3E}">
        <p14:creationId xmlns:p14="http://schemas.microsoft.com/office/powerpoint/2010/main" val="365095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O my soul bless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that is within me say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8424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3/10</a:t>
            </a:r>
          </a:p>
        </p:txBody>
      </p:sp>
    </p:spTree>
    <p:extLst>
      <p:ext uri="{BB962C8B-B14F-4D97-AF65-F5344CB8AC3E}">
        <p14:creationId xmlns:p14="http://schemas.microsoft.com/office/powerpoint/2010/main" val="28785980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553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Jesus come what may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are worthy of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Worthy of all my 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4/10</a:t>
            </a:r>
          </a:p>
        </p:txBody>
      </p:sp>
    </p:spTree>
    <p:extLst>
      <p:ext uri="{BB962C8B-B14F-4D97-AF65-F5344CB8AC3E}">
        <p14:creationId xmlns:p14="http://schemas.microsoft.com/office/powerpoint/2010/main" val="3230611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43258-2AE3-FDAB-EA06-45707B272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C3FCB37-E08D-5B4B-9F3D-6B78114063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are faithful to Your promise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are strong when I am weak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When I’m standing in Your presence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have everything I need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85428C-801B-9E0E-26C4-3D27AE621CA5}"/>
              </a:ext>
            </a:extLst>
          </p:cNvPr>
          <p:cNvSpPr txBox="1"/>
          <p:nvPr/>
        </p:nvSpPr>
        <p:spPr>
          <a:xfrm>
            <a:off x="8460432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5/10</a:t>
            </a:r>
          </a:p>
        </p:txBody>
      </p:sp>
    </p:spTree>
    <p:extLst>
      <p:ext uri="{BB962C8B-B14F-4D97-AF65-F5344CB8AC3E}">
        <p14:creationId xmlns:p14="http://schemas.microsoft.com/office/powerpoint/2010/main" val="12160877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0D812-5805-EE7C-B2A4-B0F367FE3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11E00BE-0C3C-E4D4-DA67-C98C563E48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O my soul bless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that is within me say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BB22F4-7E9C-A4E3-4A5F-8935CF141156}"/>
              </a:ext>
            </a:extLst>
          </p:cNvPr>
          <p:cNvSpPr txBox="1"/>
          <p:nvPr/>
        </p:nvSpPr>
        <p:spPr>
          <a:xfrm>
            <a:off x="8263782" y="44624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6/10</a:t>
            </a:r>
          </a:p>
        </p:txBody>
      </p:sp>
    </p:spTree>
    <p:extLst>
      <p:ext uri="{BB962C8B-B14F-4D97-AF65-F5344CB8AC3E}">
        <p14:creationId xmlns:p14="http://schemas.microsoft.com/office/powerpoint/2010/main" val="393113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169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Let it rise up like a river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Overflowing Holy Spirit</a:t>
            </a:r>
          </a:p>
          <a:p>
            <a:r>
              <a:rPr lang="en-GB" sz="3600" dirty="0">
                <a:solidFill>
                  <a:schemeClr val="bg1"/>
                </a:solidFill>
              </a:rPr>
              <a:t>Let it pour out with no limit</a:t>
            </a:r>
          </a:p>
          <a:p>
            <a:r>
              <a:rPr lang="en-GB" sz="3600" dirty="0">
                <a:solidFill>
                  <a:schemeClr val="bg1"/>
                </a:solidFill>
              </a:rPr>
              <a:t>Overflowing Holy Spirit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19472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7/10</a:t>
            </a:r>
          </a:p>
        </p:txBody>
      </p:sp>
    </p:spTree>
    <p:extLst>
      <p:ext uri="{BB962C8B-B14F-4D97-AF65-F5344CB8AC3E}">
        <p14:creationId xmlns:p14="http://schemas.microsoft.com/office/powerpoint/2010/main" val="3491371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57BFC-C8C6-CB7D-5500-208F18762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BB562EB-034E-1C8E-26A4-0C4A983E67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O my soul bless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that is within me say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FA5ED0-C3D5-67DE-14C0-FD2BD79611FF}"/>
              </a:ext>
            </a:extLst>
          </p:cNvPr>
          <p:cNvSpPr txBox="1"/>
          <p:nvPr/>
        </p:nvSpPr>
        <p:spPr>
          <a:xfrm>
            <a:off x="8263782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8/10</a:t>
            </a:r>
          </a:p>
        </p:txBody>
      </p:sp>
    </p:spTree>
    <p:extLst>
      <p:ext uri="{BB962C8B-B14F-4D97-AF65-F5344CB8AC3E}">
        <p14:creationId xmlns:p14="http://schemas.microsoft.com/office/powerpoint/2010/main" val="22413354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I've got the joy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I've got the joy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I've got the joy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It's 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It's the joy of the Lord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30035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9/10</a:t>
            </a:r>
          </a:p>
        </p:txBody>
      </p:sp>
    </p:spTree>
    <p:extLst>
      <p:ext uri="{BB962C8B-B14F-4D97-AF65-F5344CB8AC3E}">
        <p14:creationId xmlns:p14="http://schemas.microsoft.com/office/powerpoint/2010/main" val="10903710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O my soul bless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that is within me say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O my soul bless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that is within me say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O my soul bless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that is within me say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63695" y="0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10/10</a:t>
            </a:r>
          </a:p>
        </p:txBody>
      </p:sp>
    </p:spTree>
    <p:extLst>
      <p:ext uri="{BB962C8B-B14F-4D97-AF65-F5344CB8AC3E}">
        <p14:creationId xmlns:p14="http://schemas.microsoft.com/office/powerpoint/2010/main" val="29481814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6600" b="0" i="0" dirty="0">
                <a:solidFill>
                  <a:srgbClr val="00A3E0"/>
                </a:solidFill>
                <a:effectLst/>
                <a:latin typeface="akagi_probook"/>
              </a:rPr>
              <a:t>This Is Amazing Grace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Song # 6333821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Jeremy Riddle | Josh Farro | Phil Wickham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2012 WC Music Corp. (Admin. by / Small Stone Media BV, Holland (Admin. in the UK/Eire by Song Solutions www.songsolutions.org))</a:t>
            </a:r>
          </a:p>
          <a:p>
            <a:r>
              <a:rPr lang="en-GB" sz="1200" dirty="0">
                <a:solidFill>
                  <a:schemeClr val="bg1"/>
                </a:solidFill>
              </a:rPr>
              <a:t>Bethel Music Publishing (Admin. by Song Solutions)</a:t>
            </a:r>
          </a:p>
          <a:p>
            <a:r>
              <a:rPr lang="en-GB" sz="1200" dirty="0">
                <a:solidFill>
                  <a:schemeClr val="bg1"/>
                </a:solidFill>
              </a:rPr>
              <a:t>Phil Wickham Music (Admin. by Song Solutions www.songsolutions.org)</a:t>
            </a:r>
          </a:p>
          <a:p>
            <a:r>
              <a:rPr lang="en-GB" sz="1200" dirty="0">
                <a:solidFill>
                  <a:schemeClr val="bg1"/>
                </a:solidFill>
              </a:rPr>
              <a:t>Seems Like Music (Admin. by Song Solutions www.songsolutions.org)</a:t>
            </a:r>
          </a:p>
          <a:p>
            <a:r>
              <a:rPr lang="en-GB" sz="1200" dirty="0">
                <a:solidFill>
                  <a:schemeClr val="bg1"/>
                </a:solidFill>
              </a:rPr>
              <a:t>Sing My Songs (Admin. by Song Solutions www.songsolutions.org)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478394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Who breaks the power of sin and darkness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Whose love is mighty and so much stronger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King of Glory the King above all kings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1/8</a:t>
            </a:r>
          </a:p>
        </p:txBody>
      </p:sp>
    </p:spTree>
    <p:extLst>
      <p:ext uri="{BB962C8B-B14F-4D97-AF65-F5344CB8AC3E}">
        <p14:creationId xmlns:p14="http://schemas.microsoft.com/office/powerpoint/2010/main" val="2702671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7601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Who shakes the whole earth with holy thunder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leaves us breathless in awe and wonder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King of Glory the King above all kings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23628880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This is amazing grace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This is unfailing love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That You would take my place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That You would bear my cross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laid down Your life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That I would be set free</a:t>
            </a:r>
          </a:p>
          <a:p>
            <a:r>
              <a:rPr lang="en-GB" sz="3600" dirty="0">
                <a:solidFill>
                  <a:schemeClr val="bg1"/>
                </a:solidFill>
              </a:rPr>
              <a:t>Oh Jesus I sing for all that You've done for 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3/8</a:t>
            </a:r>
          </a:p>
        </p:txBody>
      </p:sp>
    </p:spTree>
    <p:extLst>
      <p:ext uri="{BB962C8B-B14F-4D97-AF65-F5344CB8AC3E}">
        <p14:creationId xmlns:p14="http://schemas.microsoft.com/office/powerpoint/2010/main" val="1172358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0" y="692696"/>
            <a:ext cx="8856984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Who brings our chaos back into order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Who makes the orphan a son and daughter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King of Glory the King of Glory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29813715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508" y="692696"/>
            <a:ext cx="8856984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Who rules the nations with truth and justice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Shines like the sun in all of its brilliance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King of Glory the King above all kings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5/8</a:t>
            </a:r>
          </a:p>
        </p:txBody>
      </p:sp>
    </p:spTree>
    <p:extLst>
      <p:ext uri="{BB962C8B-B14F-4D97-AF65-F5344CB8AC3E}">
        <p14:creationId xmlns:p14="http://schemas.microsoft.com/office/powerpoint/2010/main" val="13906351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This is amazing grace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This is unfailing love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That You would take my place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That You would bear my cross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laid down Your life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That I would be set free</a:t>
            </a:r>
          </a:p>
          <a:p>
            <a:r>
              <a:rPr lang="en-GB" sz="3600" dirty="0">
                <a:solidFill>
                  <a:schemeClr val="bg1"/>
                </a:solidFill>
              </a:rPr>
              <a:t>Oh Jesus I sing for all that You've done for 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6/8</a:t>
            </a:r>
          </a:p>
        </p:txBody>
      </p:sp>
    </p:spTree>
    <p:extLst>
      <p:ext uri="{BB962C8B-B14F-4D97-AF65-F5344CB8AC3E}">
        <p14:creationId xmlns:p14="http://schemas.microsoft.com/office/powerpoint/2010/main" val="27041358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Worthy is the Lamb who was slain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Worthy is the King who conquered the grave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Worthy is the Lamb who was slain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Worthy is the King who conquered the grave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Worthy is the Lamb who was slain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Worthy is the King who conquered the grave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Worthy is the Lamb who was slain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Worthy </a:t>
            </a:r>
            <a:r>
              <a:rPr lang="en-GB" sz="3600" dirty="0" err="1">
                <a:solidFill>
                  <a:schemeClr val="bg1"/>
                </a:solidFill>
              </a:rPr>
              <a:t>worthy</a:t>
            </a:r>
            <a:r>
              <a:rPr lang="en-GB" sz="3600" dirty="0">
                <a:solidFill>
                  <a:schemeClr val="bg1"/>
                </a:solidFill>
              </a:rPr>
              <a:t> </a:t>
            </a:r>
            <a:r>
              <a:rPr lang="en-GB" sz="3600" dirty="0" err="1">
                <a:solidFill>
                  <a:schemeClr val="bg1"/>
                </a:solidFill>
              </a:rPr>
              <a:t>worthy</a:t>
            </a:r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7/8</a:t>
            </a:r>
          </a:p>
        </p:txBody>
      </p:sp>
    </p:spTree>
    <p:extLst>
      <p:ext uri="{BB962C8B-B14F-4D97-AF65-F5344CB8AC3E}">
        <p14:creationId xmlns:p14="http://schemas.microsoft.com/office/powerpoint/2010/main" val="21125202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0AA49-64E4-78EF-97F8-F80974A20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5D96381-E8C5-2949-1F16-B7D36664BF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This is amazing grace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This is unfailing love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That You would take my place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That You would bear my cross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laid down Your life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That I would be set free</a:t>
            </a:r>
          </a:p>
          <a:p>
            <a:r>
              <a:rPr lang="en-GB" sz="3600" dirty="0">
                <a:solidFill>
                  <a:schemeClr val="bg1"/>
                </a:solidFill>
              </a:rPr>
              <a:t>Oh Jesus I sing for all that You've done for 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7786CC-EAE1-9CC3-AA1A-571B0674250A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8/8</a:t>
            </a:r>
          </a:p>
        </p:txBody>
      </p:sp>
    </p:spTree>
    <p:extLst>
      <p:ext uri="{BB962C8B-B14F-4D97-AF65-F5344CB8AC3E}">
        <p14:creationId xmlns:p14="http://schemas.microsoft.com/office/powerpoint/2010/main" val="36627994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6A4C3-4644-046D-323E-D475A8A02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A5063-D7A9-E9C9-206A-AC2F2E97E01D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222FC65-E57B-5A77-8EFB-B6EB184B3E29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14AFBD-0121-0467-7E2A-7E954FC34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3603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6600" b="0" i="0" dirty="0">
                <a:solidFill>
                  <a:srgbClr val="00A3E0"/>
                </a:solidFill>
                <a:effectLst/>
                <a:latin typeface="akagi_probook"/>
              </a:rPr>
              <a:t>God </a:t>
            </a:r>
            <a:r>
              <a:rPr lang="en-GB" sz="6600" dirty="0">
                <a:solidFill>
                  <a:srgbClr val="00A3E0"/>
                </a:solidFill>
                <a:latin typeface="akagi_probook"/>
              </a:rPr>
              <a:t>of Wonders</a:t>
            </a:r>
            <a:endParaRPr lang="en-GB" sz="6600" b="0" i="0" dirty="0">
              <a:solidFill>
                <a:srgbClr val="00A3E0"/>
              </a:solidFill>
              <a:effectLst/>
              <a:latin typeface="akagi_probook"/>
            </a:endParaRPr>
          </a:p>
          <a:p>
            <a:br>
              <a:rPr lang="en-GB" sz="1200" dirty="0">
                <a:solidFill>
                  <a:schemeClr val="bg1"/>
                </a:solidFill>
              </a:rPr>
            </a:br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3118757</a:t>
            </a:r>
          </a:p>
          <a:p>
            <a:r>
              <a:rPr lang="en-GB" sz="1200" dirty="0">
                <a:solidFill>
                  <a:schemeClr val="bg1"/>
                </a:solidFill>
              </a:rPr>
              <a:t>Marc Byrd | Steve </a:t>
            </a:r>
            <a:r>
              <a:rPr lang="en-GB" sz="1200" dirty="0" err="1">
                <a:solidFill>
                  <a:schemeClr val="bg1"/>
                </a:solidFill>
              </a:rPr>
              <a:t>Hindalong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2000 Never Say Never Songs; New Spring; Meaux Mercy; Storm Boy Music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6776336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Lord of all creation</a:t>
            </a:r>
          </a:p>
          <a:p>
            <a:r>
              <a:rPr lang="en-GB" sz="3600" dirty="0">
                <a:solidFill>
                  <a:schemeClr val="bg1"/>
                </a:solidFill>
              </a:rPr>
              <a:t>Of water earth and sky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heavens are Your tabernacle</a:t>
            </a:r>
          </a:p>
          <a:p>
            <a:r>
              <a:rPr lang="en-GB" sz="3600" dirty="0">
                <a:solidFill>
                  <a:schemeClr val="bg1"/>
                </a:solidFill>
              </a:rPr>
              <a:t>Glory to the Lord on high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1/6</a:t>
            </a:r>
          </a:p>
        </p:txBody>
      </p:sp>
    </p:spTree>
    <p:extLst>
      <p:ext uri="{BB962C8B-B14F-4D97-AF65-F5344CB8AC3E}">
        <p14:creationId xmlns:p14="http://schemas.microsoft.com/office/powerpoint/2010/main" val="28882324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God of wonders beyond our galaxy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are holy </a:t>
            </a:r>
            <a:r>
              <a:rPr lang="en-GB" sz="3600" dirty="0" err="1">
                <a:solidFill>
                  <a:schemeClr val="bg1"/>
                </a:solidFill>
              </a:rPr>
              <a:t>holy</a:t>
            </a:r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The universe declares Your majesty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are holy </a:t>
            </a:r>
            <a:r>
              <a:rPr lang="en-GB" sz="3600" dirty="0" err="1">
                <a:solidFill>
                  <a:schemeClr val="bg1"/>
                </a:solidFill>
              </a:rPr>
              <a:t>holy</a:t>
            </a:r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Lord of heaven and earth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of heaven and earth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2/6</a:t>
            </a:r>
          </a:p>
        </p:txBody>
      </p:sp>
    </p:spTree>
    <p:extLst>
      <p:ext uri="{BB962C8B-B14F-4D97-AF65-F5344CB8AC3E}">
        <p14:creationId xmlns:p14="http://schemas.microsoft.com/office/powerpoint/2010/main" val="5754581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Early in the morning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will celebrate the light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When I stumble in the darkness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will call Your name by night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3/6</a:t>
            </a:r>
          </a:p>
        </p:txBody>
      </p:sp>
    </p:spTree>
    <p:extLst>
      <p:ext uri="{BB962C8B-B14F-4D97-AF65-F5344CB8AC3E}">
        <p14:creationId xmlns:p14="http://schemas.microsoft.com/office/powerpoint/2010/main" val="2460113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God of wonders beyond our galaxy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are holy </a:t>
            </a:r>
            <a:r>
              <a:rPr lang="en-GB" sz="3600" dirty="0" err="1">
                <a:solidFill>
                  <a:schemeClr val="bg1"/>
                </a:solidFill>
              </a:rPr>
              <a:t>holy</a:t>
            </a:r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The universe declares Your majesty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are holy </a:t>
            </a:r>
            <a:r>
              <a:rPr lang="en-GB" sz="3600" dirty="0" err="1">
                <a:solidFill>
                  <a:schemeClr val="bg1"/>
                </a:solidFill>
              </a:rPr>
              <a:t>holy</a:t>
            </a:r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Lord of heaven and earth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of heaven and earth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4/6</a:t>
            </a:r>
          </a:p>
        </p:txBody>
      </p:sp>
    </p:spTree>
    <p:extLst>
      <p:ext uri="{BB962C8B-B14F-4D97-AF65-F5344CB8AC3E}">
        <p14:creationId xmlns:p14="http://schemas.microsoft.com/office/powerpoint/2010/main" val="14282510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Hallelujah (to the Lord of heaven and earth)</a:t>
            </a:r>
          </a:p>
          <a:p>
            <a:r>
              <a:rPr lang="en-GB" sz="3600" dirty="0">
                <a:solidFill>
                  <a:schemeClr val="bg1"/>
                </a:solidFill>
              </a:rPr>
              <a:t>Hallelujah (to the Lord of heaven and earth)</a:t>
            </a:r>
          </a:p>
          <a:p>
            <a:r>
              <a:rPr lang="en-GB" sz="3600" dirty="0">
                <a:solidFill>
                  <a:schemeClr val="bg1"/>
                </a:solidFill>
              </a:rPr>
              <a:t>Hallelujah (to the Lord of heaven and earth)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are holy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5/6</a:t>
            </a:r>
          </a:p>
        </p:txBody>
      </p:sp>
    </p:spTree>
    <p:extLst>
      <p:ext uri="{BB962C8B-B14F-4D97-AF65-F5344CB8AC3E}">
        <p14:creationId xmlns:p14="http://schemas.microsoft.com/office/powerpoint/2010/main" val="8175835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God of wonders beyond our galaxy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are holy </a:t>
            </a:r>
            <a:r>
              <a:rPr lang="en-GB" sz="3600" dirty="0" err="1">
                <a:solidFill>
                  <a:schemeClr val="bg1"/>
                </a:solidFill>
              </a:rPr>
              <a:t>holy</a:t>
            </a:r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Precious Lord reveal Your heart to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Father hold me hold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universe declares Your majesty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are holy </a:t>
            </a:r>
            <a:r>
              <a:rPr lang="en-GB" sz="3600" dirty="0" err="1">
                <a:solidFill>
                  <a:schemeClr val="bg1"/>
                </a:solidFill>
              </a:rPr>
              <a:t>holy</a:t>
            </a:r>
            <a:r>
              <a:rPr lang="en-GB" sz="3600" dirty="0">
                <a:solidFill>
                  <a:schemeClr val="bg1"/>
                </a:solidFill>
              </a:rPr>
              <a:t> </a:t>
            </a:r>
            <a:r>
              <a:rPr lang="en-GB" sz="3600" dirty="0" err="1">
                <a:solidFill>
                  <a:schemeClr val="bg1"/>
                </a:solidFill>
              </a:rPr>
              <a:t>holy</a:t>
            </a:r>
            <a:r>
              <a:rPr lang="en-GB" sz="3600" dirty="0">
                <a:solidFill>
                  <a:schemeClr val="bg1"/>
                </a:solidFill>
              </a:rPr>
              <a:t> </a:t>
            </a:r>
            <a:r>
              <a:rPr lang="en-GB" sz="3600" dirty="0" err="1">
                <a:solidFill>
                  <a:schemeClr val="bg1"/>
                </a:solidFill>
              </a:rPr>
              <a:t>holy</a:t>
            </a:r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6/6</a:t>
            </a:r>
          </a:p>
        </p:txBody>
      </p:sp>
    </p:spTree>
    <p:extLst>
      <p:ext uri="{BB962C8B-B14F-4D97-AF65-F5344CB8AC3E}">
        <p14:creationId xmlns:p14="http://schemas.microsoft.com/office/powerpoint/2010/main" val="19259579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dirty="0">
                <a:solidFill>
                  <a:srgbClr val="00A3E0"/>
                </a:solidFill>
                <a:latin typeface="akagi_probook"/>
              </a:rPr>
              <a:t>I Could Sing Of Your Love Forever</a:t>
            </a:r>
            <a:endParaRPr lang="en-GB" sz="4400" b="0" i="0" dirty="0">
              <a:solidFill>
                <a:srgbClr val="00A3E0"/>
              </a:solidFill>
              <a:effectLst/>
              <a:latin typeface="akagi_probook"/>
            </a:endParaRPr>
          </a:p>
          <a:p>
            <a:br>
              <a:rPr lang="en-GB" sz="1200" dirty="0">
                <a:solidFill>
                  <a:schemeClr val="bg1"/>
                </a:solidFill>
              </a:rPr>
            </a:br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1043199</a:t>
            </a:r>
          </a:p>
          <a:p>
            <a:r>
              <a:rPr lang="en-GB" sz="1200" dirty="0">
                <a:solidFill>
                  <a:schemeClr val="bg1"/>
                </a:solidFill>
              </a:rPr>
              <a:t>Martin Smith</a:t>
            </a:r>
          </a:p>
          <a:p>
            <a:r>
              <a:rPr lang="en-GB" sz="1200" dirty="0">
                <a:solidFill>
                  <a:schemeClr val="bg1"/>
                </a:solidFill>
              </a:rPr>
              <a:t>© 1994 Curious? Music UK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</p:txBody>
      </p:sp>
    </p:spTree>
    <p:extLst>
      <p:ext uri="{BB962C8B-B14F-4D97-AF65-F5344CB8AC3E}">
        <p14:creationId xmlns:p14="http://schemas.microsoft.com/office/powerpoint/2010/main" val="1748339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836712"/>
            <a:ext cx="8640960" cy="540060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Over the mountains and the sea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Your river runs with love for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I will open up my heart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let the Healer set me free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1/7</a:t>
            </a:r>
          </a:p>
        </p:txBody>
      </p:sp>
    </p:spTree>
    <p:extLst>
      <p:ext uri="{BB962C8B-B14F-4D97-AF65-F5344CB8AC3E}">
        <p14:creationId xmlns:p14="http://schemas.microsoft.com/office/powerpoint/2010/main" val="11264737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9EE07-FF5C-ABA4-4E25-E493DA1C9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0030D1E-D91F-9A9A-384B-52927DE871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836712"/>
            <a:ext cx="8640960" cy="540060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I'm happy to be in the truth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I will daily lift my hands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I will always sing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Of when Your love came down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211610-470F-4FAF-386F-6750378548F5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2/7</a:t>
            </a:r>
          </a:p>
        </p:txBody>
      </p:sp>
    </p:spTree>
    <p:extLst>
      <p:ext uri="{BB962C8B-B14F-4D97-AF65-F5344CB8AC3E}">
        <p14:creationId xmlns:p14="http://schemas.microsoft.com/office/powerpoint/2010/main" val="247791398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836712"/>
            <a:ext cx="8640960" cy="540060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could sing of Your love forever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could sing of Your love forever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could sing of Your love forever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could sing of Your love forever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3/7</a:t>
            </a:r>
          </a:p>
        </p:txBody>
      </p:sp>
    </p:spTree>
    <p:extLst>
      <p:ext uri="{BB962C8B-B14F-4D97-AF65-F5344CB8AC3E}">
        <p14:creationId xmlns:p14="http://schemas.microsoft.com/office/powerpoint/2010/main" val="19472888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F9B45-C09D-B638-E9DA-1752ED1DB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1FA6DDB-C12F-A328-1A66-3B160499DD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836712"/>
            <a:ext cx="8640960" cy="540060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Over the mountains and the sea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Your river runs with love for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I will open up my heart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let the Healer set me free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8171C3-5ED6-5A08-7F71-BD06DDD243A2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4/7</a:t>
            </a:r>
          </a:p>
        </p:txBody>
      </p:sp>
    </p:spTree>
    <p:extLst>
      <p:ext uri="{BB962C8B-B14F-4D97-AF65-F5344CB8AC3E}">
        <p14:creationId xmlns:p14="http://schemas.microsoft.com/office/powerpoint/2010/main" val="15543242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AD650-6D02-4EA1-DBED-0CADAC2FB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D5C6ED8-240B-FC24-7DCD-C137D4F2DE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836712"/>
            <a:ext cx="8640960" cy="540060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I'm happy to be in the truth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I will daily lift my hands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I will always sing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Of when Your love came down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3BE243-659C-D498-3B21-77F831A512C6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5/7</a:t>
            </a:r>
          </a:p>
        </p:txBody>
      </p:sp>
    </p:spTree>
    <p:extLst>
      <p:ext uri="{BB962C8B-B14F-4D97-AF65-F5344CB8AC3E}">
        <p14:creationId xmlns:p14="http://schemas.microsoft.com/office/powerpoint/2010/main" val="9560854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508" y="836712"/>
            <a:ext cx="8856984" cy="5688632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Oh I feel like dancing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It's foolishness I know</a:t>
            </a:r>
          </a:p>
          <a:p>
            <a:r>
              <a:rPr lang="en-GB" sz="3600" dirty="0">
                <a:solidFill>
                  <a:schemeClr val="bg1"/>
                </a:solidFill>
              </a:rPr>
              <a:t>But when the world has seen the light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They will dance with joy like we're dancing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6/7</a:t>
            </a:r>
          </a:p>
        </p:txBody>
      </p:sp>
    </p:spTree>
    <p:extLst>
      <p:ext uri="{BB962C8B-B14F-4D97-AF65-F5344CB8AC3E}">
        <p14:creationId xmlns:p14="http://schemas.microsoft.com/office/powerpoint/2010/main" val="31847701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26CF1-2D90-BEAB-E913-D92E814B9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4C9F558-A883-F557-9A63-EEFC4B4377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836712"/>
            <a:ext cx="8640960" cy="540060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could sing of Your love forever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could sing of Your love forever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could sing of Your love forever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could sing of Your love forever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BB7413-A5F0-39EE-9D4E-2C396F202415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7/7</a:t>
            </a:r>
          </a:p>
        </p:txBody>
      </p:sp>
    </p:spTree>
    <p:extLst>
      <p:ext uri="{BB962C8B-B14F-4D97-AF65-F5344CB8AC3E}">
        <p14:creationId xmlns:p14="http://schemas.microsoft.com/office/powerpoint/2010/main" val="38739692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1A497-527F-58B5-F7D6-7640EE8CE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D90B3-2A8B-B96D-21A3-EF89AB2FC21F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FBCCF55-083E-5D79-75DA-92B3FC963262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BF9091-EB2D-FF22-0061-F15FFC39B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2763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908720"/>
            <a:ext cx="8640960" cy="6480720"/>
          </a:xfrm>
        </p:spPr>
        <p:txBody>
          <a:bodyPr>
            <a:noAutofit/>
          </a:bodyPr>
          <a:lstStyle/>
          <a:p>
            <a:r>
              <a:rPr lang="en-GB" sz="5400" dirty="0">
                <a:solidFill>
                  <a:srgbClr val="00A3E0"/>
                </a:solidFill>
                <a:latin typeface="akagi_probook"/>
              </a:rPr>
              <a:t>Who Else</a:t>
            </a:r>
            <a:br>
              <a:rPr lang="en-GB" sz="1200" dirty="0">
                <a:solidFill>
                  <a:schemeClr val="bg1"/>
                </a:solidFill>
              </a:rPr>
            </a:br>
            <a:br>
              <a:rPr lang="en-GB" sz="1200" dirty="0">
                <a:solidFill>
                  <a:schemeClr val="bg1"/>
                </a:solidFill>
              </a:rPr>
            </a:br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7223119</a:t>
            </a:r>
          </a:p>
          <a:p>
            <a:r>
              <a:rPr lang="en-GB" sz="1200" dirty="0">
                <a:solidFill>
                  <a:schemeClr val="bg1"/>
                </a:solidFill>
              </a:rPr>
              <a:t>Abbie Gamboa | Josiah Funderburk | Zac Rowe</a:t>
            </a:r>
          </a:p>
          <a:p>
            <a:r>
              <a:rPr lang="en-GB" sz="1200" dirty="0">
                <a:solidFill>
                  <a:schemeClr val="bg1"/>
                </a:solidFill>
              </a:rPr>
              <a:t>© 2023 Gateway Music Global Publishing; Gamboa World, LLC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216474394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am an instrument of exaltation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I was born to lift Your name above all names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hear the melody of all creation</a:t>
            </a:r>
          </a:p>
          <a:p>
            <a:r>
              <a:rPr lang="en-GB" sz="3600" dirty="0">
                <a:solidFill>
                  <a:schemeClr val="bg1"/>
                </a:solidFill>
              </a:rPr>
              <a:t>But there's a song of praise that only I can bring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1/8</a:t>
            </a:r>
          </a:p>
        </p:txBody>
      </p:sp>
    </p:spTree>
    <p:extLst>
      <p:ext uri="{BB962C8B-B14F-4D97-AF65-F5344CB8AC3E}">
        <p14:creationId xmlns:p14="http://schemas.microsoft.com/office/powerpoint/2010/main" val="329521152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Who else is worthy who else is worthy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 is no one only You Jesus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Who else is worthy who else is worthy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 is no one only You Jesus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5117003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are the infinite God of the ages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Yet You chose to make my heart Your dwelling place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healed my brokenness showed me Your glory</a:t>
            </a:r>
          </a:p>
          <a:p>
            <a:r>
              <a:rPr lang="en-GB" sz="3600" dirty="0">
                <a:solidFill>
                  <a:schemeClr val="bg1"/>
                </a:solidFill>
              </a:rPr>
              <a:t>So I have songs of thanks not even angels 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3/8</a:t>
            </a:r>
          </a:p>
        </p:txBody>
      </p:sp>
    </p:spTree>
    <p:extLst>
      <p:ext uri="{BB962C8B-B14F-4D97-AF65-F5344CB8AC3E}">
        <p14:creationId xmlns:p14="http://schemas.microsoft.com/office/powerpoint/2010/main" val="279006884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C0959-8BA8-CC43-70F2-0CE218762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6BB7583-DD6F-F907-F2E9-CCBE9E348D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Who else is worthy who else is worthy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 is no one only You Jesus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Who else is worthy who else is worthy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 is no one only You Jesus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304694-B085-E36B-0A45-6DA8D52D7EF1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25318473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Lamb of God anointed one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Who was and is and is to come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Seated on the throne above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Holy </a:t>
            </a:r>
            <a:r>
              <a:rPr lang="en-GB" sz="3600" dirty="0" err="1">
                <a:solidFill>
                  <a:schemeClr val="bg1"/>
                </a:solidFill>
              </a:rPr>
              <a:t>holy</a:t>
            </a:r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5/8</a:t>
            </a:r>
          </a:p>
        </p:txBody>
      </p:sp>
    </p:spTree>
    <p:extLst>
      <p:ext uri="{BB962C8B-B14F-4D97-AF65-F5344CB8AC3E}">
        <p14:creationId xmlns:p14="http://schemas.microsoft.com/office/powerpoint/2010/main" val="289930624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F8C9E-1E16-2D97-4B35-0BBC09BD3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CBAD27E-7BAD-B761-C6A8-1B36421D60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Righteous One who shed His blood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proved to us the Father's love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Jesus Christ be lifted up</a:t>
            </a:r>
          </a:p>
          <a:p>
            <a:r>
              <a:rPr lang="en-GB" sz="3600" dirty="0">
                <a:solidFill>
                  <a:schemeClr val="bg1"/>
                </a:solidFill>
              </a:rPr>
              <a:t>(Holy holy)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36764-58F0-83A5-A4C3-F61AC23C64B7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6/8</a:t>
            </a:r>
          </a:p>
        </p:txBody>
      </p:sp>
    </p:spTree>
    <p:extLst>
      <p:ext uri="{BB962C8B-B14F-4D97-AF65-F5344CB8AC3E}">
        <p14:creationId xmlns:p14="http://schemas.microsoft.com/office/powerpoint/2010/main" val="10055724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610D0-2CA6-8A39-5C22-0B86272A0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AD3404E-69E1-D8CA-6A02-E734C921AF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Who else is worthy who else is worthy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 is no one only You Jesus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Who else is worthy who else is worthy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 is no one only You Jesus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B77A19-7960-2EA3-49E5-2F7EDDE14C00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7/8</a:t>
            </a:r>
          </a:p>
        </p:txBody>
      </p:sp>
    </p:spTree>
    <p:extLst>
      <p:ext uri="{BB962C8B-B14F-4D97-AF65-F5344CB8AC3E}">
        <p14:creationId xmlns:p14="http://schemas.microsoft.com/office/powerpoint/2010/main" val="113100937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916FA-1FA1-CE87-1BF6-A49CC2FE5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4832738-27A6-8CF3-117C-3A1AD06FBD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There is no one only You Jesus</a:t>
            </a:r>
          </a:p>
          <a:p>
            <a:r>
              <a:rPr lang="en-GB" sz="3600" dirty="0">
                <a:solidFill>
                  <a:schemeClr val="bg1"/>
                </a:solidFill>
              </a:rPr>
              <a:t>(REPEAT)</a:t>
            </a:r>
            <a:br>
              <a:rPr lang="en-GB" sz="3600" dirty="0">
                <a:solidFill>
                  <a:schemeClr val="bg1"/>
                </a:solidFill>
              </a:rPr>
            </a:b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Who else is worthy who else is worthy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 is no one only You Jesus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(REPEAT)</a:t>
            </a:r>
            <a:br>
              <a:rPr lang="en-GB" sz="3600" dirty="0">
                <a:solidFill>
                  <a:schemeClr val="bg1"/>
                </a:solidFill>
              </a:rPr>
            </a:br>
            <a:endParaRPr lang="en-GB" sz="3600" dirty="0">
              <a:solidFill>
                <a:schemeClr val="bg1"/>
              </a:solidFill>
            </a:endParaRPr>
          </a:p>
          <a:p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18670A-E796-2573-5212-32D0A00044B3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8/8</a:t>
            </a:r>
          </a:p>
        </p:txBody>
      </p:sp>
    </p:spTree>
    <p:extLst>
      <p:ext uri="{BB962C8B-B14F-4D97-AF65-F5344CB8AC3E}">
        <p14:creationId xmlns:p14="http://schemas.microsoft.com/office/powerpoint/2010/main" val="340833693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45335-480E-0963-14B6-61BC7C3DB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CEEB7-507D-DEF1-8407-2F36ADB946B3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3A1BBC5-8814-BF8C-9D48-4079547A26BD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D081DA-A487-E35F-C866-D466ECF41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33450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6D2A-5E68-F15C-89E4-2DBC4F4793A3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9C6AC8B-4AF1-9B45-6683-F14ED4AE0E1F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7170" name="Picture 2" descr="Ainsdale Methodist Church Notices">
            <a:extLst>
              <a:ext uri="{FF2B5EF4-FFF2-40B4-BE49-F238E27FC236}">
                <a16:creationId xmlns:a16="http://schemas.microsoft.com/office/drawing/2014/main" id="{3EEB5152-0F8F-378F-8135-B603334301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27113"/>
            <a:ext cx="9144000" cy="4803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74022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757F6-55A9-47B0-91CA-75C5DBDC1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40A2F9-A962-1AA7-180C-673A6FFB3B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5452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DDB38-2D92-CDA8-108E-BAB014677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>
            <a:extLst>
              <a:ext uri="{FF2B5EF4-FFF2-40B4-BE49-F238E27FC236}">
                <a16:creationId xmlns:a16="http://schemas.microsoft.com/office/drawing/2014/main" id="{FC629845-6805-C1E6-E442-AEA8EF7F5CC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106B2D-5EB4-A907-2876-C5E6CE50C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697" y="0"/>
            <a:ext cx="484860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491323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C3985-8B83-D3B2-292F-E1A59D0A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>
            <a:extLst>
              <a:ext uri="{FF2B5EF4-FFF2-40B4-BE49-F238E27FC236}">
                <a16:creationId xmlns:a16="http://schemas.microsoft.com/office/drawing/2014/main" id="{5A882619-E590-B58F-E69C-A28B83B97AD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36EA3C-752F-7FDC-9302-57DAFDDCF0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7167"/>
            <a:ext cx="9144000" cy="6463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73063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7D4F5-7735-C2A4-5222-746F27436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1AC1F9C-7D07-CC4A-86C6-42449AE434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8012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0A929D4-B857-13A7-F16F-1C885159F0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50695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Jonah And The Whale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238008</a:t>
            </a:r>
          </a:p>
          <a:p>
            <a:r>
              <a:rPr lang="en-GB" sz="1200" dirty="0">
                <a:solidFill>
                  <a:schemeClr val="bg1"/>
                </a:solidFill>
              </a:rPr>
              <a:t>Hugh Mitchell</a:t>
            </a:r>
          </a:p>
          <a:p>
            <a:r>
              <a:rPr lang="en-GB" sz="1200" dirty="0">
                <a:solidFill>
                  <a:schemeClr val="bg1"/>
                </a:solidFill>
              </a:rPr>
              <a:t>© 1957 New Spring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  <a:br>
              <a:rPr lang="en-GB" sz="1200" dirty="0">
                <a:solidFill>
                  <a:schemeClr val="bg1"/>
                </a:solidFill>
              </a:rPr>
            </a:br>
            <a:br>
              <a:rPr lang="en-GB" sz="1200" dirty="0">
                <a:solidFill>
                  <a:schemeClr val="bg1"/>
                </a:solidFill>
              </a:rPr>
            </a:br>
            <a:endParaRPr lang="en-GB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022175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Come listen to my tale</a:t>
            </a:r>
          </a:p>
          <a:p>
            <a:r>
              <a:rPr lang="en-GB" sz="3600" dirty="0">
                <a:solidFill>
                  <a:schemeClr val="bg1"/>
                </a:solidFill>
              </a:rPr>
              <a:t>Of Jonah and the whale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Way down in the middle of the ocean </a:t>
            </a:r>
            <a:br>
              <a:rPr lang="en-GB" sz="3600" dirty="0">
                <a:solidFill>
                  <a:schemeClr val="bg1"/>
                </a:solidFill>
              </a:rPr>
            </a:b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 err="1">
                <a:solidFill>
                  <a:schemeClr val="bg1"/>
                </a:solidFill>
              </a:rPr>
              <a:t>OCEAN</a:t>
            </a:r>
            <a:r>
              <a:rPr lang="en-GB" sz="3600" dirty="0">
                <a:solidFill>
                  <a:schemeClr val="bg1"/>
                </a:solidFill>
              </a:rPr>
              <a:t>!!</a:t>
            </a:r>
          </a:p>
          <a:p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1/4</a:t>
            </a:r>
          </a:p>
        </p:txBody>
      </p:sp>
    </p:spTree>
    <p:extLst>
      <p:ext uri="{BB962C8B-B14F-4D97-AF65-F5344CB8AC3E}">
        <p14:creationId xmlns:p14="http://schemas.microsoft.com/office/powerpoint/2010/main" val="361547721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E49BA-0145-389B-E808-018F3E055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4FA6205-C20B-127D-7EE5-DF01026872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How did he get there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ever did he wear</a:t>
            </a:r>
          </a:p>
          <a:p>
            <a:r>
              <a:rPr lang="en-GB" sz="3600" dirty="0">
                <a:solidFill>
                  <a:schemeClr val="bg1"/>
                </a:solidFill>
              </a:rPr>
              <a:t>Way down in the middle of the ocean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 </a:t>
            </a:r>
          </a:p>
          <a:p>
            <a:r>
              <a:rPr lang="en-GB" sz="3600" dirty="0">
                <a:solidFill>
                  <a:schemeClr val="bg1"/>
                </a:solidFill>
              </a:rPr>
              <a:t>OCEAN!!</a:t>
            </a:r>
          </a:p>
          <a:p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51224-0D48-FEFF-1A99-AFD66507B61F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2/4</a:t>
            </a:r>
          </a:p>
        </p:txBody>
      </p:sp>
    </p:spTree>
    <p:extLst>
      <p:ext uri="{BB962C8B-B14F-4D97-AF65-F5344CB8AC3E}">
        <p14:creationId xmlns:p14="http://schemas.microsoft.com/office/powerpoint/2010/main" val="410035463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61071-17D0-3AAF-1030-E758FD305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F507F67-4071-3EBB-BBF9-32BFBE62E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 preaching he should be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At Ninevah, you see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To </a:t>
            </a:r>
            <a:r>
              <a:rPr lang="en-GB" sz="3600" dirty="0" err="1">
                <a:solidFill>
                  <a:schemeClr val="bg1"/>
                </a:solidFill>
              </a:rPr>
              <a:t>disobey's</a:t>
            </a:r>
            <a:r>
              <a:rPr lang="en-GB" sz="3600" dirty="0">
                <a:solidFill>
                  <a:schemeClr val="bg1"/>
                </a:solidFill>
              </a:rPr>
              <a:t>, a very foolish notion</a:t>
            </a:r>
          </a:p>
          <a:p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NOTION!!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0ECF3A-650E-0FB0-579A-B5C8D27F0B0D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3/4</a:t>
            </a:r>
          </a:p>
        </p:txBody>
      </p:sp>
    </p:spTree>
    <p:extLst>
      <p:ext uri="{BB962C8B-B14F-4D97-AF65-F5344CB8AC3E}">
        <p14:creationId xmlns:p14="http://schemas.microsoft.com/office/powerpoint/2010/main" val="398857304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C81FD-5BBC-1881-47FE-9CD11EA6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572EBB5-F091-3110-0CD7-F6C69702C5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But God forgave his sin</a:t>
            </a:r>
          </a:p>
          <a:p>
            <a:r>
              <a:rPr lang="en-GB" sz="3600" dirty="0">
                <a:solidFill>
                  <a:schemeClr val="bg1"/>
                </a:solidFill>
              </a:rPr>
              <a:t>Salvation entered in</a:t>
            </a:r>
          </a:p>
          <a:p>
            <a:r>
              <a:rPr lang="en-GB" sz="3600" dirty="0">
                <a:solidFill>
                  <a:schemeClr val="bg1"/>
                </a:solidFill>
              </a:rPr>
              <a:t>Way down in the middle of the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Way down in the middle of the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Way down in the middle of the</a:t>
            </a:r>
          </a:p>
          <a:p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OCEAN!!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36A5B5-CCE5-A643-50B9-61127EB84B7F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4/4</a:t>
            </a:r>
          </a:p>
        </p:txBody>
      </p:sp>
    </p:spTree>
    <p:extLst>
      <p:ext uri="{BB962C8B-B14F-4D97-AF65-F5344CB8AC3E}">
        <p14:creationId xmlns:p14="http://schemas.microsoft.com/office/powerpoint/2010/main" val="283547173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reach the Word#6. “Broken preachers.” – Morningside church of Christ">
            <a:extLst>
              <a:ext uri="{FF2B5EF4-FFF2-40B4-BE49-F238E27FC236}">
                <a16:creationId xmlns:a16="http://schemas.microsoft.com/office/drawing/2014/main" id="{2AA83B72-9961-C11B-4973-8C7748297C8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90"/>
          <a:stretch/>
        </p:blipFill>
        <p:spPr bwMode="auto">
          <a:xfrm>
            <a:off x="539552" y="1052736"/>
            <a:ext cx="8229600" cy="4525963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404303160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6D2A-5E68-F15C-89E4-2DBC4F4793A3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9C6AC8B-4AF1-9B45-6683-F14ED4AE0E1F}"/>
              </a:ext>
            </a:extLst>
          </p:cNvPr>
          <p:cNvSpPr txBox="1">
            <a:spLocks/>
          </p:cNvSpPr>
          <p:nvPr/>
        </p:nvSpPr>
        <p:spPr bwMode="auto">
          <a:xfrm>
            <a:off x="323528" y="116632"/>
            <a:ext cx="8229600" cy="5904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lvl="0" algn="ctr">
              <a:defRPr/>
            </a:pPr>
            <a:r>
              <a:rPr lang="en-GB" dirty="0">
                <a:solidFill>
                  <a:schemeClr val="bg1"/>
                </a:solidFill>
              </a:rPr>
              <a:t>2 Corinthians 14</a:t>
            </a:r>
            <a:br>
              <a:rPr lang="en-GB" dirty="0">
                <a:solidFill>
                  <a:schemeClr val="bg1"/>
                </a:solidFill>
              </a:rPr>
            </a:b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May the grace of the Lord Jesus Christ, and the love of God, and the fellowship of the Holy Spirit be with us all.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And….</a:t>
            </a:r>
          </a:p>
          <a:p>
            <a:pPr lvl="0" algn="ctr">
              <a:defRPr/>
            </a:pPr>
            <a:r>
              <a:rPr lang="en-GB" dirty="0">
                <a:solidFill>
                  <a:schemeClr val="bg1"/>
                </a:solidFill>
              </a:rPr>
              <a:t>Surely goodness and mercy shall follow us all the days of our lives, and we shall dwell in the house of the Lord forever.</a:t>
            </a:r>
          </a:p>
        </p:txBody>
      </p:sp>
    </p:spTree>
    <p:extLst>
      <p:ext uri="{BB962C8B-B14F-4D97-AF65-F5344CB8AC3E}">
        <p14:creationId xmlns:p14="http://schemas.microsoft.com/office/powerpoint/2010/main" val="397471276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79A194A-DD04-B8BB-F5E2-C52C9DD327EA}"/>
              </a:ext>
            </a:extLst>
          </p:cNvPr>
          <p:cNvSpPr txBox="1">
            <a:spLocks/>
          </p:cNvSpPr>
          <p:nvPr/>
        </p:nvSpPr>
        <p:spPr bwMode="auto">
          <a:xfrm>
            <a:off x="323528" y="116632"/>
            <a:ext cx="8229600" cy="5904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lvl="0" algn="ctr">
              <a:defRPr/>
            </a:pPr>
            <a:r>
              <a:rPr lang="en-GB" dirty="0">
                <a:solidFill>
                  <a:schemeClr val="bg1"/>
                </a:solidFill>
              </a:rPr>
              <a:t>Amen!</a:t>
            </a:r>
          </a:p>
        </p:txBody>
      </p:sp>
    </p:spTree>
    <p:extLst>
      <p:ext uri="{BB962C8B-B14F-4D97-AF65-F5344CB8AC3E}">
        <p14:creationId xmlns:p14="http://schemas.microsoft.com/office/powerpoint/2010/main" val="16068213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ngs_2024-09-29" id="{AE33A1CF-5A6E-9A45-939B-9BEFB8807446}" vid="{DFD4CA98-726C-574E-9379-F8F810DB231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7759</TotalTime>
  <Words>1814</Words>
  <Application>Microsoft Office PowerPoint</Application>
  <PresentationFormat>On-screen Show (4:3)</PresentationFormat>
  <Paragraphs>310</Paragraphs>
  <Slides>63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9" baseType="lpstr">
      <vt:lpstr>akagi_probook</vt:lpstr>
      <vt:lpstr>Amatic SC</vt:lpstr>
      <vt:lpstr>Arial</vt:lpstr>
      <vt:lpstr>Calibri</vt:lpstr>
      <vt:lpstr>Rockwell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Florence Olajide</dc:creator>
  <cp:lastModifiedBy>Dele Olajide</cp:lastModifiedBy>
  <cp:revision>359</cp:revision>
  <dcterms:created xsi:type="dcterms:W3CDTF">2024-09-27T16:56:29Z</dcterms:created>
  <dcterms:modified xsi:type="dcterms:W3CDTF">2026-08-17T09:57:43Z</dcterms:modified>
</cp:coreProperties>
</file>