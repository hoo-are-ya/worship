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950" r:id="rId2"/>
    <p:sldId id="1526" r:id="rId3"/>
    <p:sldId id="518" r:id="rId4"/>
    <p:sldId id="1595" r:id="rId5"/>
    <p:sldId id="520" r:id="rId6"/>
    <p:sldId id="521" r:id="rId7"/>
    <p:sldId id="522" r:id="rId8"/>
    <p:sldId id="526" r:id="rId9"/>
    <p:sldId id="527" r:id="rId10"/>
    <p:sldId id="524" r:id="rId11"/>
    <p:sldId id="528" r:id="rId12"/>
    <p:sldId id="523" r:id="rId13"/>
    <p:sldId id="525" r:id="rId14"/>
    <p:sldId id="670" r:id="rId15"/>
    <p:sldId id="671" r:id="rId16"/>
    <p:sldId id="672" r:id="rId17"/>
    <p:sldId id="673" r:id="rId18"/>
    <p:sldId id="674" r:id="rId19"/>
    <p:sldId id="512" r:id="rId20"/>
    <p:sldId id="513" r:id="rId21"/>
    <p:sldId id="514" r:id="rId22"/>
    <p:sldId id="675" r:id="rId23"/>
    <p:sldId id="1594" r:id="rId24"/>
    <p:sldId id="1611" r:id="rId25"/>
    <p:sldId id="1612" r:id="rId26"/>
    <p:sldId id="1613" r:id="rId27"/>
    <p:sldId id="1614" r:id="rId28"/>
    <p:sldId id="1615" r:id="rId29"/>
    <p:sldId id="1616" r:id="rId30"/>
    <p:sldId id="676" r:id="rId31"/>
    <p:sldId id="453" r:id="rId32"/>
    <p:sldId id="447" r:id="rId33"/>
    <p:sldId id="1606" r:id="rId34"/>
    <p:sldId id="448" r:id="rId35"/>
    <p:sldId id="1608" r:id="rId36"/>
    <p:sldId id="1609" r:id="rId37"/>
    <p:sldId id="449" r:id="rId38"/>
    <p:sldId id="1607" r:id="rId39"/>
    <p:sldId id="1617" r:id="rId40"/>
    <p:sldId id="1085" r:id="rId41"/>
    <p:sldId id="1086" r:id="rId42"/>
    <p:sldId id="1087" r:id="rId43"/>
    <p:sldId id="1088" r:id="rId44"/>
    <p:sldId id="1091" r:id="rId45"/>
    <p:sldId id="1089" r:id="rId46"/>
    <p:sldId id="1090" r:id="rId47"/>
    <p:sldId id="1092" r:id="rId48"/>
    <p:sldId id="1093" r:id="rId49"/>
    <p:sldId id="1610" r:id="rId50"/>
    <p:sldId id="954" r:id="rId51"/>
    <p:sldId id="1511" r:id="rId52"/>
    <p:sldId id="1411" r:id="rId53"/>
    <p:sldId id="1408" r:id="rId54"/>
    <p:sldId id="1410" r:id="rId55"/>
    <p:sldId id="1281" r:id="rId56"/>
    <p:sldId id="1590" r:id="rId57"/>
    <p:sldId id="519" r:id="rId58"/>
    <p:sldId id="1591" r:id="rId59"/>
    <p:sldId id="1592" r:id="rId60"/>
    <p:sldId id="1593" r:id="rId61"/>
    <p:sldId id="1339" r:id="rId62"/>
    <p:sldId id="946" r:id="rId63"/>
    <p:sldId id="1578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1595"/>
            <p14:sldId id="520"/>
            <p14:sldId id="521"/>
            <p14:sldId id="522"/>
            <p14:sldId id="526"/>
            <p14:sldId id="527"/>
            <p14:sldId id="524"/>
            <p14:sldId id="528"/>
            <p14:sldId id="523"/>
            <p14:sldId id="525"/>
            <p14:sldId id="670"/>
            <p14:sldId id="671"/>
            <p14:sldId id="672"/>
            <p14:sldId id="673"/>
            <p14:sldId id="674"/>
            <p14:sldId id="512"/>
            <p14:sldId id="513"/>
            <p14:sldId id="514"/>
            <p14:sldId id="675"/>
            <p14:sldId id="1594"/>
            <p14:sldId id="1611"/>
            <p14:sldId id="1612"/>
            <p14:sldId id="1613"/>
            <p14:sldId id="1614"/>
            <p14:sldId id="1615"/>
            <p14:sldId id="1616"/>
            <p14:sldId id="676"/>
            <p14:sldId id="453"/>
            <p14:sldId id="447"/>
            <p14:sldId id="1606"/>
            <p14:sldId id="448"/>
            <p14:sldId id="1608"/>
            <p14:sldId id="1609"/>
            <p14:sldId id="449"/>
            <p14:sldId id="1607"/>
            <p14:sldId id="1617"/>
            <p14:sldId id="1085"/>
            <p14:sldId id="1086"/>
            <p14:sldId id="1087"/>
            <p14:sldId id="1088"/>
            <p14:sldId id="1091"/>
            <p14:sldId id="1089"/>
            <p14:sldId id="1090"/>
            <p14:sldId id="1092"/>
            <p14:sldId id="1093"/>
            <p14:sldId id="1610"/>
            <p14:sldId id="954"/>
            <p14:sldId id="1511"/>
            <p14:sldId id="1411"/>
            <p14:sldId id="1408"/>
            <p14:sldId id="1410"/>
            <p14:sldId id="1281"/>
            <p14:sldId id="1590"/>
            <p14:sldId id="519"/>
            <p14:sldId id="1591"/>
            <p14:sldId id="1592"/>
            <p14:sldId id="1593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91" d="100"/>
          <a:sy n="91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5A52-0DE2-80F1-1DDD-3C22C6EA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D23EF-9F6C-E0A4-7EF2-8797229A0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0D4EF-FEC3-05D3-023F-92095422D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D47C7-7014-FB05-51C3-10723A2E1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535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C521-7081-5DA1-AC5F-F2700623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1D8-3EAC-1197-A01C-F1E114375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074-3F10-ADC5-8AB5-460AEF44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B6D-52FD-D974-BB68-0A20D5DA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741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22/08/2026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23rd August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003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This Is Amazing Grace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6333821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Jeremy Riddle | Josh Farro | Phil Wickham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2012 WC Music Corp. (Admin. by / Small Stone Media BV, Holland (Admin. in the UK/Eire by Song Solutions www.songsolutions.org))</a:t>
            </a:r>
          </a:p>
          <a:p>
            <a:r>
              <a:rPr lang="en-GB" sz="1200" dirty="0">
                <a:solidFill>
                  <a:schemeClr val="bg1"/>
                </a:solidFill>
              </a:rPr>
              <a:t>Bethel Music Publishing (Admin. by Song Solutions)</a:t>
            </a:r>
          </a:p>
          <a:p>
            <a:r>
              <a:rPr lang="en-GB" sz="1200" dirty="0">
                <a:solidFill>
                  <a:schemeClr val="bg1"/>
                </a:solidFill>
              </a:rPr>
              <a:t>Phil Wickham Music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Seems Like Music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Sing My Songs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78394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breaks the power of sin and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love is mighty and so much stronger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Glory the King above all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2702671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01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shakes the whole earth with holy thunder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leaves us breathless in awe and wonder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Glory the King above all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2362888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amazing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unfailing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take my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bear my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laid down Your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I would be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I sing for all that You've done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17235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0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brings our chaos back into order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makes the orphan a son and daughter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Glory the King of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981371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rules the nations with truth and justice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Shines like the sun in all of its brilliance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Glory the King above all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390635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amazing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unfailing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take my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bear my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laid down Your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I would be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I sing for all that You've done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2704135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the Lamb who was slain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King who conquered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 who was slain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King who conquered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 who was slain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King who conquered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the Lamb who was slain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worthy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2112520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AA49-64E4-78EF-97F8-F80974A2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D96381-E8C5-2949-1F16-B7D36664B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amazing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unfailing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take my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would bear my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laid down Your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I would be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I sing for all that You've done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786CC-EAE1-9CC3-AA1A-571B0674250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662799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God </a:t>
            </a:r>
            <a:r>
              <a:rPr lang="en-GB" sz="6600" dirty="0">
                <a:solidFill>
                  <a:srgbClr val="00A3E0"/>
                </a:solidFill>
                <a:latin typeface="akagi_probook"/>
              </a:rPr>
              <a:t>of Wonders</a:t>
            </a:r>
            <a:endParaRPr lang="en-GB" sz="66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3118757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Marc Byrd | Steve </a:t>
            </a:r>
            <a:r>
              <a:rPr lang="en-GB" sz="1200" dirty="0" err="1">
                <a:solidFill>
                  <a:schemeClr val="bg1"/>
                </a:solidFill>
              </a:rPr>
              <a:t>Hindalong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2000 Never Say Never Songs; New Spring; Meaux Mercy; Storm Boy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677633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water earth and sky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heavens are Your tabernacle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Glory to the Lord on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888232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575458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Early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celebrate the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 stumble in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call Your name by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246011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428251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(to the Lord of heaven and earth)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817583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CD4A37-6E8A-33B0-B492-F072D196E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God of wonders beyond our galaxy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universe declares Your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of heaven and earth</a:t>
            </a:r>
          </a:p>
        </p:txBody>
      </p:sp>
    </p:spTree>
    <p:extLst>
      <p:ext uri="{BB962C8B-B14F-4D97-AF65-F5344CB8AC3E}">
        <p14:creationId xmlns:p14="http://schemas.microsoft.com/office/powerpoint/2010/main" val="1925957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dirty="0">
                <a:solidFill>
                  <a:srgbClr val="00A3E0"/>
                </a:solidFill>
                <a:latin typeface="akagi_probook"/>
              </a:rPr>
              <a:t>I Could Sing Of Your Love Forever</a:t>
            </a:r>
            <a:endParaRPr lang="en-GB" sz="44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1043199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Martin Smith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1994 Curious? Music UK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174833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Over the mountains and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river runs with love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open up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let the Healer set me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1126473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EE07-FF5C-ABA4-4E25-E493DA1C9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030D1E-D91F-9A9A-384B-52927DE87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happy to be in the truth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daily lift my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I will always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when Your love came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11610-470F-4FAF-386F-6750378548F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2477913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947288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9B45-C09D-B638-E9DA-1752ED1D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A6DDB-C12F-A328-1A66-3B160499D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Over the mountains and the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river runs with love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open up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let the Healer set me free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171C3-5ED6-5A08-7F71-BD06DDD243A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554324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D650-6D02-4EA1-DBED-0CADAC2F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5C6ED8-240B-FC24-7DCD-C137D4F2D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I'm happy to be in the truth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daily lift my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I will always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when Your love came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BE243-659C-D498-3B21-77F831A512C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956085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836712"/>
            <a:ext cx="8856984" cy="5688632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Oh I feel like dancing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foolishness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when the world has seen the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 will dance with joy like we're dancing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184770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6CF1-2D90-BEAB-E913-D92E814B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C9F558-A883-F557-9A63-EEFC4B437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54006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could sing of Your love forever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B7413-A5F0-39EE-9D4E-2C396F20241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873969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A497-527F-58B5-F7D6-7640EE8C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90B3-2A8B-B96D-21A3-EF89AB2FC21F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BCCF55-083E-5D79-75DA-92B3FC963262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F9091-EB2D-FF22-0061-F15FFC39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63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5400" dirty="0">
                <a:solidFill>
                  <a:srgbClr val="00A3E0"/>
                </a:solidFill>
                <a:latin typeface="akagi_probook"/>
              </a:rPr>
              <a:t>Who Else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7223119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Abbie Gamboa | Josiah Funderburk | Zac Rowe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Gateway Music Global Publishing; Gamboa World, LLC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164743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am an instrument of exaltation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was born to lift Your name above all names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hear the melody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there's a song of praise that only I can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95211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511700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the infinite God of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Yet You chose to make my heart Your dwelling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healed my brokenness showed me Your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have songs of thanks not even angels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790068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0959-8BA8-CC43-70F2-0CE21876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BB7583-DD6F-F907-F2E9-CCBE9E34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04694-B085-E36B-0A45-6DA8D52D7EF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531847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Lamb of God anointed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was and is and is to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Seated on the throne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899306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8C9E-1E16-2D97-4B35-0BBC09BD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AD27E-7BAD-B761-C6A8-1B36421D6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Righteous One who shed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proved to us the Father's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be lifted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(Holy holy)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36764-58F0-83A5-A4C3-F61AC23C64B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005572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0D0-2CA6-8A39-5C22-0B86272A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D3404E-69E1-D8CA-6A02-E734C921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77A19-7960-2EA3-49E5-2F7EDDE14C0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31009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16FA-1FA1-CE87-1BF6-A49CC2FE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832738-27A6-8CF3-117C-3A1AD06F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8670A-E796-2573-5212-32D0A0004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4083369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5335-480E-0963-14B6-61BC7C3D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EEB7-507D-DEF1-8407-2F36ADB946B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A1BBC5-8814-BF8C-9D48-4079547A26BD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081DA-A487-E35F-C866-D466ECF4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45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5C8AB2-8713-FFB6-36F2-C8641299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Jonah And The Whale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238008</a:t>
            </a:r>
          </a:p>
          <a:p>
            <a:r>
              <a:rPr lang="en-GB" sz="1200" dirty="0">
                <a:solidFill>
                  <a:schemeClr val="bg1"/>
                </a:solidFill>
              </a:rPr>
              <a:t>Hugh Mitchell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1957 New Spring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2217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listen to my tale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Of Jonah and the whale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 ocean 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 err="1">
                <a:solidFill>
                  <a:schemeClr val="bg1"/>
                </a:solidFill>
              </a:rPr>
              <a:t>OCEAN</a:t>
            </a:r>
            <a:r>
              <a:rPr lang="en-GB" sz="3600" dirty="0">
                <a:solidFill>
                  <a:schemeClr val="bg1"/>
                </a:solidFill>
              </a:rPr>
              <a:t>!!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6154772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49BA-0145-389B-E808-018F3E05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FA6205-C20B-127D-7EE5-DF0102687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did he get there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ever did he wear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 ocean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OCEAN!!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51224-0D48-FEFF-1A99-AFD66507B61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1003546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1071-17D0-3AAF-1030-E758FD30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507F67-4071-3EBB-BBF9-32BFBE62E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 preaching he should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Ninevah, you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</a:t>
            </a:r>
            <a:r>
              <a:rPr lang="en-GB" sz="3600" dirty="0" err="1">
                <a:solidFill>
                  <a:schemeClr val="bg1"/>
                </a:solidFill>
              </a:rPr>
              <a:t>disobey's</a:t>
            </a:r>
            <a:r>
              <a:rPr lang="en-GB" sz="3600" dirty="0">
                <a:solidFill>
                  <a:schemeClr val="bg1"/>
                </a:solidFill>
              </a:rPr>
              <a:t>, a very foolish notion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NOTION!!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ECF3A-650E-0FB0-579A-B5C8D27F0B0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9885730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81FD-5BBC-1881-47FE-9CD11EA6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72EBB5-F091-3110-0CD7-F6C69702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But God forgave his sin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Salvation entered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Way down in the middle of the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OCEAN!!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6A5B5-CCE5-A643-50B9-61127EB84B7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8354717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7895</TotalTime>
  <Words>1807</Words>
  <Application>Microsoft Office PowerPoint</Application>
  <PresentationFormat>On-screen Show (4:3)</PresentationFormat>
  <Paragraphs>309</Paragraphs>
  <Slides>63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362</cp:revision>
  <dcterms:created xsi:type="dcterms:W3CDTF">2024-09-27T16:56:29Z</dcterms:created>
  <dcterms:modified xsi:type="dcterms:W3CDTF">2026-08-22T18:39:27Z</dcterms:modified>
</cp:coreProperties>
</file>