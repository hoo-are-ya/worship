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950" r:id="rId2"/>
    <p:sldId id="1526" r:id="rId3"/>
    <p:sldId id="518" r:id="rId4"/>
    <p:sldId id="522" r:id="rId5"/>
    <p:sldId id="520" r:id="rId6"/>
    <p:sldId id="1486" r:id="rId7"/>
    <p:sldId id="521" r:id="rId8"/>
    <p:sldId id="1487" r:id="rId9"/>
    <p:sldId id="670" r:id="rId10"/>
    <p:sldId id="671" r:id="rId11"/>
    <p:sldId id="672" r:id="rId12"/>
    <p:sldId id="673" r:id="rId13"/>
    <p:sldId id="674" r:id="rId14"/>
    <p:sldId id="512" r:id="rId15"/>
    <p:sldId id="1268" r:id="rId16"/>
    <p:sldId id="513" r:id="rId17"/>
    <p:sldId id="514" r:id="rId18"/>
    <p:sldId id="685" r:id="rId19"/>
    <p:sldId id="686" r:id="rId20"/>
    <p:sldId id="1269" r:id="rId21"/>
    <p:sldId id="1643" r:id="rId22"/>
    <p:sldId id="1644" r:id="rId23"/>
    <p:sldId id="1645" r:id="rId24"/>
    <p:sldId id="1646" r:id="rId25"/>
    <p:sldId id="1647" r:id="rId26"/>
    <p:sldId id="1648" r:id="rId27"/>
    <p:sldId id="332" r:id="rId28"/>
    <p:sldId id="454" r:id="rId29"/>
    <p:sldId id="455" r:id="rId30"/>
    <p:sldId id="457" r:id="rId31"/>
    <p:sldId id="456" r:id="rId32"/>
    <p:sldId id="463" r:id="rId33"/>
    <p:sldId id="458" r:id="rId34"/>
    <p:sldId id="459" r:id="rId35"/>
    <p:sldId id="460" r:id="rId36"/>
    <p:sldId id="461" r:id="rId37"/>
    <p:sldId id="462" r:id="rId38"/>
    <p:sldId id="464" r:id="rId39"/>
    <p:sldId id="1594" r:id="rId40"/>
    <p:sldId id="1085" r:id="rId41"/>
    <p:sldId id="1086" r:id="rId42"/>
    <p:sldId id="1087" r:id="rId43"/>
    <p:sldId id="1088" r:id="rId44"/>
    <p:sldId id="1091" r:id="rId45"/>
    <p:sldId id="1089" r:id="rId46"/>
    <p:sldId id="1090" r:id="rId47"/>
    <p:sldId id="1092" r:id="rId48"/>
    <p:sldId id="1093" r:id="rId49"/>
    <p:sldId id="1640" r:id="rId50"/>
    <p:sldId id="1641" r:id="rId51"/>
    <p:sldId id="1642" r:id="rId52"/>
    <p:sldId id="1635" r:id="rId53"/>
    <p:sldId id="954" r:id="rId54"/>
    <p:sldId id="1511" r:id="rId55"/>
    <p:sldId id="1411" r:id="rId56"/>
    <p:sldId id="1408" r:id="rId57"/>
    <p:sldId id="1632" r:id="rId58"/>
    <p:sldId id="1410" r:id="rId59"/>
    <p:sldId id="1281" r:id="rId60"/>
    <p:sldId id="1339" r:id="rId61"/>
    <p:sldId id="1636" r:id="rId62"/>
    <p:sldId id="519" r:id="rId63"/>
    <p:sldId id="1637" r:id="rId64"/>
    <p:sldId id="1638" r:id="rId65"/>
    <p:sldId id="946" r:id="rId66"/>
    <p:sldId id="1578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518"/>
            <p14:sldId id="522"/>
            <p14:sldId id="520"/>
            <p14:sldId id="1486"/>
            <p14:sldId id="521"/>
            <p14:sldId id="1487"/>
            <p14:sldId id="670"/>
            <p14:sldId id="671"/>
            <p14:sldId id="672"/>
            <p14:sldId id="673"/>
            <p14:sldId id="674"/>
            <p14:sldId id="512"/>
            <p14:sldId id="1268"/>
            <p14:sldId id="513"/>
            <p14:sldId id="514"/>
            <p14:sldId id="685"/>
            <p14:sldId id="686"/>
            <p14:sldId id="1269"/>
            <p14:sldId id="1643"/>
            <p14:sldId id="1644"/>
            <p14:sldId id="1645"/>
            <p14:sldId id="1646"/>
            <p14:sldId id="1647"/>
            <p14:sldId id="1648"/>
            <p14:sldId id="332"/>
            <p14:sldId id="454"/>
            <p14:sldId id="455"/>
            <p14:sldId id="457"/>
            <p14:sldId id="456"/>
            <p14:sldId id="463"/>
            <p14:sldId id="458"/>
            <p14:sldId id="459"/>
            <p14:sldId id="460"/>
            <p14:sldId id="461"/>
            <p14:sldId id="462"/>
            <p14:sldId id="464"/>
            <p14:sldId id="1594"/>
            <p14:sldId id="1085"/>
            <p14:sldId id="1086"/>
            <p14:sldId id="1087"/>
            <p14:sldId id="1088"/>
            <p14:sldId id="1091"/>
            <p14:sldId id="1089"/>
            <p14:sldId id="1090"/>
            <p14:sldId id="1092"/>
            <p14:sldId id="1093"/>
            <p14:sldId id="1640"/>
            <p14:sldId id="1641"/>
            <p14:sldId id="1642"/>
            <p14:sldId id="1635"/>
            <p14:sldId id="954"/>
            <p14:sldId id="1511"/>
            <p14:sldId id="1411"/>
            <p14:sldId id="1408"/>
            <p14:sldId id="1632"/>
            <p14:sldId id="1410"/>
            <p14:sldId id="1281"/>
            <p14:sldId id="1339"/>
            <p14:sldId id="1636"/>
            <p14:sldId id="519"/>
            <p14:sldId id="1637"/>
            <p14:sldId id="1638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2242" autoAdjust="0"/>
  </p:normalViewPr>
  <p:slideViewPr>
    <p:cSldViewPr>
      <p:cViewPr varScale="1">
        <p:scale>
          <a:sx n="73" d="100"/>
          <a:sy n="73" d="100"/>
        </p:scale>
        <p:origin x="1699" y="62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F0D9-A4CB-49D5-85A7-5D98D258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7DB45-56F3-C825-A12E-999DEA3EF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878AC-B62E-BCEE-3481-4B37CB363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FECA-8E1C-0028-5B82-4B41F4172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66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11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October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Come Now </a:t>
            </a:r>
            <a:r>
              <a:rPr lang="en-GB" sz="4400" dirty="0">
                <a:solidFill>
                  <a:srgbClr val="00A3E0"/>
                </a:solidFill>
                <a:latin typeface="akagi_probook"/>
              </a:rPr>
              <a:t>Is the Time To Worship</a:t>
            </a:r>
            <a:endParaRPr lang="en-GB" sz="44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2430948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Brian Doerksen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1998 Vineyard Songs (UK/Eire)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now is the time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now is the time to give your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before your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634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One day every tongue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confess You are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One day every knee will bow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Still the greatest treasure remains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those who gladly choose You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B62E-638E-0A8E-CF84-6A4E340F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8D4C70-3F06-57AE-5928-B8AA05581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now is the time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now is the time to give your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before your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BBA12-34C9-4A01-B259-16F294C6FA4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889117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Willingly we choose to surrender our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Willingly our knees will bow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all our heart soul mind and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gladly choose You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318984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F897-774B-2898-3BEE-585494DC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310524-4543-7DBF-EC12-8B1CF605E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now is the time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now is the time to give your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before your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7FE93-DA42-4EF2-9269-B61918B09E4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319157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King of Kings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7127647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Brooke </a:t>
            </a:r>
            <a:r>
              <a:rPr lang="en-GB" sz="1200" dirty="0" err="1">
                <a:solidFill>
                  <a:schemeClr val="bg1"/>
                </a:solidFill>
              </a:rPr>
              <a:t>Ligertwood</a:t>
            </a:r>
            <a:r>
              <a:rPr lang="en-GB" sz="1200" dirty="0">
                <a:solidFill>
                  <a:schemeClr val="bg1"/>
                </a:solidFill>
              </a:rPr>
              <a:t> | Jason Ingram | Scott </a:t>
            </a:r>
            <a:r>
              <a:rPr lang="en-GB" sz="1200" dirty="0" err="1">
                <a:solidFill>
                  <a:schemeClr val="bg1"/>
                </a:solidFill>
              </a:rPr>
              <a:t>Ligertwood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2019 Fellow Ships Music (Admin. by Essential Music Publishing LLC)</a:t>
            </a:r>
          </a:p>
          <a:p>
            <a:r>
              <a:rPr lang="en-GB" sz="1200" dirty="0">
                <a:solidFill>
                  <a:schemeClr val="bg1"/>
                </a:solidFill>
              </a:rPr>
              <a:t>So Essential Tunes (Admin. by Essential Music Publishing LLC)</a:t>
            </a:r>
          </a:p>
          <a:p>
            <a:r>
              <a:rPr lang="en-GB" sz="1200" dirty="0">
                <a:solidFill>
                  <a:schemeClr val="bg1"/>
                </a:solidFill>
              </a:rPr>
              <a:t>Hillsong Music Publishing Australia (Admin. by Hillsong Music Publishing UK)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478394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darkness we were waiting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Without hope without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from Heaven You came running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was mercy in Your eyes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58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2702671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To fulfil the law and prophets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a virgin came the Word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a throne of endless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a cradle in the dirt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2075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2362888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Father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Spirit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of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forever to the King of 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92117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117235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To reveal the kingdom coming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reconcile the lost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redeem the whole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did not despise the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981371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For even in Your suffering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saw to the other 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Knowing this was our salvation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for our sake You died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580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390635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BDCB-9419-C9DD-BFB4-D7FEE1B6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0CB17B-9192-536A-3434-AFDF0802F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Father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Spirit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of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forever to the King of kings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27401-E9CB-7DC8-F7E5-91B5E3C069DD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955223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morning that You rose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heaven held its breath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that stone was moved for good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Lamb had conquered death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2704135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dead rose from their tombs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angels stood in awe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souls of all who'd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the Father are restored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2084" y="-1488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2112520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Church of Christ was born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the Spirit lit the flame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this Gospel truth of old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Shall not kneel shall not faint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0432" y="-742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363277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By His blood and in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His freedom I am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love of Jesus Christ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has resurrected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5611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725366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749C-B8AF-A5E1-3AF3-472E8D6B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9C4603-558D-CD72-3C2E-1957D73EC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Father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Spirit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of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forever to the King of kings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D45AB-5390-39A1-1578-0FDC36D69C6E}"/>
              </a:ext>
            </a:extLst>
          </p:cNvPr>
          <p:cNvSpPr txBox="1"/>
          <p:nvPr/>
        </p:nvSpPr>
        <p:spPr>
          <a:xfrm>
            <a:off x="8225036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353561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A291-E3D9-14FF-19F5-B56D4A13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EE07A0-F147-10C4-A145-74A84712B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in the sanctuary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fields of plenty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darkest valley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AD017-AB9F-521C-5BCE-9AE480E7C84E}"/>
              </a:ext>
            </a:extLst>
          </p:cNvPr>
          <p:cNvSpPr txBox="1"/>
          <p:nvPr/>
        </p:nvSpPr>
        <p:spPr>
          <a:xfrm>
            <a:off x="8388424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3620415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CABA-257B-7E44-C9B3-F43A3B06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FE1DDE-EF7C-DE70-3D40-356968A0F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my hands are empty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with a praise that costs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nobody’s watching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D46FB-9EA1-5B8C-954D-973151EE1704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1927280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8D21-7690-5B62-835E-BD5AAFEB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737390-455D-B5B4-315F-062CFF0FB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the weapon’s forming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the walls are falling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</a:t>
            </a:r>
            <a:r>
              <a:rPr lang="en-GB" sz="3600" dirty="0" err="1">
                <a:solidFill>
                  <a:schemeClr val="bg1"/>
                </a:solidFill>
              </a:rPr>
              <a:t>‘cause</a:t>
            </a:r>
            <a:r>
              <a:rPr lang="en-GB" sz="3600" dirty="0">
                <a:solidFill>
                  <a:schemeClr val="bg1"/>
                </a:solidFill>
              </a:rPr>
              <a:t> He goes before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666CB-8416-2731-21A2-8011F3EFE78A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1809786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22190-21FC-2C1C-850A-FDDE20E0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A15CA6-2403-AC58-1590-9841EB7FD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for He holds the </a:t>
            </a:r>
            <a:r>
              <a:rPr lang="en-GB" sz="3600" dirty="0" err="1">
                <a:solidFill>
                  <a:schemeClr val="bg1"/>
                </a:solidFill>
              </a:rPr>
              <a:t>vict’ry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13E67-A0CC-C21F-3A94-9A18F1CF7450}"/>
              </a:ext>
            </a:extLst>
          </p:cNvPr>
          <p:cNvSpPr txBox="1"/>
          <p:nvPr/>
        </p:nvSpPr>
        <p:spPr>
          <a:xfrm>
            <a:off x="8194495" y="0"/>
            <a:ext cx="91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2613062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F3E7-5B85-7322-AB71-FF4F3A36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6B353C-445D-5481-1050-E86FC6F17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F6EFD-91B2-D299-C81B-CD94234BD1F1}"/>
              </a:ext>
            </a:extLst>
          </p:cNvPr>
          <p:cNvSpPr txBox="1"/>
          <p:nvPr/>
        </p:nvSpPr>
        <p:spPr>
          <a:xfrm>
            <a:off x="8316416" y="-1481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416751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A3EE-5998-1384-3E1B-90B4DDAA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778417-259D-5219-6A85-90C239E9B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15A82-67AB-42AA-2736-776985F3C0E7}"/>
              </a:ext>
            </a:extLst>
          </p:cNvPr>
          <p:cNvSpPr txBox="1"/>
          <p:nvPr/>
        </p:nvSpPr>
        <p:spPr>
          <a:xfrm>
            <a:off x="8172400" y="19472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271941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Bless God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7206380</a:t>
            </a:r>
          </a:p>
          <a:p>
            <a:r>
              <a:rPr lang="en-GB" sz="1200" dirty="0">
                <a:solidFill>
                  <a:schemeClr val="bg1"/>
                </a:solidFill>
              </a:rPr>
              <a:t>Brandon Lake | Brooke Ligertwood | Cody Carnes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Brandon Lake Music; Brooke Ligertwood Designee; Capitol CMG Paragon; Writer's Roof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</p:txBody>
      </p:sp>
    </p:spTree>
    <p:extLst>
      <p:ext uri="{BB962C8B-B14F-4D97-AF65-F5344CB8AC3E}">
        <p14:creationId xmlns:p14="http://schemas.microsoft.com/office/powerpoint/2010/main" val="4017207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are those who run to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place their hope and confidence in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won’t forsake them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are those who seek His face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bend their knee and fix their gaze on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 won’t be shaken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6323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4124841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8838-C0FA-C339-E16F-5A439F07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D7BE0D-C14E-5761-2D6B-4757AD653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770E6-11E5-F766-740C-162EB63DC923}"/>
              </a:ext>
            </a:extLst>
          </p:cNvPr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1255360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91D09-9D12-9403-DF28-2FE616D1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4DE41F-6BDC-916A-4205-946750AC8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are those who walk with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Whose hearts are set on pilgrimage with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They’ll see His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are those who die to 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Whose joy it is to give it all for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for Him only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Jesus all for Your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32DDC-277B-2BB1-0C21-7244B3A977BF}"/>
              </a:ext>
            </a:extLst>
          </p:cNvPr>
          <p:cNvSpPr txBox="1"/>
          <p:nvPr/>
        </p:nvSpPr>
        <p:spPr>
          <a:xfrm>
            <a:off x="823589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3520918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2C2C-E618-61BF-ECFE-D59B2753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E489CD-C977-1727-092F-F14A4A904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4607E-DCA5-A65C-5199-EDDE102ACFCC}"/>
              </a:ext>
            </a:extLst>
          </p:cNvPr>
          <p:cNvSpPr txBox="1"/>
          <p:nvPr/>
        </p:nvSpPr>
        <p:spPr>
          <a:xfrm>
            <a:off x="8388424" y="2404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624644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5DE3-B274-AD1D-AE88-87F4B67A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D3780D-19B1-910F-F5F8-88D5FE262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3C34B-3718-CFCC-62E1-1B6B320144BA}"/>
              </a:ext>
            </a:extLst>
          </p:cNvPr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3726048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E5BD-2125-1602-8408-6B7C49A7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3E246-0DAD-2C25-CFA4-502E18F8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in the sanctuary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fields of plenty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darkest valley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47DD-4F98-9272-756F-80E83EFECD35}"/>
              </a:ext>
            </a:extLst>
          </p:cNvPr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3363416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C65F-6319-1DB6-E282-44C4E8ED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96B40A-4576-5E12-B95E-67B87AD66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my hands are empty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with a praise that costs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nobody’s watching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13681-1347-A03E-CCDC-4AD17D4D0939}"/>
              </a:ext>
            </a:extLst>
          </p:cNvPr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3823710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18D-98C9-AEDA-F90F-C4266ADC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E24CE-6ADE-B2DE-EAAD-DCD1859E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the weapon’s forming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the walls are falling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</a:t>
            </a:r>
            <a:r>
              <a:rPr lang="en-GB" sz="3600" dirty="0" err="1">
                <a:solidFill>
                  <a:schemeClr val="bg1"/>
                </a:solidFill>
              </a:rPr>
              <a:t>‘cause</a:t>
            </a:r>
            <a:r>
              <a:rPr lang="en-GB" sz="3600" dirty="0">
                <a:solidFill>
                  <a:schemeClr val="bg1"/>
                </a:solidFill>
              </a:rPr>
              <a:t> He goes before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1BAD-6226-C339-2A9E-473F9BE02B66}"/>
              </a:ext>
            </a:extLst>
          </p:cNvPr>
          <p:cNvSpPr txBox="1"/>
          <p:nvPr/>
        </p:nvSpPr>
        <p:spPr>
          <a:xfrm>
            <a:off x="8388424" y="-3388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3399664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869D-6CAD-9EF3-01FD-12974F76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54CEE4-344C-B59C-C736-F69525F02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for He holds the </a:t>
            </a:r>
            <a:r>
              <a:rPr lang="en-GB" sz="3600" dirty="0" err="1">
                <a:solidFill>
                  <a:schemeClr val="bg1"/>
                </a:solidFill>
              </a:rPr>
              <a:t>vict’ry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F334A-8846-181A-4AE4-F9CC335A2A80}"/>
              </a:ext>
            </a:extLst>
          </p:cNvPr>
          <p:cNvSpPr txBox="1"/>
          <p:nvPr/>
        </p:nvSpPr>
        <p:spPr>
          <a:xfrm>
            <a:off x="8194495" y="0"/>
            <a:ext cx="91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2376334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50AD-7CEE-59A1-0EB0-8DE0AD51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F509A7-119E-C55B-8F57-AB7A39A2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2C56-5CB3-0CDD-257D-EE027C825571}"/>
              </a:ext>
            </a:extLst>
          </p:cNvPr>
          <p:cNvSpPr txBox="1"/>
          <p:nvPr/>
        </p:nvSpPr>
        <p:spPr>
          <a:xfrm>
            <a:off x="8316416" y="-14818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800231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C53B-89CB-7F86-910D-C415B921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72D447-60A1-09D4-6F36-219D95EA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D5EB7-C08C-4F9A-5954-6BC8445A9047}"/>
              </a:ext>
            </a:extLst>
          </p:cNvPr>
          <p:cNvSpPr txBox="1"/>
          <p:nvPr/>
        </p:nvSpPr>
        <p:spPr>
          <a:xfrm>
            <a:off x="8172400" y="19472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649127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5400" dirty="0">
                <a:solidFill>
                  <a:srgbClr val="00A3E0"/>
                </a:solidFill>
                <a:latin typeface="akagi_probook"/>
              </a:rPr>
              <a:t>Who Else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7223119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Abbie Gamboa | Josiah Funderburk | Zac Rowe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Gateway Music Global Publishing; Gamboa World, LLC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1647439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am an instrument of exaltation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was born to lift Your name above all names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hear the melody of all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there's a song of praise that only I can bring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295211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511700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the infinite God of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Yet You chose to make my heart Your dwelling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healed my brokenness showed me Your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 have songs of thanks not even angels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27900688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0959-8BA8-CC43-70F2-0CE21876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BB7583-DD6F-F907-F2E9-CCBE9E348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04694-B085-E36B-0A45-6DA8D52D7EF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531847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Lamb of God anointed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was and is and is to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Seated on the throne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899306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8C9E-1E16-2D97-4B35-0BBC09BD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BAD27E-7BAD-B761-C6A8-1B36421D6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Righteous One who shed His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proved to us the Father's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be lifted up</a:t>
            </a:r>
          </a:p>
          <a:p>
            <a:r>
              <a:rPr lang="en-GB" sz="3600" dirty="0">
                <a:solidFill>
                  <a:schemeClr val="bg1"/>
                </a:solidFill>
              </a:rPr>
              <a:t>(Holy holy)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36764-58F0-83A5-A4C3-F61AC23C64B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005572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10D0-2CA6-8A39-5C22-0B86272A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D3404E-69E1-D8CA-6A02-E734C921A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77A19-7960-2EA3-49E5-2F7EDDE14C0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1310093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16FA-1FA1-CE87-1BF6-A49CC2FE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832738-27A6-8CF3-117C-3A1AD06F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8670A-E796-2573-5212-32D0A00044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4083369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7CBF2-1AD0-3625-A724-4E6CEFA5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915C89-A7D9-3FD7-362E-A366D7643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silence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F814B-7FEB-20B4-3C81-5F115898628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519456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7752-18B0-A61A-FF08-AE590171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742465-2446-87ED-0692-ABF1905B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name is a light that the shadows can't deny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cannot be overcome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alive forever lifted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cannot be overcome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A322E-DBFC-8D4F-FC93-7EF0D0F53EA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6225335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3088-4AF9-60A1-DB46-C764C399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44D6D8-0A73-09B9-8E23-98A245228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silence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F7185-4A5D-70BC-9BB2-17245519CC6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31777494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059E-4EAF-16F2-E312-1705531A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5A27-753C-1BDB-C146-A996ED262D37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128B4E-BD4F-16F2-FF41-16602AB5E45E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26992-6175-C351-C3AD-581416FF5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642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36747-D090-4803-C7DC-22BAB5B2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373716-C0B6-F5F5-1A93-D08AAFF0F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3265"/>
            <a:ext cx="9144000" cy="511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What A Friend We Have In Jesus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7206913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Charles Crozat Converse | Joseph Medlicott Scriven | Paul Baloche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Words: Public Domain; Music: Integrity Worship Music; </a:t>
            </a:r>
            <a:r>
              <a:rPr lang="en-GB" sz="1200" dirty="0" err="1">
                <a:solidFill>
                  <a:schemeClr val="bg1"/>
                </a:solidFill>
              </a:rPr>
              <a:t>Leadworship</a:t>
            </a:r>
            <a:r>
              <a:rPr lang="en-GB" sz="1200" dirty="0">
                <a:solidFill>
                  <a:schemeClr val="bg1"/>
                </a:solidFill>
              </a:rPr>
              <a:t>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966420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a friend we have in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our sins and griefs to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a privilege to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peace we often forfeit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needless pain we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because we do not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4867475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Have we trials and temptations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there trouble anywhere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should never be discouraged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we find a friend so faithful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all our sorrows share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knows our every weakness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Are we weak and heavy laden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Cumbered with a load of care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Precious Savior still our refuge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 thy friends despise forsake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His arms He'll take and shield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Thou wilt find a solace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8623</TotalTime>
  <Words>1813</Words>
  <Application>Microsoft Office PowerPoint</Application>
  <PresentationFormat>On-screen Show (4:3)</PresentationFormat>
  <Paragraphs>317</Paragraphs>
  <Slides>66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392</cp:revision>
  <dcterms:created xsi:type="dcterms:W3CDTF">2024-09-27T16:56:29Z</dcterms:created>
  <dcterms:modified xsi:type="dcterms:W3CDTF">2026-10-10T15:51:52Z</dcterms:modified>
</cp:coreProperties>
</file>