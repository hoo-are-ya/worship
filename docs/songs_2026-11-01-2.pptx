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950" r:id="rId2"/>
    <p:sldId id="1526" r:id="rId3"/>
    <p:sldId id="423" r:id="rId4"/>
    <p:sldId id="424" r:id="rId5"/>
    <p:sldId id="427" r:id="rId6"/>
    <p:sldId id="425" r:id="rId7"/>
    <p:sldId id="426" r:id="rId8"/>
    <p:sldId id="428" r:id="rId9"/>
    <p:sldId id="332" r:id="rId10"/>
    <p:sldId id="454" r:id="rId11"/>
    <p:sldId id="455" r:id="rId12"/>
    <p:sldId id="456" r:id="rId13"/>
    <p:sldId id="457" r:id="rId14"/>
    <p:sldId id="458" r:id="rId15"/>
    <p:sldId id="1226" r:id="rId16"/>
    <p:sldId id="1666" r:id="rId17"/>
    <p:sldId id="1594" r:id="rId18"/>
    <p:sldId id="994" r:id="rId19"/>
    <p:sldId id="995" r:id="rId20"/>
    <p:sldId id="996" r:id="rId21"/>
    <p:sldId id="997" r:id="rId22"/>
    <p:sldId id="998" r:id="rId23"/>
    <p:sldId id="999" r:id="rId24"/>
    <p:sldId id="1000" r:id="rId25"/>
    <p:sldId id="1001" r:id="rId26"/>
    <p:sldId id="1002" r:id="rId27"/>
    <p:sldId id="1664" r:id="rId28"/>
    <p:sldId id="1665" r:id="rId29"/>
    <p:sldId id="1003" r:id="rId30"/>
    <p:sldId id="1004" r:id="rId31"/>
    <p:sldId id="1639" r:id="rId32"/>
    <p:sldId id="481" r:id="rId33"/>
    <p:sldId id="1661" r:id="rId34"/>
    <p:sldId id="1318" r:id="rId35"/>
    <p:sldId id="483" r:id="rId36"/>
    <p:sldId id="484" r:id="rId37"/>
    <p:sldId id="1328" r:id="rId38"/>
    <p:sldId id="486" r:id="rId39"/>
    <p:sldId id="1329" r:id="rId40"/>
    <p:sldId id="1026" r:id="rId41"/>
    <p:sldId id="1662" r:id="rId42"/>
    <p:sldId id="1027" r:id="rId43"/>
    <p:sldId id="1028" r:id="rId44"/>
    <p:sldId id="1029" r:id="rId45"/>
    <p:sldId id="1030" r:id="rId46"/>
    <p:sldId id="1663" r:id="rId47"/>
    <p:sldId id="954" r:id="rId48"/>
    <p:sldId id="1511" r:id="rId49"/>
    <p:sldId id="1660" r:id="rId50"/>
    <p:sldId id="1411" r:id="rId51"/>
    <p:sldId id="1408" r:id="rId52"/>
    <p:sldId id="1667" r:id="rId53"/>
    <p:sldId id="1640" r:id="rId54"/>
    <p:sldId id="1632" r:id="rId55"/>
    <p:sldId id="1668" r:id="rId56"/>
    <p:sldId id="1669" r:id="rId57"/>
    <p:sldId id="1410" r:id="rId58"/>
    <p:sldId id="1281" r:id="rId59"/>
    <p:sldId id="1339" r:id="rId60"/>
    <p:sldId id="946" r:id="rId61"/>
    <p:sldId id="1578" r:id="rId6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 Service" id="{1F80873B-EF87-4756-A9D6-A147B579BB11}">
          <p14:sldIdLst>
            <p14:sldId id="950"/>
            <p14:sldId id="1526"/>
            <p14:sldId id="423"/>
            <p14:sldId id="424"/>
            <p14:sldId id="427"/>
            <p14:sldId id="425"/>
            <p14:sldId id="426"/>
            <p14:sldId id="428"/>
            <p14:sldId id="332"/>
            <p14:sldId id="454"/>
            <p14:sldId id="455"/>
            <p14:sldId id="456"/>
            <p14:sldId id="457"/>
            <p14:sldId id="458"/>
            <p14:sldId id="1226"/>
            <p14:sldId id="1666"/>
            <p14:sldId id="1594"/>
            <p14:sldId id="994"/>
            <p14:sldId id="995"/>
            <p14:sldId id="996"/>
            <p14:sldId id="997"/>
            <p14:sldId id="998"/>
            <p14:sldId id="999"/>
            <p14:sldId id="1000"/>
            <p14:sldId id="1001"/>
            <p14:sldId id="1002"/>
            <p14:sldId id="1664"/>
            <p14:sldId id="1665"/>
            <p14:sldId id="1003"/>
            <p14:sldId id="1004"/>
            <p14:sldId id="1639"/>
            <p14:sldId id="481"/>
            <p14:sldId id="1661"/>
            <p14:sldId id="1318"/>
            <p14:sldId id="483"/>
            <p14:sldId id="484"/>
            <p14:sldId id="1328"/>
            <p14:sldId id="486"/>
            <p14:sldId id="1329"/>
            <p14:sldId id="1026"/>
            <p14:sldId id="1662"/>
            <p14:sldId id="1027"/>
            <p14:sldId id="1028"/>
            <p14:sldId id="1029"/>
            <p14:sldId id="1030"/>
            <p14:sldId id="1663"/>
            <p14:sldId id="954"/>
            <p14:sldId id="1511"/>
            <p14:sldId id="1660"/>
            <p14:sldId id="1411"/>
            <p14:sldId id="1408"/>
            <p14:sldId id="1667"/>
            <p14:sldId id="1640"/>
            <p14:sldId id="1632"/>
            <p14:sldId id="1668"/>
            <p14:sldId id="1669"/>
            <p14:sldId id="1410"/>
            <p14:sldId id="1281"/>
            <p14:sldId id="1339"/>
          </p14:sldIdLst>
        </p14:section>
        <p14:section name="Main Service" id="{4FE2647C-705B-495A-AADF-8CE4EFF28E49}">
          <p14:sldIdLst>
            <p14:sldId id="946"/>
            <p14:sldId id="15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6A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10" autoAdjust="0"/>
    <p:restoredTop sz="82242" autoAdjust="0"/>
  </p:normalViewPr>
  <p:slideViewPr>
    <p:cSldViewPr>
      <p:cViewPr varScale="1">
        <p:scale>
          <a:sx n="73" d="100"/>
          <a:sy n="73" d="100"/>
        </p:scale>
        <p:origin x="1699" y="62"/>
      </p:cViewPr>
      <p:guideLst>
        <p:guide orient="horz" pos="2160"/>
        <p:guide pos="2880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7EAEFC-A9C7-464E-BE3F-33D4DD72E122}" type="datetimeFigureOut">
              <a:rPr lang="en-GB" smtClean="0"/>
              <a:t>31/10/2026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9B61DE-1D46-4752-AF65-FA2C4EB0D1D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7148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79B61DE-1D46-4752-AF65-FA2C4EB0D1D0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69148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967DBD-057D-01FF-A64B-035F23BED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16334A-DB13-39E3-4BDB-7C2A24C01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6383A3-6764-2C1B-F831-AB9D96EF5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8CEFB-600E-4948-2677-1853EC632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054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FB2E1-B37D-FB49-A65A-671ADE3D5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D6BD6C-5D27-5528-5477-794671471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902F94-0732-2AD1-B39C-996F03FE5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8BBE2-4115-F920-0A28-2321EC352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3175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AB1A5-FB6D-3C6A-8F5B-90B3F90BA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D32E20-62CF-E243-B9B8-60F7BDEC4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C7FAB8-9B34-A165-1DC3-90D39E3A9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338493-D8AE-9AE8-319B-00083DF335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2726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89632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46586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9203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9B61DE-1D46-4752-AF65-FA2C4EB0D1D0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2174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31/10/2026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body" idx="1"/>
          </p:nvPr>
        </p:nvSpPr>
        <p:spPr>
          <a:xfrm>
            <a:off x="319500" y="5640767"/>
            <a:ext cx="59988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sz="2400" b="1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>
            <a:endParaRPr/>
          </a:p>
        </p:txBody>
      </p:sp>
      <p:sp>
        <p:nvSpPr>
          <p:cNvPr id="45" name="Google Shape;45;p10"/>
          <p:cNvSpPr txBox="1">
            <a:spLocks noGrp="1"/>
          </p:cNvSpPr>
          <p:nvPr>
            <p:ph type="sldNum" idx="12"/>
          </p:nvPr>
        </p:nvSpPr>
        <p:spPr>
          <a:xfrm>
            <a:off x="8472458" y="6217623"/>
            <a:ext cx="5487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20277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836712"/>
            <a:ext cx="8229600" cy="436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31/10/2026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1FA438-06AA-FBAF-6598-C474F739A20A}"/>
              </a:ext>
            </a:extLst>
          </p:cNvPr>
          <p:cNvSpPr/>
          <p:nvPr userDrawn="1"/>
        </p:nvSpPr>
        <p:spPr>
          <a:xfrm>
            <a:off x="72008" y="5949280"/>
            <a:ext cx="899592" cy="773808"/>
          </a:xfrm>
          <a:prstGeom prst="rect">
            <a:avLst/>
          </a:prstGeom>
          <a:blipFill>
            <a:blip r:embed="rId1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A119C8-FA69-A36C-A18F-B470565B9C0C}"/>
              </a:ext>
            </a:extLst>
          </p:cNvPr>
          <p:cNvCxnSpPr>
            <a:cxnSpLocks/>
          </p:cNvCxnSpPr>
          <p:nvPr userDrawn="1"/>
        </p:nvCxnSpPr>
        <p:spPr>
          <a:xfrm>
            <a:off x="971600" y="6237312"/>
            <a:ext cx="77152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AFB4C0C-9840-84EC-CAB9-6BA55788BC6D}"/>
              </a:ext>
            </a:extLst>
          </p:cNvPr>
          <p:cNvCxnSpPr>
            <a:cxnSpLocks/>
          </p:cNvCxnSpPr>
          <p:nvPr userDrawn="1"/>
        </p:nvCxnSpPr>
        <p:spPr>
          <a:xfrm>
            <a:off x="457200" y="764704"/>
            <a:ext cx="8229600" cy="0"/>
          </a:xfrm>
          <a:prstGeom prst="line">
            <a:avLst/>
          </a:prstGeom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ccli.com/" TargetMode="External"/><Relationship Id="rId2" Type="http://schemas.openxmlformats.org/officeDocument/2006/relationships/hyperlink" Target="https://songselect.ccli.com/about/termsofuse" TargetMode="Externa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Cornerstone City Church</a:t>
            </a:r>
            <a:b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Peninsula Plus Community</a:t>
            </a: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b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  <a:t>Hoo Are Ya</a:t>
            </a:r>
            <a:b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ockwell"/>
                <a:ea typeface="+mj-ea"/>
                <a:cs typeface="+mj-cs"/>
              </a:rPr>
            </a:b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solidFill>
                  <a:schemeClr val="bg1"/>
                </a:solidFill>
              </a:rPr>
              <a:t>  1st November 2026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9025295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E5352-9A8B-9D8C-A0B7-67A2B262E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1B248-B4EE-1D0D-D485-E66A9A0CC880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00EDFEF-D004-BA25-5891-3BCB2A09D886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39A73C-3530-0721-C3BF-72AF88479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586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9600" dirty="0"/>
          </a:p>
          <a:p>
            <a:r>
              <a:rPr lang="en-GB" sz="9600" dirty="0">
                <a:solidFill>
                  <a:schemeClr val="bg1"/>
                </a:solidFill>
              </a:rPr>
              <a:t>Our God</a:t>
            </a:r>
          </a:p>
          <a:p>
            <a:r>
              <a:rPr lang="en-GB" sz="1200" dirty="0"/>
              <a:t> CCLI Song # 5677416</a:t>
            </a:r>
          </a:p>
          <a:p>
            <a:r>
              <a:rPr lang="en-GB" sz="1200" dirty="0"/>
              <a:t>Chris Tomlin | Jesse Reeves | Jonas </a:t>
            </a:r>
            <a:r>
              <a:rPr lang="en-GB" sz="1200" dirty="0" err="1"/>
              <a:t>Myrin</a:t>
            </a:r>
            <a:r>
              <a:rPr lang="en-GB" sz="1200" dirty="0"/>
              <a:t> | Matt Redman</a:t>
            </a:r>
          </a:p>
          <a:p>
            <a:r>
              <a:rPr lang="en-GB" sz="1200" dirty="0"/>
              <a:t>© 2010 </a:t>
            </a:r>
            <a:r>
              <a:rPr lang="en-GB" sz="1200" dirty="0" err="1"/>
              <a:t>sixsteps</a:t>
            </a:r>
            <a:r>
              <a:rPr lang="en-GB" sz="1200" dirty="0"/>
              <a:t> Music (Admin. by Integrity Music)</a:t>
            </a:r>
          </a:p>
          <a:p>
            <a:r>
              <a:rPr lang="en-GB" sz="1200" dirty="0" err="1"/>
              <a:t>Thankyou</a:t>
            </a:r>
            <a:r>
              <a:rPr lang="en-GB" sz="1200" dirty="0"/>
              <a:t> Music (Admin. by Integrity Music)</a:t>
            </a:r>
          </a:p>
          <a:p>
            <a:r>
              <a:rPr lang="en-GB" sz="1200" dirty="0" err="1"/>
              <a:t>Vamos</a:t>
            </a:r>
            <a:r>
              <a:rPr lang="en-GB" sz="1200" dirty="0"/>
              <a:t> Publishing (Admin. by Integrity Music)</a:t>
            </a:r>
          </a:p>
          <a:p>
            <a:r>
              <a:rPr lang="en-GB" sz="1200" dirty="0"/>
              <a:t>worshiptogether.com songs (Admin. by Integrity Music)</a:t>
            </a:r>
          </a:p>
          <a:p>
            <a:r>
              <a:rPr lang="en-GB" sz="1200" dirty="0"/>
              <a:t>Atlas Mountain Songs (Admin. by SHOUT! Music Publishing UK)</a:t>
            </a:r>
          </a:p>
          <a:p>
            <a:r>
              <a:rPr lang="en-GB" sz="1200" i="1" dirty="0"/>
              <a:t>For use solely with the </a:t>
            </a:r>
            <a:r>
              <a:rPr lang="en-GB" sz="1200" i="1" dirty="0" err="1"/>
              <a:t>SongSelect</a:t>
            </a:r>
            <a:r>
              <a:rPr lang="en-GB" sz="1200" i="1" dirty="0"/>
              <a:t>® </a:t>
            </a:r>
            <a:r>
              <a:rPr lang="en-GB" sz="1200" i="1" dirty="0">
                <a:hlinkClick r:id="rId2"/>
              </a:rPr>
              <a:t>Terms of Use</a:t>
            </a:r>
            <a:r>
              <a:rPr lang="en-GB" sz="1200" i="1" dirty="0"/>
              <a:t>. All rights reserved. </a:t>
            </a:r>
            <a:r>
              <a:rPr lang="en-GB" sz="1200" i="1" dirty="0">
                <a:hlinkClick r:id="rId3"/>
              </a:rPr>
              <a:t>www.ccli.com</a:t>
            </a:r>
            <a:endParaRPr lang="en-GB" sz="1200" i="1" dirty="0"/>
          </a:p>
          <a:p>
            <a:r>
              <a:rPr lang="en-GB" sz="1200" dirty="0"/>
              <a:t>CCLI Licence No. 33265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Water You turned into wine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Opened the eyes of the blind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There's no one like you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None like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ECEB7-3FA4-BAEA-E206-6BE845994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0062E43-AE69-5729-038E-98396B1FB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Into the darkness You shine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Out of the ashes we rise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There's No one like you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None like you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61D11-DF93-2D0F-4EC2-AD869D2BF014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2/5</a:t>
            </a:r>
          </a:p>
        </p:txBody>
      </p:sp>
    </p:spTree>
    <p:extLst>
      <p:ext uri="{BB962C8B-B14F-4D97-AF65-F5344CB8AC3E}">
        <p14:creationId xmlns:p14="http://schemas.microsoft.com/office/powerpoint/2010/main" val="3174689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Our God is greater, 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stronger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God You are higher than any other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Our God is Healer, </a:t>
            </a:r>
          </a:p>
          <a:p>
            <a:r>
              <a:rPr lang="en-GB" sz="3600" dirty="0">
                <a:solidFill>
                  <a:schemeClr val="bg1"/>
                </a:solidFill>
              </a:rPr>
              <a:t>Awesome in power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Our God, Our God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750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if Our God is for us, 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Then who could ever stop us?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And if our God is with us, 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Then what can stand against?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67701-FC53-A8E5-4C67-5CA7C0859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13B9B97-5D10-3C5D-290B-3330B79976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Our God is greater, </a:t>
            </a:r>
          </a:p>
          <a:p>
            <a:r>
              <a:rPr lang="en-GB" sz="3600" dirty="0">
                <a:solidFill>
                  <a:schemeClr val="bg1"/>
                </a:solidFill>
              </a:rPr>
              <a:t>Our God is stronger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God You are higher than any other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Our God is Healer, </a:t>
            </a:r>
          </a:p>
          <a:p>
            <a:r>
              <a:rPr lang="en-GB" sz="3600" dirty="0">
                <a:solidFill>
                  <a:schemeClr val="bg1"/>
                </a:solidFill>
              </a:rPr>
              <a:t>Awesome in power</a:t>
            </a: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Our God, Our God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322400-8496-2FE0-7C90-28219B532705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5/5</a:t>
            </a:r>
          </a:p>
        </p:txBody>
      </p:sp>
    </p:spTree>
    <p:extLst>
      <p:ext uri="{BB962C8B-B14F-4D97-AF65-F5344CB8AC3E}">
        <p14:creationId xmlns:p14="http://schemas.microsoft.com/office/powerpoint/2010/main" val="22560558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6600" b="0" i="0" dirty="0">
                <a:solidFill>
                  <a:srgbClr val="00A3E0"/>
                </a:solidFill>
                <a:effectLst/>
                <a:latin typeface="akagi_probook"/>
              </a:rPr>
              <a:t>How Great Is Our God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Song # 4348399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Chris Tomlin | Ed Cash | Jesse Reeves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2004 </a:t>
            </a:r>
            <a:r>
              <a:rPr lang="en-GB" sz="1200" dirty="0" err="1">
                <a:solidFill>
                  <a:schemeClr val="bg1"/>
                </a:solidFill>
              </a:rPr>
              <a:t>sixsteps</a:t>
            </a:r>
            <a:r>
              <a:rPr lang="en-GB" sz="1200" dirty="0">
                <a:solidFill>
                  <a:schemeClr val="bg1"/>
                </a:solidFill>
              </a:rPr>
              <a:t> Music (Admin. by Integrity Music Ltd)</a:t>
            </a:r>
          </a:p>
          <a:p>
            <a:r>
              <a:rPr lang="en-GB" sz="1200" dirty="0" err="1">
                <a:solidFill>
                  <a:schemeClr val="bg1"/>
                </a:solidFill>
              </a:rPr>
              <a:t>Vamos</a:t>
            </a:r>
            <a:r>
              <a:rPr lang="en-GB" sz="1200" dirty="0">
                <a:solidFill>
                  <a:schemeClr val="bg1"/>
                </a:solidFill>
              </a:rPr>
              <a:t> Publishing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worshiptogether.com songs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Wondrously Made Songs (Admin. by Song Solutions www.songsolutions.org)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The splendour of the King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Clothed in majesty</a:t>
            </a:r>
          </a:p>
          <a:p>
            <a:r>
              <a:rPr lang="en-GB" sz="3600" dirty="0">
                <a:solidFill>
                  <a:schemeClr val="bg1"/>
                </a:solidFill>
              </a:rPr>
              <a:t>Let all the earth rejoice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the earth rejoice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He wraps Himself in light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darkness tries to hide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trembles at His voice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trembles at His voice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1/6</a:t>
            </a:r>
          </a:p>
        </p:txBody>
      </p:sp>
    </p:spTree>
    <p:extLst>
      <p:ext uri="{BB962C8B-B14F-4D97-AF65-F5344CB8AC3E}">
        <p14:creationId xmlns:p14="http://schemas.microsoft.com/office/powerpoint/2010/main" val="66320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  <a:p>
            <a:r>
              <a:rPr lang="en-GB" sz="4000" dirty="0">
                <a:solidFill>
                  <a:schemeClr val="bg1"/>
                </a:solidFill>
              </a:rPr>
              <a:t>Sing with 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all will see how great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2/6</a:t>
            </a:r>
          </a:p>
        </p:txBody>
      </p:sp>
    </p:spTree>
    <p:extLst>
      <p:ext uri="{BB962C8B-B14F-4D97-AF65-F5344CB8AC3E}">
        <p14:creationId xmlns:p14="http://schemas.microsoft.com/office/powerpoint/2010/main" val="300418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age to age He stands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time is in His hands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Beginning and the End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Beginning and the End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Godhead three in 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Father Spirit Son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Lion and the Lamb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The Lion and the Lamb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3/6</a:t>
            </a:r>
          </a:p>
        </p:txBody>
      </p:sp>
    </p:spTree>
    <p:extLst>
      <p:ext uri="{BB962C8B-B14F-4D97-AF65-F5344CB8AC3E}">
        <p14:creationId xmlns:p14="http://schemas.microsoft.com/office/powerpoint/2010/main" val="35402856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  <a:p>
            <a:r>
              <a:rPr lang="en-GB" sz="4000" dirty="0">
                <a:solidFill>
                  <a:schemeClr val="bg1"/>
                </a:solidFill>
              </a:rPr>
              <a:t>Sing with 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all will see how great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4/6</a:t>
            </a:r>
          </a:p>
        </p:txBody>
      </p:sp>
    </p:spTree>
    <p:extLst>
      <p:ext uri="{BB962C8B-B14F-4D97-AF65-F5344CB8AC3E}">
        <p14:creationId xmlns:p14="http://schemas.microsoft.com/office/powerpoint/2010/main" val="1353285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Name above all names</a:t>
            </a:r>
          </a:p>
          <a:p>
            <a:r>
              <a:rPr lang="en-GB" sz="4000" dirty="0">
                <a:solidFill>
                  <a:schemeClr val="bg1"/>
                </a:solidFill>
              </a:rPr>
              <a:t>Worthy of all praise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heart will sing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5/6</a:t>
            </a:r>
          </a:p>
        </p:txBody>
      </p:sp>
    </p:spTree>
    <p:extLst>
      <p:ext uri="{BB962C8B-B14F-4D97-AF65-F5344CB8AC3E}">
        <p14:creationId xmlns:p14="http://schemas.microsoft.com/office/powerpoint/2010/main" val="42197092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  <a:p>
            <a:r>
              <a:rPr lang="en-GB" sz="4000" dirty="0">
                <a:solidFill>
                  <a:schemeClr val="bg1"/>
                </a:solidFill>
              </a:rPr>
              <a:t>Sing with 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all will see how great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is our God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6/6</a:t>
            </a:r>
          </a:p>
        </p:txBody>
      </p:sp>
    </p:spTree>
    <p:extLst>
      <p:ext uri="{BB962C8B-B14F-4D97-AF65-F5344CB8AC3E}">
        <p14:creationId xmlns:p14="http://schemas.microsoft.com/office/powerpoint/2010/main" val="3399166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D1CFE-AD14-73A6-BDD8-75A7D2003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39E901D-2941-3685-F080-38751D885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Then sings my soul, 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Saviour God to thee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thou art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great thou art</a:t>
            </a:r>
          </a:p>
          <a:p>
            <a:r>
              <a:rPr lang="en-GB" sz="40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4A6797-6324-3D5A-2458-5F1C3D659AA1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</a:t>
            </a:r>
          </a:p>
        </p:txBody>
      </p:sp>
    </p:spTree>
    <p:extLst>
      <p:ext uri="{BB962C8B-B14F-4D97-AF65-F5344CB8AC3E}">
        <p14:creationId xmlns:p14="http://schemas.microsoft.com/office/powerpoint/2010/main" val="4382612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6A4C3-4644-046D-323E-D475A8A02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A5063-D7A9-E9C9-206A-AC2F2E97E01D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222FC65-E57B-5A77-8EFB-B6EB184B3E29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4AFBD-0121-0467-7E2A-7E954FC34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3603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5400" dirty="0">
              <a:solidFill>
                <a:schemeClr val="bg1"/>
              </a:solidFill>
            </a:endParaRPr>
          </a:p>
          <a:p>
            <a:r>
              <a:rPr lang="en-GB" sz="4400" b="0" i="0" dirty="0">
                <a:solidFill>
                  <a:srgbClr val="00A3E0"/>
                </a:solidFill>
                <a:effectLst/>
                <a:latin typeface="akagi_probook"/>
              </a:rPr>
              <a:t>Still The King</a:t>
            </a:r>
          </a:p>
          <a:p>
            <a:br>
              <a:rPr lang="en-GB" sz="1200" dirty="0">
                <a:solidFill>
                  <a:schemeClr val="bg1"/>
                </a:solidFill>
              </a:rPr>
            </a:br>
            <a:br>
              <a:rPr lang="en-GB" sz="1200" dirty="0">
                <a:solidFill>
                  <a:schemeClr val="bg1"/>
                </a:solidFill>
              </a:rPr>
            </a:br>
            <a:r>
              <a:rPr lang="en-GB" sz="1200" dirty="0">
                <a:solidFill>
                  <a:schemeClr val="bg1"/>
                </a:solidFill>
              </a:rPr>
              <a:t>CCLI Song # 7244159</a:t>
            </a:r>
          </a:p>
          <a:p>
            <a:r>
              <a:rPr lang="en-GB" sz="1200" dirty="0">
                <a:solidFill>
                  <a:schemeClr val="bg1"/>
                </a:solidFill>
              </a:rPr>
              <a:t>Colton Price | Jess Cates | Kaelob Mecum</a:t>
            </a:r>
          </a:p>
          <a:p>
            <a:r>
              <a:rPr lang="en-GB" sz="1200" dirty="0">
                <a:solidFill>
                  <a:schemeClr val="bg1"/>
                </a:solidFill>
              </a:rPr>
              <a:t>© 2025 Twenty One Strong Music; We Are TIM Music; Be Essential Songs; Paid The Price Publishing; Wisteria Drive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540764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When I think of the cross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The cross of Christ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begins to rise</a:t>
            </a:r>
          </a:p>
          <a:p>
            <a:r>
              <a:rPr lang="en-GB" sz="4000" dirty="0">
                <a:solidFill>
                  <a:schemeClr val="bg1"/>
                </a:solidFill>
              </a:rPr>
              <a:t>Praise begins to 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62104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1/12</a:t>
            </a:r>
          </a:p>
        </p:txBody>
      </p:sp>
    </p:spTree>
    <p:extLst>
      <p:ext uri="{BB962C8B-B14F-4D97-AF65-F5344CB8AC3E}">
        <p14:creationId xmlns:p14="http://schemas.microsoft.com/office/powerpoint/2010/main" val="35799049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980728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When I look on the Lamb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The wounded Lamb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hands will lift to Him</a:t>
            </a:r>
          </a:p>
          <a:p>
            <a:r>
              <a:rPr lang="en-GB" sz="4000" dirty="0">
                <a:solidFill>
                  <a:schemeClr val="bg1"/>
                </a:solidFill>
              </a:rPr>
              <a:t>My hands will lift to Him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9811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2/12</a:t>
            </a:r>
          </a:p>
        </p:txBody>
      </p:sp>
    </p:spTree>
    <p:extLst>
      <p:ext uri="{BB962C8B-B14F-4D97-AF65-F5344CB8AC3E}">
        <p14:creationId xmlns:p14="http://schemas.microsoft.com/office/powerpoint/2010/main" val="2144799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105273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Isn't He worthy of all our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Isn't He worthy of the praises we bring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my heart not sing hallelujah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the blood is still the blood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the King is still the King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6019A6-A0FB-64B6-1541-06AFF235AED9}"/>
              </a:ext>
            </a:extLst>
          </p:cNvPr>
          <p:cNvSpPr txBox="1"/>
          <p:nvPr/>
        </p:nvSpPr>
        <p:spPr>
          <a:xfrm>
            <a:off x="8359811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3/12</a:t>
            </a:r>
          </a:p>
        </p:txBody>
      </p:sp>
    </p:spTree>
    <p:extLst>
      <p:ext uri="{BB962C8B-B14F-4D97-AF65-F5344CB8AC3E}">
        <p14:creationId xmlns:p14="http://schemas.microsoft.com/office/powerpoint/2010/main" val="961861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2EBC8-744B-794F-71DF-6E3937F94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2F414A2-2441-3327-C618-20FBC870E3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When I recount the cost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The cost of grace</a:t>
            </a:r>
          </a:p>
          <a:p>
            <a:r>
              <a:rPr lang="en-GB" sz="4000" dirty="0">
                <a:solidFill>
                  <a:schemeClr val="bg1"/>
                </a:solidFill>
              </a:rPr>
              <a:t>You bought my sin and shame</a:t>
            </a:r>
          </a:p>
          <a:p>
            <a:r>
              <a:rPr lang="en-GB" sz="4000" dirty="0">
                <a:solidFill>
                  <a:schemeClr val="bg1"/>
                </a:solidFill>
              </a:rPr>
              <a:t>I'll never be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C5E041-16B3-8D19-0F2D-AC4233F7B976}"/>
              </a:ext>
            </a:extLst>
          </p:cNvPr>
          <p:cNvSpPr txBox="1"/>
          <p:nvPr/>
        </p:nvSpPr>
        <p:spPr>
          <a:xfrm>
            <a:off x="8359811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4/12</a:t>
            </a:r>
          </a:p>
        </p:txBody>
      </p:sp>
    </p:spTree>
    <p:extLst>
      <p:ext uri="{BB962C8B-B14F-4D97-AF65-F5344CB8AC3E}">
        <p14:creationId xmlns:p14="http://schemas.microsoft.com/office/powerpoint/2010/main" val="9373327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DDF56-B504-9DF7-9611-4F4952BD2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F817A63-B565-5A43-CAFE-6BFF8D3E87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980728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When I look at my life</a:t>
            </a:r>
          </a:p>
          <a:p>
            <a:r>
              <a:rPr lang="en-GB" sz="4000" dirty="0">
                <a:solidFill>
                  <a:schemeClr val="bg1"/>
                </a:solidFill>
              </a:rPr>
              <a:t>How good You've been</a:t>
            </a:r>
          </a:p>
          <a:p>
            <a:r>
              <a:rPr lang="en-GB" sz="4000" dirty="0">
                <a:solidFill>
                  <a:schemeClr val="bg1"/>
                </a:solidFill>
              </a:rPr>
              <a:t>Oh I can't hold it in</a:t>
            </a:r>
          </a:p>
          <a:p>
            <a:r>
              <a:rPr lang="en-GB" sz="4000" dirty="0">
                <a:solidFill>
                  <a:schemeClr val="bg1"/>
                </a:solidFill>
              </a:rPr>
              <a:t>I'll never hold it 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61C698-0095-4290-B730-5F717046F05D}"/>
              </a:ext>
            </a:extLst>
          </p:cNvPr>
          <p:cNvSpPr txBox="1"/>
          <p:nvPr/>
        </p:nvSpPr>
        <p:spPr>
          <a:xfrm>
            <a:off x="8359811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5/12</a:t>
            </a:r>
          </a:p>
        </p:txBody>
      </p:sp>
    </p:spTree>
    <p:extLst>
      <p:ext uri="{BB962C8B-B14F-4D97-AF65-F5344CB8AC3E}">
        <p14:creationId xmlns:p14="http://schemas.microsoft.com/office/powerpoint/2010/main" val="11729851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5202C-832F-B732-9BA9-C0A834FB5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F14E035-88ED-4472-6FF7-31F5945C4D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105273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Isn't He worthy of all our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Isn't He worthy of the praises we bring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my heart not sing hallelujah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the blood is still the blood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the King is still the King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F14D24-3AEB-245B-9EC9-0B19C444D243}"/>
              </a:ext>
            </a:extLst>
          </p:cNvPr>
          <p:cNvSpPr txBox="1"/>
          <p:nvPr/>
        </p:nvSpPr>
        <p:spPr>
          <a:xfrm>
            <a:off x="8359811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6/12</a:t>
            </a:r>
          </a:p>
        </p:txBody>
      </p:sp>
    </p:spTree>
    <p:extLst>
      <p:ext uri="{BB962C8B-B14F-4D97-AF65-F5344CB8AC3E}">
        <p14:creationId xmlns:p14="http://schemas.microsoft.com/office/powerpoint/2010/main" val="23448855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BEB6D-E3B8-EA06-6512-BECB7453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C482A22-9AB6-8C96-79FC-439FBDA18A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When I think of the tomb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The empty tomb</a:t>
            </a:r>
          </a:p>
          <a:p>
            <a:r>
              <a:rPr lang="en-GB" sz="4000" dirty="0">
                <a:solidFill>
                  <a:schemeClr val="bg1"/>
                </a:solidFill>
              </a:rPr>
              <a:t>I'm filled with gratitude</a:t>
            </a:r>
          </a:p>
          <a:p>
            <a:r>
              <a:rPr lang="en-GB" sz="4000" dirty="0">
                <a:solidFill>
                  <a:schemeClr val="bg1"/>
                </a:solidFill>
              </a:rPr>
              <a:t>Endless gratitude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22F74D-D14F-C76E-BD1C-7ABF5805DD46}"/>
              </a:ext>
            </a:extLst>
          </p:cNvPr>
          <p:cNvSpPr txBox="1"/>
          <p:nvPr/>
        </p:nvSpPr>
        <p:spPr>
          <a:xfrm>
            <a:off x="8359811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7/12</a:t>
            </a:r>
          </a:p>
        </p:txBody>
      </p:sp>
    </p:spTree>
    <p:extLst>
      <p:ext uri="{BB962C8B-B14F-4D97-AF65-F5344CB8AC3E}">
        <p14:creationId xmlns:p14="http://schemas.microsoft.com/office/powerpoint/2010/main" val="3553670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42A5B-94A8-6F1C-96D2-CA536765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A848B66-F2D0-EA4B-0A62-3B095E3DDF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980728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For He defeated death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He reigns above</a:t>
            </a:r>
          </a:p>
          <a:p>
            <a:r>
              <a:rPr lang="en-GB" sz="4000" dirty="0">
                <a:solidFill>
                  <a:schemeClr val="bg1"/>
                </a:solidFill>
              </a:rPr>
              <a:t>No grave could hold His love</a:t>
            </a:r>
          </a:p>
          <a:p>
            <a:r>
              <a:rPr lang="en-GB" sz="4000" dirty="0">
                <a:solidFill>
                  <a:schemeClr val="bg1"/>
                </a:solidFill>
              </a:rPr>
              <a:t>No grave could hold His love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70362E-E1B1-E2A7-E343-BC12197C6C7F}"/>
              </a:ext>
            </a:extLst>
          </p:cNvPr>
          <p:cNvSpPr txBox="1"/>
          <p:nvPr/>
        </p:nvSpPr>
        <p:spPr>
          <a:xfrm>
            <a:off x="8359811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8/12</a:t>
            </a:r>
          </a:p>
        </p:txBody>
      </p:sp>
    </p:spTree>
    <p:extLst>
      <p:ext uri="{BB962C8B-B14F-4D97-AF65-F5344CB8AC3E}">
        <p14:creationId xmlns:p14="http://schemas.microsoft.com/office/powerpoint/2010/main" val="25347401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4B01C-59EF-7187-470A-D88142F8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AD065F2-9991-3151-7FB0-EBE1D8D5D3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908720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When I think of the tomb</a:t>
            </a:r>
          </a:p>
          <a:p>
            <a:r>
              <a:rPr lang="en-GB" sz="4000" dirty="0">
                <a:solidFill>
                  <a:schemeClr val="bg1"/>
                </a:solidFill>
              </a:rPr>
              <a:t>The empty tomb</a:t>
            </a:r>
          </a:p>
          <a:p>
            <a:r>
              <a:rPr lang="en-GB" sz="4000" dirty="0">
                <a:solidFill>
                  <a:schemeClr val="bg1"/>
                </a:solidFill>
              </a:rPr>
              <a:t>I'm filled with gratitude</a:t>
            </a:r>
          </a:p>
          <a:p>
            <a:r>
              <a:rPr lang="en-GB" sz="4000" dirty="0">
                <a:solidFill>
                  <a:schemeClr val="bg1"/>
                </a:solidFill>
              </a:rPr>
              <a:t>Endless gratitude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04D737-729B-9917-D744-89A6A79785D2}"/>
              </a:ext>
            </a:extLst>
          </p:cNvPr>
          <p:cNvSpPr txBox="1"/>
          <p:nvPr/>
        </p:nvSpPr>
        <p:spPr>
          <a:xfrm>
            <a:off x="8359811" y="0"/>
            <a:ext cx="7841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9/12</a:t>
            </a:r>
          </a:p>
        </p:txBody>
      </p:sp>
    </p:spTree>
    <p:extLst>
      <p:ext uri="{BB962C8B-B14F-4D97-AF65-F5344CB8AC3E}">
        <p14:creationId xmlns:p14="http://schemas.microsoft.com/office/powerpoint/2010/main" val="11135941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60DE2-08B8-D583-9CCA-E79717176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9D64DFE-C14B-D5DF-9DDF-E7E07F025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0" y="980728"/>
            <a:ext cx="8640960" cy="6480720"/>
          </a:xfrm>
        </p:spPr>
        <p:txBody>
          <a:bodyPr>
            <a:noAutofit/>
          </a:bodyPr>
          <a:lstStyle/>
          <a:p>
            <a:r>
              <a:rPr lang="en-GB" sz="4000" dirty="0">
                <a:solidFill>
                  <a:schemeClr val="bg1"/>
                </a:solidFill>
              </a:rPr>
              <a:t>For He defeated death</a:t>
            </a:r>
          </a:p>
          <a:p>
            <a:r>
              <a:rPr lang="en-GB" sz="4000" dirty="0">
                <a:solidFill>
                  <a:schemeClr val="bg1"/>
                </a:solidFill>
              </a:rPr>
              <a:t>And He reigns above</a:t>
            </a:r>
          </a:p>
          <a:p>
            <a:r>
              <a:rPr lang="en-GB" sz="4000" dirty="0">
                <a:solidFill>
                  <a:schemeClr val="bg1"/>
                </a:solidFill>
              </a:rPr>
              <a:t>No grave could hold His love</a:t>
            </a:r>
          </a:p>
          <a:p>
            <a:r>
              <a:rPr lang="en-GB" sz="4000" dirty="0">
                <a:solidFill>
                  <a:schemeClr val="bg1"/>
                </a:solidFill>
              </a:rPr>
              <a:t>No grave could hold His love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048E04-9C68-6797-E58B-9F885485517C}"/>
              </a:ext>
            </a:extLst>
          </p:cNvPr>
          <p:cNvSpPr txBox="1"/>
          <p:nvPr/>
        </p:nvSpPr>
        <p:spPr>
          <a:xfrm>
            <a:off x="8136298" y="14217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10/12</a:t>
            </a:r>
          </a:p>
        </p:txBody>
      </p:sp>
    </p:spTree>
    <p:extLst>
      <p:ext uri="{BB962C8B-B14F-4D97-AF65-F5344CB8AC3E}">
        <p14:creationId xmlns:p14="http://schemas.microsoft.com/office/powerpoint/2010/main" val="41212265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FB04D-EFCA-53D4-741A-89D167CC98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F0C5F25-A73C-E315-97D0-D03918916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105273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Isn't He worthy of all our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Isn't He worthy of the praises we bring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my heart not sing hallelujah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the blood is still the blood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the King is still the King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A3C8FF-9F5A-3142-2E00-19726DA17380}"/>
              </a:ext>
            </a:extLst>
          </p:cNvPr>
          <p:cNvSpPr txBox="1"/>
          <p:nvPr/>
        </p:nvSpPr>
        <p:spPr>
          <a:xfrm>
            <a:off x="8244408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11/12</a:t>
            </a:r>
          </a:p>
        </p:txBody>
      </p:sp>
    </p:spTree>
    <p:extLst>
      <p:ext uri="{BB962C8B-B14F-4D97-AF65-F5344CB8AC3E}">
        <p14:creationId xmlns:p14="http://schemas.microsoft.com/office/powerpoint/2010/main" val="2422299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F9CFB-51BB-A562-5EBA-3AD45291F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492B8F9-39D8-3111-2A91-F42E72B929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105273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Isn't he worthy of all our worship</a:t>
            </a:r>
          </a:p>
          <a:p>
            <a:r>
              <a:rPr lang="en-GB" sz="3600" dirty="0">
                <a:solidFill>
                  <a:schemeClr val="bg1"/>
                </a:solidFill>
              </a:rPr>
              <a:t>Isn't he worthy of the praises we bring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How could my heart not sing</a:t>
            </a:r>
          </a:p>
          <a:p>
            <a:r>
              <a:rPr lang="en-GB" sz="3600" dirty="0">
                <a:solidFill>
                  <a:schemeClr val="bg1"/>
                </a:solidFill>
              </a:rPr>
              <a:t>Of all You've done for 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the blood is still the blood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the King is still the King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11115B-FE5D-A95B-852A-833F8DF13190}"/>
              </a:ext>
            </a:extLst>
          </p:cNvPr>
          <p:cNvSpPr txBox="1"/>
          <p:nvPr/>
        </p:nvSpPr>
        <p:spPr>
          <a:xfrm>
            <a:off x="8204319" y="0"/>
            <a:ext cx="939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12/12</a:t>
            </a:r>
          </a:p>
        </p:txBody>
      </p:sp>
    </p:spTree>
    <p:extLst>
      <p:ext uri="{BB962C8B-B14F-4D97-AF65-F5344CB8AC3E}">
        <p14:creationId xmlns:p14="http://schemas.microsoft.com/office/powerpoint/2010/main" val="21551377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4502-4BA8-1DE4-F7F2-B7BA72C73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63C3B-9372-A767-A137-CC0F3D013ADD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3BF518B-0319-B87F-EBBB-030999BB595B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7FD54D-0A27-9356-E112-F723C423B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5308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6600" dirty="0">
              <a:solidFill>
                <a:srgbClr val="00A3E0"/>
              </a:solidFill>
              <a:latin typeface="akagi_probook"/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Worthy</a:t>
            </a:r>
          </a:p>
          <a:p>
            <a:endParaRPr lang="en-GB" sz="6600" dirty="0">
              <a:solidFill>
                <a:srgbClr val="00A3E0"/>
              </a:solidFill>
              <a:latin typeface="akagi_probook"/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Song # 7111931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Chris Brown | Mack Brock | Steven Furtick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Music by Elevation Worship Publishing (Admin. by Essential Music Publishing LLC)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B2FB6F-ED63-6BFC-25CF-5D580C055B5F}"/>
              </a:ext>
            </a:extLst>
          </p:cNvPr>
          <p:cNvSpPr txBox="1"/>
          <p:nvPr/>
        </p:nvSpPr>
        <p:spPr>
          <a:xfrm>
            <a:off x="2286000" y="3246961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replaceAll</a:t>
            </a:r>
            <a:r>
              <a:rPr lang="en-GB" dirty="0"/>
              <a:t>("-", " ")</a:t>
            </a:r>
          </a:p>
        </p:txBody>
      </p:sp>
    </p:spTree>
    <p:extLst>
      <p:ext uri="{BB962C8B-B14F-4D97-AF65-F5344CB8AC3E}">
        <p14:creationId xmlns:p14="http://schemas.microsoft.com/office/powerpoint/2010/main" val="34211610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AA768-9F63-6CA3-0E03-94064318B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4FF67CD-9863-AF0D-9F5B-D0A39B6C23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Worthy is Your name,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deserve the praise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Your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Your name,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deserve the praise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CFCD0C-092D-8621-456B-2473C0C50E71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1/7</a:t>
            </a:r>
          </a:p>
        </p:txBody>
      </p:sp>
    </p:spTree>
    <p:extLst>
      <p:ext uri="{BB962C8B-B14F-4D97-AF65-F5344CB8AC3E}">
        <p14:creationId xmlns:p14="http://schemas.microsoft.com/office/powerpoint/2010/main" val="28267306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It was my cross You bore</a:t>
            </a:r>
          </a:p>
          <a:p>
            <a:r>
              <a:rPr lang="en-GB" sz="3600" dirty="0">
                <a:solidFill>
                  <a:schemeClr val="bg1"/>
                </a:solidFill>
              </a:rPr>
              <a:t>So I could live in the freedom You died for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now my life is Yours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 will sing of Your goodness forevermore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3348290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Worthy is Your name,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deserve the praise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Your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Your name,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deserve the praise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Your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3/7</a:t>
            </a:r>
          </a:p>
        </p:txBody>
      </p:sp>
    </p:spTree>
    <p:extLst>
      <p:ext uri="{BB962C8B-B14F-4D97-AF65-F5344CB8AC3E}">
        <p14:creationId xmlns:p14="http://schemas.microsoft.com/office/powerpoint/2010/main" val="25449673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And now my shame is gone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stand amazed in Your love undeniable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grace goes on and on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I will sing of Your goodness forevermore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4/7</a:t>
            </a:r>
          </a:p>
        </p:txBody>
      </p:sp>
    </p:spTree>
    <p:extLst>
      <p:ext uri="{BB962C8B-B14F-4D97-AF65-F5344CB8AC3E}">
        <p14:creationId xmlns:p14="http://schemas.microsoft.com/office/powerpoint/2010/main" val="411593578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C83BE-CE00-DD01-D0D4-6AAA29207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A20906B-F58A-70F8-899B-3C6466C66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Worthy is Your name,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deserve the praise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Your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Your name,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deserve the praise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Your name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C44F-CCF9-3B3B-5746-D947E7D9119C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5/7</a:t>
            </a:r>
          </a:p>
        </p:txBody>
      </p:sp>
    </p:spTree>
    <p:extLst>
      <p:ext uri="{BB962C8B-B14F-4D97-AF65-F5344CB8AC3E}">
        <p14:creationId xmlns:p14="http://schemas.microsoft.com/office/powerpoint/2010/main" val="18412381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5536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Be exalted now in the heavens</a:t>
            </a:r>
          </a:p>
          <a:p>
            <a:r>
              <a:rPr lang="en-GB" sz="3600" dirty="0">
                <a:solidFill>
                  <a:schemeClr val="bg1"/>
                </a:solidFill>
              </a:rPr>
              <a:t>As Your glory fills this place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alone deserve our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You're the name above all names</a:t>
            </a:r>
            <a:br>
              <a:rPr lang="en-GB" sz="3600" dirty="0">
                <a:solidFill>
                  <a:schemeClr val="bg1"/>
                </a:solidFill>
              </a:rPr>
            </a:br>
            <a:br>
              <a:rPr lang="en-GB" sz="3600" dirty="0">
                <a:solidFill>
                  <a:schemeClr val="bg1"/>
                </a:solidFill>
              </a:rPr>
            </a:br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18261319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7C3ED-60C9-3C54-7D38-0187A5B73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C8FCDDD-89EC-DCF3-AFEA-DA6342E2B3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Worthy is Your name,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deserve the praise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Your name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Your name, Jesus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deserve the praise </a:t>
            </a:r>
          </a:p>
          <a:p>
            <a:r>
              <a:rPr lang="en-GB" sz="3600" dirty="0">
                <a:solidFill>
                  <a:schemeClr val="bg1"/>
                </a:solidFill>
              </a:rPr>
              <a:t>Worthy is Your name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498436-9612-1336-27A7-8DDEA552B5CB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7/7</a:t>
            </a:r>
          </a:p>
        </p:txBody>
      </p:sp>
    </p:spTree>
    <p:extLst>
      <p:ext uri="{BB962C8B-B14F-4D97-AF65-F5344CB8AC3E}">
        <p14:creationId xmlns:p14="http://schemas.microsoft.com/office/powerpoint/2010/main" val="6712107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6600" dirty="0">
              <a:solidFill>
                <a:srgbClr val="00A3E0"/>
              </a:solidFill>
              <a:latin typeface="akagi_probook"/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Worthy Of it All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Song # 6280644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David </a:t>
            </a:r>
            <a:r>
              <a:rPr lang="en-GB" sz="1200" dirty="0" err="1">
                <a:solidFill>
                  <a:schemeClr val="bg1"/>
                </a:solidFill>
              </a:rPr>
              <a:t>Brymer</a:t>
            </a:r>
            <a:r>
              <a:rPr lang="en-GB" sz="1200" dirty="0">
                <a:solidFill>
                  <a:schemeClr val="bg1"/>
                </a:solidFill>
              </a:rPr>
              <a:t> | Ryan Hall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2012 Common Hymnal Publishing (Admin. by Integrity Music Ltd)</a:t>
            </a:r>
          </a:p>
          <a:p>
            <a:r>
              <a:rPr lang="en-GB" sz="1200" dirty="0" err="1">
                <a:solidFill>
                  <a:schemeClr val="bg1"/>
                </a:solidFill>
              </a:rPr>
              <a:t>Innerland</a:t>
            </a:r>
            <a:r>
              <a:rPr lang="en-GB" sz="1200" dirty="0">
                <a:solidFill>
                  <a:schemeClr val="bg1"/>
                </a:solidFill>
              </a:rPr>
              <a:t>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Underground Treasure (Admin. by Integrity Music Ltd)</a:t>
            </a:r>
          </a:p>
          <a:p>
            <a:r>
              <a:rPr lang="en-GB" sz="1200" dirty="0" err="1">
                <a:solidFill>
                  <a:schemeClr val="bg1"/>
                </a:solidFill>
              </a:rPr>
              <a:t>Wayfinder</a:t>
            </a:r>
            <a:r>
              <a:rPr lang="en-GB" sz="1200" dirty="0">
                <a:solidFill>
                  <a:schemeClr val="bg1"/>
                </a:solidFill>
              </a:rPr>
              <a:t> Music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315272491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C17A6-D469-401D-15F4-7C1FCB34F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170250-F972-F680-7688-6EC4BDE541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worthy of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worthy of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from You are all things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to You are all things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deserve the glory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71E59E-F34D-0573-0AE4-6CA417C9C002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1/6</a:t>
            </a:r>
          </a:p>
        </p:txBody>
      </p:sp>
    </p:spTree>
    <p:extLst>
      <p:ext uri="{BB962C8B-B14F-4D97-AF65-F5344CB8AC3E}">
        <p14:creationId xmlns:p14="http://schemas.microsoft.com/office/powerpoint/2010/main" val="40829073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642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All the saints and angels</a:t>
            </a:r>
          </a:p>
          <a:p>
            <a:r>
              <a:rPr lang="en-GB" sz="3600" dirty="0">
                <a:solidFill>
                  <a:schemeClr val="bg1"/>
                </a:solidFill>
              </a:rPr>
              <a:t>Bow before Your throne</a:t>
            </a:r>
          </a:p>
          <a:p>
            <a:r>
              <a:rPr lang="en-GB" sz="3600" dirty="0">
                <a:solidFill>
                  <a:schemeClr val="bg1"/>
                </a:solidFill>
              </a:rPr>
              <a:t>All the elders cast their crowns</a:t>
            </a:r>
          </a:p>
          <a:p>
            <a:r>
              <a:rPr lang="en-GB" sz="3600" dirty="0">
                <a:solidFill>
                  <a:schemeClr val="bg1"/>
                </a:solidFill>
              </a:rPr>
              <a:t>Before the Lamb of God and 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2/6</a:t>
            </a:r>
          </a:p>
        </p:txBody>
      </p:sp>
    </p:spTree>
    <p:extLst>
      <p:ext uri="{BB962C8B-B14F-4D97-AF65-F5344CB8AC3E}">
        <p14:creationId xmlns:p14="http://schemas.microsoft.com/office/powerpoint/2010/main" val="15846728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750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worthy of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worthy of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from You are all things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to You are all things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deserve the glory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3/6</a:t>
            </a:r>
          </a:p>
        </p:txBody>
      </p:sp>
    </p:spTree>
    <p:extLst>
      <p:ext uri="{BB962C8B-B14F-4D97-AF65-F5344CB8AC3E}">
        <p14:creationId xmlns:p14="http://schemas.microsoft.com/office/powerpoint/2010/main" val="349891984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209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Day and night, </a:t>
            </a:r>
          </a:p>
          <a:p>
            <a:r>
              <a:rPr lang="en-GB" sz="3600" dirty="0">
                <a:solidFill>
                  <a:schemeClr val="bg1"/>
                </a:solidFill>
              </a:rPr>
              <a:t>Night and day, </a:t>
            </a:r>
          </a:p>
          <a:p>
            <a:r>
              <a:rPr lang="en-GB" sz="3600" dirty="0">
                <a:solidFill>
                  <a:schemeClr val="bg1"/>
                </a:solidFill>
              </a:rPr>
              <a:t>Let incense arise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(X4)</a:t>
            </a:r>
          </a:p>
          <a:p>
            <a:r>
              <a:rPr lang="en-GB" sz="3600" dirty="0">
                <a:solidFill>
                  <a:schemeClr val="bg1"/>
                </a:solidFill>
              </a:rPr>
              <a:t>Day and night </a:t>
            </a:r>
          </a:p>
          <a:p>
            <a:r>
              <a:rPr lang="en-GB" sz="3600" dirty="0">
                <a:solidFill>
                  <a:schemeClr val="bg1"/>
                </a:solidFill>
              </a:rPr>
              <a:t>Night and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4/6</a:t>
            </a:r>
          </a:p>
        </p:txBody>
      </p:sp>
    </p:spTree>
    <p:extLst>
      <p:ext uri="{BB962C8B-B14F-4D97-AF65-F5344CB8AC3E}">
        <p14:creationId xmlns:p14="http://schemas.microsoft.com/office/powerpoint/2010/main" val="10951562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CF8AE-215D-4A23-841C-79813C3D6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2F296BA-95CB-8863-72AE-0A00CCEBBF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504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 are worthy of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are worthy of it all</a:t>
            </a:r>
          </a:p>
          <a:p>
            <a:r>
              <a:rPr lang="en-GB" sz="3600" dirty="0">
                <a:solidFill>
                  <a:schemeClr val="bg1"/>
                </a:solidFill>
              </a:rPr>
              <a:t>For from You are all things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to You are all things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deserve the glory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C9E39C-5AA8-D84C-043C-D9B3C2EC5DD6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5/6</a:t>
            </a:r>
          </a:p>
        </p:txBody>
      </p:sp>
    </p:spTree>
    <p:extLst>
      <p:ext uri="{BB962C8B-B14F-4D97-AF65-F5344CB8AC3E}">
        <p14:creationId xmlns:p14="http://schemas.microsoft.com/office/powerpoint/2010/main" val="74568010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974A2-FE20-D478-0924-727EC9119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0969661-EFB0-12B2-BBE6-3A80DD0393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118" y="692696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I exalt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exalt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I exalt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O Lord</a:t>
            </a:r>
          </a:p>
          <a:p>
            <a:r>
              <a:rPr lang="en-GB" sz="3600" dirty="0">
                <a:solidFill>
                  <a:schemeClr val="bg1"/>
                </a:solidFill>
              </a:rPr>
              <a:t>(Repeat)</a:t>
            </a:r>
          </a:p>
          <a:p>
            <a:endParaRPr lang="en-GB" sz="3600" dirty="0">
              <a:solidFill>
                <a:schemeClr val="bg1"/>
              </a:solidFill>
            </a:endParaRPr>
          </a:p>
          <a:p>
            <a:endParaRPr lang="en-GB" sz="36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9D90CC-4D23-44D8-AA89-DFF7EA74C7AD}"/>
              </a:ext>
            </a:extLst>
          </p:cNvPr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6/6</a:t>
            </a:r>
          </a:p>
        </p:txBody>
      </p:sp>
    </p:spTree>
    <p:extLst>
      <p:ext uri="{BB962C8B-B14F-4D97-AF65-F5344CB8AC3E}">
        <p14:creationId xmlns:p14="http://schemas.microsoft.com/office/powerpoint/2010/main" val="18256594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435852" y="1484784"/>
            <a:ext cx="8229600" cy="46805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ct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pic>
        <p:nvPicPr>
          <p:cNvPr id="7170" name="Picture 2" descr="Ainsdale Methodist Church Notices">
            <a:extLst>
              <a:ext uri="{FF2B5EF4-FFF2-40B4-BE49-F238E27FC236}">
                <a16:creationId xmlns:a16="http://schemas.microsoft.com/office/drawing/2014/main" id="{3EEB5152-0F8F-378F-8135-B603334301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27113"/>
            <a:ext cx="9144000" cy="480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74022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757F6-55A9-47B0-91CA-75C5DBDC1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B75CF2-7726-6761-99EA-6F1DBC0FFD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54525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2482E19-F5FC-FD40-FA57-05F1C02F5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8125" y="0"/>
            <a:ext cx="48477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3029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B38-2D92-CDA8-108E-BAB014677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FC629845-6805-C1E6-E442-AEA8EF7F5C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106B2D-5EB4-A907-2876-C5E6CE50C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697" y="0"/>
            <a:ext cx="484860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91323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C3985-8B83-D3B2-292F-E1A59D0A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5A882619-E590-B58F-E69C-A28B83B97A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36EA3C-752F-7FDC-9302-57DAFDDCF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7167"/>
            <a:ext cx="9144000" cy="646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67306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A28DB-E756-8492-94A8-199D2BDEB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68526201-2116-08FD-F206-E3BB81B3176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C2651B-3C7B-9A11-9FE7-F94818619B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80" y="676809"/>
            <a:ext cx="5328592" cy="5504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5284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BD8729-0A1D-DFE9-0536-CB57BC2FA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6309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35433-DF29-11DE-5734-6D3E1638C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4183285E-03CB-0D11-1882-A1BA07545BD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4D0EA-5083-B003-204E-365BE2DD5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7" y="833342"/>
            <a:ext cx="6552728" cy="549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4507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A298D-AD5A-89A9-BE75-347FEDD9B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95249922-8345-94ED-8C50-5E45BF4D8B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005B9A-B15A-FE90-DD30-3CE56E77D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240" y="804518"/>
            <a:ext cx="6705128" cy="5430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3281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8F9C-9B6F-7E07-8D3A-DEFF123BD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>
            <a:extLst>
              <a:ext uri="{FF2B5EF4-FFF2-40B4-BE49-F238E27FC236}">
                <a16:creationId xmlns:a16="http://schemas.microsoft.com/office/drawing/2014/main" id="{3CC47DD5-B980-2ECD-AFD4-2BC8421A20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F3B309-A459-C594-4660-FCBA1B99C0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68" y="296652"/>
            <a:ext cx="4104456" cy="6156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50238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7D4F5-7735-C2A4-5222-746F27436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1AC1F9C-7D07-CC4A-86C6-42449AE43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80123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0A929D4-B857-13A7-F16F-1C885159F0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5069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reach the Word#6. “Broken preachers.” – Morningside church of Christ">
            <a:extLst>
              <a:ext uri="{FF2B5EF4-FFF2-40B4-BE49-F238E27FC236}">
                <a16:creationId xmlns:a16="http://schemas.microsoft.com/office/drawing/2014/main" id="{2AA83B72-9961-C11B-4973-8C7748297C8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90"/>
          <a:stretch/>
        </p:blipFill>
        <p:spPr bwMode="auto">
          <a:xfrm>
            <a:off x="539552" y="1052736"/>
            <a:ext cx="8229600" cy="4525963"/>
          </a:xfrm>
          <a:prstGeom prst="rect">
            <a:avLst/>
          </a:prstGeom>
          <a:solidFill>
            <a:srgbClr val="FFFFFF"/>
          </a:solidFill>
        </p:spPr>
      </p:pic>
    </p:spTree>
    <p:extLst>
      <p:ext uri="{BB962C8B-B14F-4D97-AF65-F5344CB8AC3E}">
        <p14:creationId xmlns:p14="http://schemas.microsoft.com/office/powerpoint/2010/main" val="40430316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6D2A-5E68-F15C-89E4-2DBC4F4793A3}"/>
              </a:ext>
            </a:extLst>
          </p:cNvPr>
          <p:cNvSpPr txBox="1">
            <a:spLocks/>
          </p:cNvSpPr>
          <p:nvPr/>
        </p:nvSpPr>
        <p:spPr bwMode="auto">
          <a:xfrm>
            <a:off x="457200" y="836712"/>
            <a:ext cx="8229600" cy="4893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 fontScale="90000" lnSpcReduction="10000"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marL="0" marR="0" lvl="0" indent="0" algn="l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ockwell"/>
              <a:ea typeface="+mj-ea"/>
              <a:cs typeface="+mj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9C6AC8B-4AF1-9B45-6683-F14ED4AE0E1F}"/>
              </a:ext>
            </a:extLst>
          </p:cNvPr>
          <p:cNvSpPr txBox="1">
            <a:spLocks/>
          </p:cNvSpPr>
          <p:nvPr/>
        </p:nvSpPr>
        <p:spPr bwMode="auto">
          <a:xfrm>
            <a:off x="323528" y="116632"/>
            <a:ext cx="8229600" cy="5904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2 Corinthians 14</a:t>
            </a:r>
            <a:br>
              <a:rPr lang="en-GB" dirty="0">
                <a:solidFill>
                  <a:schemeClr val="bg1"/>
                </a:solidFill>
              </a:rPr>
            </a:b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May the grace of the Lord Jesus Christ, and the love of God, and the fellowship of the Holy Spirit be with us all.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And….</a:t>
            </a:r>
          </a:p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Surely goodness and mercy shall follow us all the days of our lives, and we shall dwell in the house of the Lord forever.</a:t>
            </a:r>
          </a:p>
        </p:txBody>
      </p:sp>
    </p:spTree>
    <p:extLst>
      <p:ext uri="{BB962C8B-B14F-4D97-AF65-F5344CB8AC3E}">
        <p14:creationId xmlns:p14="http://schemas.microsoft.com/office/powerpoint/2010/main" val="39747127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9A194A-DD04-B8BB-F5E2-C52C9DD327EA}"/>
              </a:ext>
            </a:extLst>
          </p:cNvPr>
          <p:cNvSpPr txBox="1">
            <a:spLocks/>
          </p:cNvSpPr>
          <p:nvPr/>
        </p:nvSpPr>
        <p:spPr bwMode="auto">
          <a:xfrm>
            <a:off x="323528" y="116632"/>
            <a:ext cx="8229600" cy="59046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3200" kern="1200">
                <a:solidFill>
                  <a:srgbClr val="58595B"/>
                </a:solidFill>
                <a:latin typeface="Rockwell"/>
                <a:ea typeface="+mj-ea"/>
                <a:cs typeface="+mj-cs"/>
              </a:defRPr>
            </a:lvl1pPr>
            <a:lvl2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2pPr>
            <a:lvl3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3pPr>
            <a:lvl4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4pPr>
            <a:lvl5pPr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5pPr>
            <a:lvl6pPr marL="4572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6pPr>
            <a:lvl7pPr marL="9144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7pPr>
            <a:lvl8pPr marL="13716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8pPr>
            <a:lvl9pPr marL="1828800" algn="l" defTabSz="457200" rtl="0" eaLnBrk="1" fontAlgn="base" hangingPunct="1">
              <a:spcBef>
                <a:spcPct val="0"/>
              </a:spcBef>
              <a:spcAft>
                <a:spcPct val="0"/>
              </a:spcAft>
              <a:defRPr sz="4400">
                <a:solidFill>
                  <a:srgbClr val="58595B"/>
                </a:solidFill>
                <a:latin typeface="Rockwell" panose="02060603020205020403" pitchFamily="18" charset="0"/>
              </a:defRPr>
            </a:lvl9pPr>
          </a:lstStyle>
          <a:p>
            <a:pPr lvl="0" algn="ctr">
              <a:defRPr/>
            </a:pPr>
            <a:r>
              <a:rPr lang="en-GB" dirty="0">
                <a:solidFill>
                  <a:schemeClr val="bg1"/>
                </a:solidFill>
              </a:rPr>
              <a:t>Amen!</a:t>
            </a:r>
          </a:p>
        </p:txBody>
      </p:sp>
    </p:spTree>
    <p:extLst>
      <p:ext uri="{BB962C8B-B14F-4D97-AF65-F5344CB8AC3E}">
        <p14:creationId xmlns:p14="http://schemas.microsoft.com/office/powerpoint/2010/main" val="1606821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ngs_2024-09-29" id="{AE33A1CF-5A6E-9A45-939B-9BEFB8807446}" vid="{DFD4CA98-726C-574E-9379-F8F810DB231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8799</TotalTime>
  <Words>1483</Words>
  <Application>Microsoft Office PowerPoint</Application>
  <PresentationFormat>On-screen Show (4:3)</PresentationFormat>
  <Paragraphs>278</Paragraphs>
  <Slides>61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7" baseType="lpstr">
      <vt:lpstr>akagi_probook</vt:lpstr>
      <vt:lpstr>Amatic SC</vt:lpstr>
      <vt:lpstr>Arial</vt:lpstr>
      <vt:lpstr>Calibri</vt:lpstr>
      <vt:lpstr>Rockwell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Florence Olajide</dc:creator>
  <cp:lastModifiedBy>Dele Olajide</cp:lastModifiedBy>
  <cp:revision>408</cp:revision>
  <dcterms:created xsi:type="dcterms:W3CDTF">2024-09-27T16:56:29Z</dcterms:created>
  <dcterms:modified xsi:type="dcterms:W3CDTF">2026-10-31T19:40:13Z</dcterms:modified>
</cp:coreProperties>
</file>