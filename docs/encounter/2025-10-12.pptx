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7"/>
  </p:notesMasterIdLst>
  <p:sldIdLst>
    <p:sldId id="545" r:id="rId2"/>
    <p:sldId id="546" r:id="rId3"/>
    <p:sldId id="1373" r:id="rId4"/>
    <p:sldId id="547" r:id="rId5"/>
    <p:sldId id="548" r:id="rId6"/>
    <p:sldId id="1374" r:id="rId7"/>
    <p:sldId id="552" r:id="rId8"/>
    <p:sldId id="549" r:id="rId9"/>
    <p:sldId id="550" r:id="rId10"/>
    <p:sldId id="553" r:id="rId11"/>
    <p:sldId id="551" r:id="rId12"/>
    <p:sldId id="1387" r:id="rId13"/>
    <p:sldId id="1388" r:id="rId14"/>
    <p:sldId id="523" r:id="rId15"/>
    <p:sldId id="520" r:id="rId16"/>
    <p:sldId id="524" r:id="rId17"/>
    <p:sldId id="521" r:id="rId18"/>
    <p:sldId id="525" r:id="rId19"/>
    <p:sldId id="526" r:id="rId20"/>
    <p:sldId id="522" r:id="rId21"/>
    <p:sldId id="527" r:id="rId22"/>
    <p:sldId id="528" r:id="rId23"/>
    <p:sldId id="1389" r:id="rId24"/>
    <p:sldId id="1000" r:id="rId25"/>
    <p:sldId id="1001" r:id="rId26"/>
    <p:sldId id="1002" r:id="rId27"/>
    <p:sldId id="1397" r:id="rId28"/>
    <p:sldId id="519" r:id="rId29"/>
    <p:sldId id="1398" r:id="rId30"/>
    <p:sldId id="1390" r:id="rId31"/>
    <p:sldId id="1391" r:id="rId32"/>
    <p:sldId id="1392" r:id="rId33"/>
    <p:sldId id="1393" r:id="rId34"/>
    <p:sldId id="1394" r:id="rId35"/>
    <p:sldId id="1395" r:id="rId36"/>
    <p:sldId id="454" r:id="rId37"/>
    <p:sldId id="1400" r:id="rId38"/>
    <p:sldId id="1399" r:id="rId39"/>
    <p:sldId id="455" r:id="rId40"/>
    <p:sldId id="457" r:id="rId41"/>
    <p:sldId id="456" r:id="rId42"/>
    <p:sldId id="463" r:id="rId43"/>
    <p:sldId id="458" r:id="rId44"/>
    <p:sldId id="459" r:id="rId45"/>
    <p:sldId id="460" r:id="rId46"/>
    <p:sldId id="461" r:id="rId47"/>
    <p:sldId id="462" r:id="rId48"/>
    <p:sldId id="464" r:id="rId49"/>
    <p:sldId id="483" r:id="rId50"/>
    <p:sldId id="841" r:id="rId51"/>
    <p:sldId id="842" r:id="rId52"/>
    <p:sldId id="843" r:id="rId53"/>
    <p:sldId id="1380" r:id="rId54"/>
    <p:sldId id="1218" r:id="rId55"/>
    <p:sldId id="1217" r:id="rId56"/>
    <p:sldId id="1216" r:id="rId57"/>
    <p:sldId id="1386" r:id="rId58"/>
    <p:sldId id="1381" r:id="rId59"/>
    <p:sldId id="1382" r:id="rId60"/>
    <p:sldId id="1383" r:id="rId61"/>
    <p:sldId id="1384" r:id="rId62"/>
    <p:sldId id="1385" r:id="rId63"/>
    <p:sldId id="1396" r:id="rId64"/>
    <p:sldId id="1239" r:id="rId65"/>
    <p:sldId id="1238" r:id="rId66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9900"/>
    <a:srgbClr val="E6AF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1054" autoAdjust="0"/>
    <p:restoredTop sz="82242" autoAdjust="0"/>
  </p:normalViewPr>
  <p:slideViewPr>
    <p:cSldViewPr>
      <p:cViewPr varScale="1">
        <p:scale>
          <a:sx n="96" d="100"/>
          <a:sy n="96" d="100"/>
        </p:scale>
        <p:origin x="1056" y="84"/>
      </p:cViewPr>
      <p:guideLst>
        <p:guide orient="horz" pos="2160"/>
        <p:guide pos="2880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presProps" Target="presProps.xml"/><Relationship Id="rId7" Type="http://schemas.openxmlformats.org/officeDocument/2006/relationships/slide" Target="slides/slide6.xml"/><Relationship Id="rId71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viewProps" Target="view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notesMaster" Target="notesMasters/notesMaster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57EAEFC-A9C7-464E-BE3F-33D4DD72E122}" type="datetimeFigureOut">
              <a:rPr lang="en-GB" smtClean="0"/>
              <a:t>12/10/2025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79B61DE-1D46-4752-AF65-FA2C4EB0D1D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5714882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A1F90D-6B01-4B32-A9E1-C831222CE208}" type="slidenum">
              <a:rPr lang="en-GB" smtClean="0"/>
              <a:t>22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3056418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79B61DE-1D46-4752-AF65-FA2C4EB0D1D0}" type="slidenum">
              <a:rPr lang="en-GB" smtClean="0"/>
              <a:t>65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6605314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GB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EA1CF3-4A15-4CBF-9A5A-6A56C368BE71}" type="datetimeFigureOut">
              <a:rPr lang="en-GB" smtClean="0"/>
              <a:pPr/>
              <a:t>12/10/2025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D929FA-79A7-47B7-BF4C-8C146230B1E4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EA1CF3-4A15-4CBF-9A5A-6A56C368BE71}" type="datetimeFigureOut">
              <a:rPr lang="en-GB" smtClean="0"/>
              <a:pPr/>
              <a:t>12/10/2025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D929FA-79A7-47B7-BF4C-8C146230B1E4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EA1CF3-4A15-4CBF-9A5A-6A56C368BE71}" type="datetimeFigureOut">
              <a:rPr lang="en-GB" smtClean="0"/>
              <a:pPr/>
              <a:t>12/10/2025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D929FA-79A7-47B7-BF4C-8C146230B1E4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EA1CF3-4A15-4CBF-9A5A-6A56C368BE71}" type="datetimeFigureOut">
              <a:rPr lang="en-GB" smtClean="0"/>
              <a:pPr/>
              <a:t>12/10/2025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D929FA-79A7-47B7-BF4C-8C146230B1E4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EA1CF3-4A15-4CBF-9A5A-6A56C368BE71}" type="datetimeFigureOut">
              <a:rPr lang="en-GB" smtClean="0"/>
              <a:pPr/>
              <a:t>12/10/2025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D929FA-79A7-47B7-BF4C-8C146230B1E4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EA1CF3-4A15-4CBF-9A5A-6A56C368BE71}" type="datetimeFigureOut">
              <a:rPr lang="en-GB" smtClean="0"/>
              <a:pPr/>
              <a:t>12/10/2025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D929FA-79A7-47B7-BF4C-8C146230B1E4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EA1CF3-4A15-4CBF-9A5A-6A56C368BE71}" type="datetimeFigureOut">
              <a:rPr lang="en-GB" smtClean="0"/>
              <a:pPr/>
              <a:t>12/10/2025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D929FA-79A7-47B7-BF4C-8C146230B1E4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EA1CF3-4A15-4CBF-9A5A-6A56C368BE71}" type="datetimeFigureOut">
              <a:rPr lang="en-GB" smtClean="0"/>
              <a:pPr/>
              <a:t>12/10/2025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D929FA-79A7-47B7-BF4C-8C146230B1E4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EA1CF3-4A15-4CBF-9A5A-6A56C368BE71}" type="datetimeFigureOut">
              <a:rPr lang="en-GB" smtClean="0"/>
              <a:pPr/>
              <a:t>12/10/2025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D929FA-79A7-47B7-BF4C-8C146230B1E4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EA1CF3-4A15-4CBF-9A5A-6A56C368BE71}" type="datetimeFigureOut">
              <a:rPr lang="en-GB" smtClean="0"/>
              <a:pPr/>
              <a:t>12/10/2025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D929FA-79A7-47B7-BF4C-8C146230B1E4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EA1CF3-4A15-4CBF-9A5A-6A56C368BE71}" type="datetimeFigureOut">
              <a:rPr lang="en-GB" smtClean="0"/>
              <a:pPr/>
              <a:t>12/10/2025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D929FA-79A7-47B7-BF4C-8C146230B1E4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836712"/>
            <a:ext cx="8229600" cy="43690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GB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6EA1CF3-4A15-4CBF-9A5A-6A56C368BE71}" type="datetimeFigureOut">
              <a:rPr lang="en-GB" smtClean="0"/>
              <a:pPr/>
              <a:t>12/10/2025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DD929FA-79A7-47B7-BF4C-8C146230B1E4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81FA438-06AA-FBAF-6598-C474F739A20A}"/>
              </a:ext>
            </a:extLst>
          </p:cNvPr>
          <p:cNvSpPr/>
          <p:nvPr userDrawn="1"/>
        </p:nvSpPr>
        <p:spPr>
          <a:xfrm>
            <a:off x="72008" y="5949280"/>
            <a:ext cx="899592" cy="773808"/>
          </a:xfrm>
          <a:prstGeom prst="rect">
            <a:avLst/>
          </a:prstGeom>
          <a:blipFill>
            <a:blip r:embed="rId13"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75A119C8-FA69-A36C-A18F-B470565B9C0C}"/>
              </a:ext>
            </a:extLst>
          </p:cNvPr>
          <p:cNvCxnSpPr>
            <a:cxnSpLocks/>
          </p:cNvCxnSpPr>
          <p:nvPr userDrawn="1"/>
        </p:nvCxnSpPr>
        <p:spPr>
          <a:xfrm>
            <a:off x="971600" y="6237312"/>
            <a:ext cx="7715200" cy="0"/>
          </a:xfrm>
          <a:prstGeom prst="line">
            <a:avLst/>
          </a:prstGeom>
          <a:ln w="19050">
            <a:solidFill>
              <a:srgbClr val="FF99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4AFB4C0C-9840-84EC-CAB9-6BA55788BC6D}"/>
              </a:ext>
            </a:extLst>
          </p:cNvPr>
          <p:cNvCxnSpPr>
            <a:cxnSpLocks/>
          </p:cNvCxnSpPr>
          <p:nvPr userDrawn="1"/>
        </p:nvCxnSpPr>
        <p:spPr>
          <a:xfrm>
            <a:off x="457200" y="764704"/>
            <a:ext cx="8229600" cy="0"/>
          </a:xfrm>
          <a:prstGeom prst="line">
            <a:avLst/>
          </a:prstGeom>
          <a:ln w="19050">
            <a:solidFill>
              <a:srgbClr val="FF99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23528" y="188640"/>
            <a:ext cx="8640960" cy="6480720"/>
          </a:xfrm>
        </p:spPr>
        <p:txBody>
          <a:bodyPr>
            <a:noAutofit/>
          </a:bodyPr>
          <a:lstStyle/>
          <a:p>
            <a:endParaRPr lang="en-GB" sz="5400" dirty="0">
              <a:solidFill>
                <a:schemeClr val="bg1"/>
              </a:solidFill>
            </a:endParaRPr>
          </a:p>
          <a:p>
            <a:endParaRPr lang="en-GB" sz="5400" b="0" i="0" dirty="0">
              <a:solidFill>
                <a:schemeClr val="bg1"/>
              </a:solidFill>
              <a:effectLst/>
              <a:latin typeface="akagi_probook"/>
            </a:endParaRPr>
          </a:p>
          <a:p>
            <a:r>
              <a:rPr lang="en-GB" sz="6600" b="0" i="0" dirty="0">
                <a:solidFill>
                  <a:srgbClr val="00A3E0"/>
                </a:solidFill>
                <a:effectLst/>
                <a:latin typeface="akagi_probook"/>
              </a:rPr>
              <a:t>Thanksgiving</a:t>
            </a:r>
          </a:p>
          <a:p>
            <a:br>
              <a:rPr lang="en-GB" sz="900" b="0" i="0" dirty="0">
                <a:solidFill>
                  <a:srgbClr val="717171"/>
                </a:solidFill>
                <a:effectLst/>
                <a:latin typeface="akagi_probook"/>
              </a:rPr>
            </a:br>
            <a:r>
              <a:rPr lang="en-GB" sz="900" b="0" i="0" dirty="0">
                <a:solidFill>
                  <a:srgbClr val="717171"/>
                </a:solidFill>
                <a:effectLst/>
                <a:latin typeface="akagi_probook"/>
              </a:rPr>
              <a:t>CCLI Song # 7199589</a:t>
            </a:r>
          </a:p>
          <a:p>
            <a:r>
              <a:rPr lang="en-GB" sz="900" b="0" i="0" dirty="0">
                <a:solidFill>
                  <a:srgbClr val="717171"/>
                </a:solidFill>
                <a:effectLst/>
                <a:latin typeface="akagi_probook"/>
              </a:rPr>
              <a:t>Nick Herbert | Taku </a:t>
            </a:r>
            <a:r>
              <a:rPr lang="en-GB" sz="900" b="0" i="0" dirty="0" err="1">
                <a:solidFill>
                  <a:srgbClr val="717171"/>
                </a:solidFill>
                <a:effectLst/>
                <a:latin typeface="akagi_probook"/>
              </a:rPr>
              <a:t>Mudere</a:t>
            </a:r>
            <a:r>
              <a:rPr lang="en-GB" sz="900" b="0" i="0" dirty="0">
                <a:solidFill>
                  <a:srgbClr val="717171"/>
                </a:solidFill>
                <a:effectLst/>
                <a:latin typeface="akagi_probook"/>
              </a:rPr>
              <a:t> | Zo </a:t>
            </a:r>
            <a:r>
              <a:rPr lang="en-GB" sz="900" b="0" i="0" dirty="0" err="1">
                <a:solidFill>
                  <a:srgbClr val="717171"/>
                </a:solidFill>
                <a:effectLst/>
                <a:latin typeface="akagi_probook"/>
              </a:rPr>
              <a:t>Chilengwe</a:t>
            </a:r>
            <a:endParaRPr lang="en-GB" sz="900" b="0" i="0" dirty="0">
              <a:solidFill>
                <a:srgbClr val="717171"/>
              </a:solidFill>
              <a:effectLst/>
              <a:latin typeface="akagi_probook"/>
            </a:endParaRPr>
          </a:p>
          <a:p>
            <a:r>
              <a:rPr lang="en-GB" sz="900" b="0" i="0" dirty="0">
                <a:solidFill>
                  <a:srgbClr val="717171"/>
                </a:solidFill>
                <a:effectLst/>
                <a:latin typeface="akagi_probook"/>
              </a:rPr>
              <a:t>© Capitol CMG Genesis; Safe and Sound Music; Remaining portion is unaffiliated</a:t>
            </a:r>
          </a:p>
          <a:p>
            <a:r>
              <a:rPr lang="en-GB" sz="900" b="0" i="0" dirty="0">
                <a:solidFill>
                  <a:srgbClr val="717171"/>
                </a:solidFill>
                <a:effectLst/>
                <a:latin typeface="akagi_probook"/>
              </a:rPr>
              <a:t>For use solely with the </a:t>
            </a:r>
            <a:r>
              <a:rPr lang="en-GB" sz="900" b="0" i="0" dirty="0" err="1">
                <a:solidFill>
                  <a:srgbClr val="717171"/>
                </a:solidFill>
                <a:effectLst/>
                <a:latin typeface="akagi_probook"/>
              </a:rPr>
              <a:t>SongSelect</a:t>
            </a:r>
            <a:r>
              <a:rPr lang="en-GB" sz="900" b="0" i="0" dirty="0">
                <a:solidFill>
                  <a:srgbClr val="717171"/>
                </a:solidFill>
                <a:effectLst/>
                <a:latin typeface="akagi_probook"/>
              </a:rPr>
              <a:t>® Terms of Use. All rights reserved. www.ccli.com</a:t>
            </a:r>
          </a:p>
          <a:p>
            <a:r>
              <a:rPr lang="en-GB" sz="900" b="0" i="0" dirty="0">
                <a:solidFill>
                  <a:srgbClr val="717171"/>
                </a:solidFill>
                <a:effectLst/>
                <a:latin typeface="akagi_probook"/>
              </a:rPr>
              <a:t>CCLI Licence No. 33265</a:t>
            </a:r>
          </a:p>
          <a:p>
            <a:endParaRPr lang="en-GB" sz="12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8627404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28676" y="764704"/>
            <a:ext cx="8640960" cy="6480720"/>
          </a:xfrm>
        </p:spPr>
        <p:txBody>
          <a:bodyPr>
            <a:noAutofit/>
          </a:bodyPr>
          <a:lstStyle/>
          <a:p>
            <a:r>
              <a:rPr lang="en-GB" sz="3600" dirty="0">
                <a:solidFill>
                  <a:schemeClr val="bg1"/>
                </a:solidFill>
              </a:rPr>
              <a:t>Enter in (Enter in)</a:t>
            </a:r>
          </a:p>
          <a:p>
            <a:r>
              <a:rPr lang="en-GB" sz="3600" dirty="0">
                <a:solidFill>
                  <a:schemeClr val="bg1"/>
                </a:solidFill>
              </a:rPr>
              <a:t>His courts with praise (His courts with praise)</a:t>
            </a:r>
          </a:p>
          <a:p>
            <a:r>
              <a:rPr lang="en-GB" sz="3600" dirty="0">
                <a:solidFill>
                  <a:schemeClr val="bg1"/>
                </a:solidFill>
              </a:rPr>
              <a:t>For He is greatly (He is greatly)</a:t>
            </a:r>
          </a:p>
          <a:p>
            <a:r>
              <a:rPr lang="en-GB" sz="3600" dirty="0">
                <a:solidFill>
                  <a:schemeClr val="bg1"/>
                </a:solidFill>
              </a:rPr>
              <a:t>To be praised (To be praised)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42024" y="0"/>
            <a:ext cx="78418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b="1" dirty="0">
                <a:solidFill>
                  <a:schemeClr val="bg1"/>
                </a:solidFill>
              </a:rPr>
              <a:t>1/10</a:t>
            </a:r>
          </a:p>
        </p:txBody>
      </p:sp>
    </p:spTree>
    <p:extLst>
      <p:ext uri="{BB962C8B-B14F-4D97-AF65-F5344CB8AC3E}">
        <p14:creationId xmlns:p14="http://schemas.microsoft.com/office/powerpoint/2010/main" val="395413771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C49DD7-B2B7-34A7-A5B8-EAF1715FF6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61C4FFBF-DCE6-E5A1-C361-22E248E4032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28676" y="764704"/>
            <a:ext cx="8640960" cy="6480720"/>
          </a:xfrm>
        </p:spPr>
        <p:txBody>
          <a:bodyPr>
            <a:noAutofit/>
          </a:bodyPr>
          <a:lstStyle/>
          <a:p>
            <a:r>
              <a:rPr lang="en-GB" sz="3600" dirty="0">
                <a:solidFill>
                  <a:schemeClr val="bg1"/>
                </a:solidFill>
              </a:rPr>
              <a:t>Enter in (Enter in)</a:t>
            </a:r>
          </a:p>
          <a:p>
            <a:r>
              <a:rPr lang="en-GB" sz="3600" dirty="0">
                <a:solidFill>
                  <a:schemeClr val="bg1"/>
                </a:solidFill>
              </a:rPr>
              <a:t>His courts with praise (His courts with praise)</a:t>
            </a:r>
          </a:p>
          <a:p>
            <a:r>
              <a:rPr lang="en-GB" sz="3600" dirty="0">
                <a:solidFill>
                  <a:schemeClr val="bg1"/>
                </a:solidFill>
              </a:rPr>
              <a:t>For He is greatly (He is greatly)</a:t>
            </a:r>
          </a:p>
          <a:p>
            <a:r>
              <a:rPr lang="en-GB" sz="3600" dirty="0">
                <a:solidFill>
                  <a:schemeClr val="bg1"/>
                </a:solidFill>
              </a:rPr>
              <a:t>To be praised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A0BFF33-1B50-1A18-6F77-6FA2008844EA}"/>
              </a:ext>
            </a:extLst>
          </p:cNvPr>
          <p:cNvSpPr txBox="1"/>
          <p:nvPr/>
        </p:nvSpPr>
        <p:spPr>
          <a:xfrm>
            <a:off x="8316416" y="34330"/>
            <a:ext cx="78418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b="1" dirty="0">
                <a:solidFill>
                  <a:schemeClr val="bg1"/>
                </a:solidFill>
              </a:rPr>
              <a:t>2/10</a:t>
            </a:r>
          </a:p>
        </p:txBody>
      </p:sp>
    </p:spTree>
    <p:extLst>
      <p:ext uri="{BB962C8B-B14F-4D97-AF65-F5344CB8AC3E}">
        <p14:creationId xmlns:p14="http://schemas.microsoft.com/office/powerpoint/2010/main" val="313103166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D9D591-AE3A-2618-1CD7-2DC6431062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68EB5AEE-0DF1-B4F6-151C-93F774862EC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28676" y="764704"/>
            <a:ext cx="8640960" cy="6480720"/>
          </a:xfrm>
        </p:spPr>
        <p:txBody>
          <a:bodyPr>
            <a:noAutofit/>
          </a:bodyPr>
          <a:lstStyle/>
          <a:p>
            <a:r>
              <a:rPr lang="en-GB" sz="3600" dirty="0">
                <a:solidFill>
                  <a:schemeClr val="bg1"/>
                </a:solidFill>
              </a:rPr>
              <a:t>What shall we do</a:t>
            </a:r>
          </a:p>
          <a:p>
            <a:r>
              <a:rPr lang="en-GB" sz="3600" dirty="0">
                <a:solidFill>
                  <a:schemeClr val="bg1"/>
                </a:solidFill>
              </a:rPr>
              <a:t>We shall lift up a shout</a:t>
            </a:r>
          </a:p>
          <a:p>
            <a:r>
              <a:rPr lang="en-GB" sz="3600" dirty="0">
                <a:solidFill>
                  <a:schemeClr val="bg1"/>
                </a:solidFill>
              </a:rPr>
              <a:t>What shall we do</a:t>
            </a:r>
          </a:p>
          <a:p>
            <a:r>
              <a:rPr lang="en-GB" sz="3600" dirty="0">
                <a:solidFill>
                  <a:schemeClr val="bg1"/>
                </a:solidFill>
              </a:rPr>
              <a:t>We shall praise Him</a:t>
            </a:r>
          </a:p>
          <a:p>
            <a:r>
              <a:rPr lang="en-GB" sz="3600" dirty="0">
                <a:solidFill>
                  <a:schemeClr val="bg1"/>
                </a:solidFill>
              </a:rPr>
              <a:t>What shall we do</a:t>
            </a:r>
          </a:p>
          <a:p>
            <a:r>
              <a:rPr lang="en-GB" sz="3600" dirty="0">
                <a:solidFill>
                  <a:schemeClr val="bg1"/>
                </a:solidFill>
              </a:rPr>
              <a:t>For our God made a way</a:t>
            </a:r>
          </a:p>
          <a:p>
            <a:r>
              <a:rPr lang="en-GB" sz="3600" dirty="0">
                <a:solidFill>
                  <a:schemeClr val="bg1"/>
                </a:solidFill>
              </a:rPr>
              <a:t>We'll give Him our thanksgiving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0ED0EAE-F0CA-2A45-29DA-0790DB8B210A}"/>
              </a:ext>
            </a:extLst>
          </p:cNvPr>
          <p:cNvSpPr txBox="1"/>
          <p:nvPr/>
        </p:nvSpPr>
        <p:spPr>
          <a:xfrm>
            <a:off x="8240938" y="0"/>
            <a:ext cx="78418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b="1" dirty="0">
                <a:solidFill>
                  <a:schemeClr val="bg1"/>
                </a:solidFill>
              </a:rPr>
              <a:t>3/10</a:t>
            </a:r>
          </a:p>
        </p:txBody>
      </p:sp>
    </p:spTree>
    <p:extLst>
      <p:ext uri="{BB962C8B-B14F-4D97-AF65-F5344CB8AC3E}">
        <p14:creationId xmlns:p14="http://schemas.microsoft.com/office/powerpoint/2010/main" val="129142600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7F335C-AEE2-4CC7-9C26-BD7B43C63B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F28DC42F-7799-DAE4-6F0C-1323E873083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28676" y="764704"/>
            <a:ext cx="8640960" cy="6480720"/>
          </a:xfrm>
        </p:spPr>
        <p:txBody>
          <a:bodyPr>
            <a:noAutofit/>
          </a:bodyPr>
          <a:lstStyle/>
          <a:p>
            <a:r>
              <a:rPr lang="en-GB" sz="3600" dirty="0">
                <a:solidFill>
                  <a:schemeClr val="bg1"/>
                </a:solidFill>
              </a:rPr>
              <a:t>Magnify (Magnify)</a:t>
            </a:r>
          </a:p>
          <a:p>
            <a:r>
              <a:rPr lang="en-GB" sz="3600" dirty="0">
                <a:solidFill>
                  <a:schemeClr val="bg1"/>
                </a:solidFill>
              </a:rPr>
              <a:t>His Holy Name (His Holy Name)</a:t>
            </a:r>
          </a:p>
          <a:p>
            <a:r>
              <a:rPr lang="en-GB" sz="3600" dirty="0">
                <a:solidFill>
                  <a:schemeClr val="bg1"/>
                </a:solidFill>
              </a:rPr>
              <a:t>For He is greatly (For He is greatly)</a:t>
            </a:r>
          </a:p>
          <a:p>
            <a:r>
              <a:rPr lang="en-GB" sz="3600" dirty="0">
                <a:solidFill>
                  <a:schemeClr val="bg1"/>
                </a:solidFill>
              </a:rPr>
              <a:t>To be praised (To be praised)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AF542DD-D8C0-735A-9FE5-0F850BBDC1EC}"/>
              </a:ext>
            </a:extLst>
          </p:cNvPr>
          <p:cNvSpPr txBox="1"/>
          <p:nvPr/>
        </p:nvSpPr>
        <p:spPr>
          <a:xfrm>
            <a:off x="8264884" y="-14818"/>
            <a:ext cx="78418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b="1" dirty="0">
                <a:solidFill>
                  <a:schemeClr val="bg1"/>
                </a:solidFill>
              </a:rPr>
              <a:t>4/10</a:t>
            </a:r>
          </a:p>
        </p:txBody>
      </p:sp>
    </p:spTree>
    <p:extLst>
      <p:ext uri="{BB962C8B-B14F-4D97-AF65-F5344CB8AC3E}">
        <p14:creationId xmlns:p14="http://schemas.microsoft.com/office/powerpoint/2010/main" val="175685816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0AC4FD-CC2D-2962-0618-F531E8066F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BC5B6EF0-9D08-FD59-927E-A9811096770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28676" y="764704"/>
            <a:ext cx="8640960" cy="6480720"/>
          </a:xfrm>
        </p:spPr>
        <p:txBody>
          <a:bodyPr>
            <a:noAutofit/>
          </a:bodyPr>
          <a:lstStyle/>
          <a:p>
            <a:r>
              <a:rPr lang="en-GB" sz="3600" dirty="0">
                <a:solidFill>
                  <a:schemeClr val="bg1"/>
                </a:solidFill>
              </a:rPr>
              <a:t>Magnify (Magnify)</a:t>
            </a:r>
          </a:p>
          <a:p>
            <a:r>
              <a:rPr lang="en-GB" sz="3600" dirty="0">
                <a:solidFill>
                  <a:schemeClr val="bg1"/>
                </a:solidFill>
              </a:rPr>
              <a:t>His Holy Name (His Holy Name)</a:t>
            </a:r>
          </a:p>
          <a:p>
            <a:r>
              <a:rPr lang="en-GB" sz="3600" dirty="0">
                <a:solidFill>
                  <a:schemeClr val="bg1"/>
                </a:solidFill>
              </a:rPr>
              <a:t>For He is greatly (For He is greatly)</a:t>
            </a:r>
          </a:p>
          <a:p>
            <a:r>
              <a:rPr lang="en-GB" sz="3600" dirty="0">
                <a:solidFill>
                  <a:schemeClr val="bg1"/>
                </a:solidFill>
              </a:rPr>
              <a:t>To be praised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BAF180A-F50C-F047-FA28-D8A0F38D8779}"/>
              </a:ext>
            </a:extLst>
          </p:cNvPr>
          <p:cNvSpPr txBox="1"/>
          <p:nvPr/>
        </p:nvSpPr>
        <p:spPr>
          <a:xfrm>
            <a:off x="8240938" y="0"/>
            <a:ext cx="78418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b="1" dirty="0">
                <a:solidFill>
                  <a:schemeClr val="bg1"/>
                </a:solidFill>
              </a:rPr>
              <a:t>5/10</a:t>
            </a:r>
          </a:p>
        </p:txBody>
      </p:sp>
    </p:spTree>
    <p:extLst>
      <p:ext uri="{BB962C8B-B14F-4D97-AF65-F5344CB8AC3E}">
        <p14:creationId xmlns:p14="http://schemas.microsoft.com/office/powerpoint/2010/main" val="102422880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33BF4A-7A19-DF6B-3E5B-EDB06679F0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74EBF80F-BD2D-4504-FDA6-86A0FFB9D31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28676" y="764704"/>
            <a:ext cx="8640960" cy="6480720"/>
          </a:xfrm>
        </p:spPr>
        <p:txBody>
          <a:bodyPr>
            <a:noAutofit/>
          </a:bodyPr>
          <a:lstStyle/>
          <a:p>
            <a:r>
              <a:rPr lang="en-GB" sz="3600" dirty="0">
                <a:solidFill>
                  <a:schemeClr val="bg1"/>
                </a:solidFill>
              </a:rPr>
              <a:t>What shall we do</a:t>
            </a:r>
          </a:p>
          <a:p>
            <a:r>
              <a:rPr lang="en-GB" sz="3600" dirty="0">
                <a:solidFill>
                  <a:schemeClr val="bg1"/>
                </a:solidFill>
              </a:rPr>
              <a:t>We shall lift up a shout</a:t>
            </a:r>
          </a:p>
          <a:p>
            <a:r>
              <a:rPr lang="en-GB" sz="3600" dirty="0">
                <a:solidFill>
                  <a:schemeClr val="bg1"/>
                </a:solidFill>
              </a:rPr>
              <a:t>What shall we do</a:t>
            </a:r>
          </a:p>
          <a:p>
            <a:r>
              <a:rPr lang="en-GB" sz="3600" dirty="0">
                <a:solidFill>
                  <a:schemeClr val="bg1"/>
                </a:solidFill>
              </a:rPr>
              <a:t>We shall praise Him</a:t>
            </a:r>
          </a:p>
          <a:p>
            <a:r>
              <a:rPr lang="en-GB" sz="3600" dirty="0">
                <a:solidFill>
                  <a:schemeClr val="bg1"/>
                </a:solidFill>
              </a:rPr>
              <a:t>What shall we do</a:t>
            </a:r>
          </a:p>
          <a:p>
            <a:r>
              <a:rPr lang="en-GB" sz="3600" dirty="0">
                <a:solidFill>
                  <a:schemeClr val="bg1"/>
                </a:solidFill>
              </a:rPr>
              <a:t>For our God made a way</a:t>
            </a:r>
          </a:p>
          <a:p>
            <a:r>
              <a:rPr lang="en-GB" sz="3600" dirty="0">
                <a:solidFill>
                  <a:schemeClr val="bg1"/>
                </a:solidFill>
              </a:rPr>
              <a:t>We'll give Him our thanksgiving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A3B8D22-9B6A-3AB7-A6E5-2A2B516F6DDE}"/>
              </a:ext>
            </a:extLst>
          </p:cNvPr>
          <p:cNvSpPr txBox="1"/>
          <p:nvPr/>
        </p:nvSpPr>
        <p:spPr>
          <a:xfrm>
            <a:off x="8240938" y="0"/>
            <a:ext cx="78418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b="1" dirty="0">
                <a:solidFill>
                  <a:schemeClr val="bg1"/>
                </a:solidFill>
              </a:rPr>
              <a:t>6/10</a:t>
            </a:r>
          </a:p>
        </p:txBody>
      </p:sp>
    </p:spTree>
    <p:extLst>
      <p:ext uri="{BB962C8B-B14F-4D97-AF65-F5344CB8AC3E}">
        <p14:creationId xmlns:p14="http://schemas.microsoft.com/office/powerpoint/2010/main" val="112950507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98001D-BEFE-BD02-199A-A335574E28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077B5509-E76C-AC17-1523-0E59B07336C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28676" y="764704"/>
            <a:ext cx="8640960" cy="6480720"/>
          </a:xfrm>
        </p:spPr>
        <p:txBody>
          <a:bodyPr>
            <a:noAutofit/>
          </a:bodyPr>
          <a:lstStyle/>
          <a:p>
            <a:r>
              <a:rPr lang="en-GB" sz="3600" dirty="0">
                <a:solidFill>
                  <a:schemeClr val="bg1"/>
                </a:solidFill>
              </a:rPr>
              <a:t>Even if the rocks cry out</a:t>
            </a:r>
          </a:p>
          <a:p>
            <a:r>
              <a:rPr lang="en-GB" sz="3600" dirty="0">
                <a:solidFill>
                  <a:schemeClr val="bg1"/>
                </a:solidFill>
              </a:rPr>
              <a:t>We're </a:t>
            </a:r>
            <a:r>
              <a:rPr lang="en-GB" sz="3600" dirty="0" err="1">
                <a:solidFill>
                  <a:schemeClr val="bg1"/>
                </a:solidFill>
              </a:rPr>
              <a:t>gonna</a:t>
            </a:r>
            <a:r>
              <a:rPr lang="en-GB" sz="3600" dirty="0">
                <a:solidFill>
                  <a:schemeClr val="bg1"/>
                </a:solidFill>
              </a:rPr>
              <a:t> drown them out</a:t>
            </a:r>
          </a:p>
          <a:p>
            <a:r>
              <a:rPr lang="en-GB" sz="3600" dirty="0">
                <a:solidFill>
                  <a:schemeClr val="bg1"/>
                </a:solidFill>
              </a:rPr>
              <a:t>With a louder shout of praise</a:t>
            </a:r>
          </a:p>
          <a:p>
            <a:r>
              <a:rPr lang="en-GB" sz="3600" dirty="0">
                <a:solidFill>
                  <a:schemeClr val="bg1"/>
                </a:solidFill>
              </a:rPr>
              <a:t>Even when the battles roar</a:t>
            </a:r>
          </a:p>
          <a:p>
            <a:r>
              <a:rPr lang="en-GB" sz="3600" dirty="0">
                <a:solidFill>
                  <a:schemeClr val="bg1"/>
                </a:solidFill>
              </a:rPr>
              <a:t>We're </a:t>
            </a:r>
            <a:r>
              <a:rPr lang="en-GB" sz="3600" dirty="0" err="1">
                <a:solidFill>
                  <a:schemeClr val="bg1"/>
                </a:solidFill>
              </a:rPr>
              <a:t>gonna</a:t>
            </a:r>
            <a:r>
              <a:rPr lang="en-GB" sz="3600" dirty="0">
                <a:solidFill>
                  <a:schemeClr val="bg1"/>
                </a:solidFill>
              </a:rPr>
              <a:t> praise You Lord</a:t>
            </a:r>
          </a:p>
          <a:p>
            <a:r>
              <a:rPr lang="en-GB" sz="3600" dirty="0" err="1">
                <a:solidFill>
                  <a:schemeClr val="bg1"/>
                </a:solidFill>
              </a:rPr>
              <a:t>'Cause</a:t>
            </a:r>
            <a:r>
              <a:rPr lang="en-GB" sz="3600" dirty="0">
                <a:solidFill>
                  <a:schemeClr val="bg1"/>
                </a:solidFill>
              </a:rPr>
              <a:t> You are always worthy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8A1AA6E-5855-5DDA-44D4-8AC95B35777E}"/>
              </a:ext>
            </a:extLst>
          </p:cNvPr>
          <p:cNvSpPr txBox="1"/>
          <p:nvPr/>
        </p:nvSpPr>
        <p:spPr>
          <a:xfrm>
            <a:off x="8245452" y="0"/>
            <a:ext cx="78418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b="1" dirty="0">
                <a:solidFill>
                  <a:schemeClr val="bg1"/>
                </a:solidFill>
              </a:rPr>
              <a:t>7/10</a:t>
            </a:r>
          </a:p>
        </p:txBody>
      </p:sp>
    </p:spTree>
    <p:extLst>
      <p:ext uri="{BB962C8B-B14F-4D97-AF65-F5344CB8AC3E}">
        <p14:creationId xmlns:p14="http://schemas.microsoft.com/office/powerpoint/2010/main" val="428902022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BF56F3-19A2-F7FA-AEDD-C14F1944B3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931A404C-0957-C0C6-585D-5F251D803B1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28676" y="764704"/>
            <a:ext cx="8640960" cy="6480720"/>
          </a:xfrm>
        </p:spPr>
        <p:txBody>
          <a:bodyPr>
            <a:noAutofit/>
          </a:bodyPr>
          <a:lstStyle/>
          <a:p>
            <a:r>
              <a:rPr lang="en-GB" sz="3600" dirty="0">
                <a:solidFill>
                  <a:schemeClr val="bg1"/>
                </a:solidFill>
              </a:rPr>
              <a:t>You are worthy</a:t>
            </a:r>
          </a:p>
          <a:p>
            <a:r>
              <a:rPr lang="en-GB" sz="3600" dirty="0">
                <a:solidFill>
                  <a:schemeClr val="bg1"/>
                </a:solidFill>
              </a:rPr>
              <a:t>Worthy of honour and praise</a:t>
            </a:r>
          </a:p>
          <a:p>
            <a:r>
              <a:rPr lang="en-GB" sz="3600" dirty="0">
                <a:solidFill>
                  <a:schemeClr val="bg1"/>
                </a:solidFill>
              </a:rPr>
              <a:t>You are worthy</a:t>
            </a:r>
          </a:p>
          <a:p>
            <a:r>
              <a:rPr lang="en-GB" sz="3600" dirty="0">
                <a:solidFill>
                  <a:schemeClr val="bg1"/>
                </a:solidFill>
              </a:rPr>
              <a:t>We'll sing it again and again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3397D06-1EC4-A4ED-DB40-F764385EF716}"/>
              </a:ext>
            </a:extLst>
          </p:cNvPr>
          <p:cNvSpPr txBox="1"/>
          <p:nvPr/>
        </p:nvSpPr>
        <p:spPr>
          <a:xfrm>
            <a:off x="8240938" y="0"/>
            <a:ext cx="78418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b="1" dirty="0">
                <a:solidFill>
                  <a:schemeClr val="bg1"/>
                </a:solidFill>
              </a:rPr>
              <a:t>8/10</a:t>
            </a:r>
          </a:p>
        </p:txBody>
      </p:sp>
    </p:spTree>
    <p:extLst>
      <p:ext uri="{BB962C8B-B14F-4D97-AF65-F5344CB8AC3E}">
        <p14:creationId xmlns:p14="http://schemas.microsoft.com/office/powerpoint/2010/main" val="205778154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87FA56-D776-348E-C764-4CAC2F978E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839EF33B-0154-B876-9B16-4EAF4DAF28E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28676" y="764704"/>
            <a:ext cx="8640960" cy="6480720"/>
          </a:xfrm>
        </p:spPr>
        <p:txBody>
          <a:bodyPr>
            <a:noAutofit/>
          </a:bodyPr>
          <a:lstStyle/>
          <a:p>
            <a:r>
              <a:rPr lang="en-GB" sz="3600" dirty="0">
                <a:solidFill>
                  <a:schemeClr val="bg1"/>
                </a:solidFill>
              </a:rPr>
              <a:t>What shall we do</a:t>
            </a:r>
          </a:p>
          <a:p>
            <a:r>
              <a:rPr lang="en-GB" sz="3600" dirty="0">
                <a:solidFill>
                  <a:schemeClr val="bg1"/>
                </a:solidFill>
              </a:rPr>
              <a:t>We shall lift up a shout</a:t>
            </a:r>
          </a:p>
          <a:p>
            <a:r>
              <a:rPr lang="en-GB" sz="3600" dirty="0">
                <a:solidFill>
                  <a:schemeClr val="bg1"/>
                </a:solidFill>
              </a:rPr>
              <a:t>What shall we do</a:t>
            </a:r>
          </a:p>
          <a:p>
            <a:r>
              <a:rPr lang="en-GB" sz="3600" dirty="0">
                <a:solidFill>
                  <a:schemeClr val="bg1"/>
                </a:solidFill>
              </a:rPr>
              <a:t>We shall praise Him</a:t>
            </a:r>
          </a:p>
          <a:p>
            <a:r>
              <a:rPr lang="en-GB" sz="3600" dirty="0">
                <a:solidFill>
                  <a:schemeClr val="bg1"/>
                </a:solidFill>
              </a:rPr>
              <a:t>What shall we do</a:t>
            </a:r>
          </a:p>
          <a:p>
            <a:r>
              <a:rPr lang="en-GB" sz="3600" dirty="0">
                <a:solidFill>
                  <a:schemeClr val="bg1"/>
                </a:solidFill>
              </a:rPr>
              <a:t>For our God made a way</a:t>
            </a:r>
          </a:p>
          <a:p>
            <a:r>
              <a:rPr lang="en-GB" sz="3600" dirty="0">
                <a:solidFill>
                  <a:schemeClr val="bg1"/>
                </a:solidFill>
              </a:rPr>
              <a:t>We'll give Him our thanksgiving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9E7DE05-4DE3-0C2F-7587-2B9FFC6018D6}"/>
              </a:ext>
            </a:extLst>
          </p:cNvPr>
          <p:cNvSpPr txBox="1"/>
          <p:nvPr/>
        </p:nvSpPr>
        <p:spPr>
          <a:xfrm>
            <a:off x="8240938" y="-18246"/>
            <a:ext cx="78418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b="1" dirty="0">
                <a:solidFill>
                  <a:schemeClr val="bg1"/>
                </a:solidFill>
              </a:rPr>
              <a:t>9/10</a:t>
            </a:r>
          </a:p>
        </p:txBody>
      </p:sp>
    </p:spTree>
    <p:extLst>
      <p:ext uri="{BB962C8B-B14F-4D97-AF65-F5344CB8AC3E}">
        <p14:creationId xmlns:p14="http://schemas.microsoft.com/office/powerpoint/2010/main" val="183423273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C212D6-DA77-3F5E-9230-3425426BDD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5C8B8B34-392C-7381-6603-E09FF492CB9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28676" y="764704"/>
            <a:ext cx="8640960" cy="6480720"/>
          </a:xfrm>
        </p:spPr>
        <p:txBody>
          <a:bodyPr>
            <a:noAutofit/>
          </a:bodyPr>
          <a:lstStyle/>
          <a:p>
            <a:r>
              <a:rPr lang="en-GB" sz="3600" dirty="0">
                <a:solidFill>
                  <a:schemeClr val="bg1"/>
                </a:solidFill>
              </a:rPr>
              <a:t>We'll give Him our thanksgiving</a:t>
            </a:r>
          </a:p>
          <a:p>
            <a:r>
              <a:rPr lang="en-GB" sz="3600" dirty="0">
                <a:solidFill>
                  <a:schemeClr val="bg1"/>
                </a:solidFill>
              </a:rPr>
              <a:t>We'll give Him our thanksgiving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BC158C1-5657-BE41-3CAD-B65F60D108E4}"/>
              </a:ext>
            </a:extLst>
          </p:cNvPr>
          <p:cNvSpPr txBox="1"/>
          <p:nvPr/>
        </p:nvSpPr>
        <p:spPr>
          <a:xfrm>
            <a:off x="8231693" y="0"/>
            <a:ext cx="93968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b="1" dirty="0">
                <a:solidFill>
                  <a:schemeClr val="bg1"/>
                </a:solidFill>
              </a:rPr>
              <a:t>10/10</a:t>
            </a:r>
          </a:p>
        </p:txBody>
      </p:sp>
    </p:spTree>
    <p:extLst>
      <p:ext uri="{BB962C8B-B14F-4D97-AF65-F5344CB8AC3E}">
        <p14:creationId xmlns:p14="http://schemas.microsoft.com/office/powerpoint/2010/main" val="410791780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BE67F1-F2F3-3B7A-CCEF-4FECE491DA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896E3FB8-50B8-1F77-B2E8-FFFE2054B44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03118" y="836712"/>
            <a:ext cx="8640960" cy="6480720"/>
          </a:xfrm>
        </p:spPr>
        <p:txBody>
          <a:bodyPr>
            <a:noAutofit/>
          </a:bodyPr>
          <a:lstStyle/>
          <a:p>
            <a:r>
              <a:rPr lang="en-GB" sz="3600" dirty="0">
                <a:solidFill>
                  <a:schemeClr val="bg1"/>
                </a:solidFill>
              </a:rPr>
              <a:t>We were the beggars</a:t>
            </a:r>
          </a:p>
          <a:p>
            <a:r>
              <a:rPr lang="en-GB" sz="3600" dirty="0">
                <a:solidFill>
                  <a:schemeClr val="bg1"/>
                </a:solidFill>
              </a:rPr>
              <a:t>Now we’re royalty</a:t>
            </a:r>
          </a:p>
          <a:p>
            <a:r>
              <a:rPr lang="en-GB" sz="3600" dirty="0">
                <a:solidFill>
                  <a:schemeClr val="bg1"/>
                </a:solidFill>
              </a:rPr>
              <a:t>We were the prisoners</a:t>
            </a:r>
          </a:p>
          <a:p>
            <a:r>
              <a:rPr lang="en-GB" sz="3600" dirty="0">
                <a:solidFill>
                  <a:schemeClr val="bg1"/>
                </a:solidFill>
              </a:rPr>
              <a:t>Now we’re running free</a:t>
            </a:r>
          </a:p>
          <a:p>
            <a:r>
              <a:rPr lang="en-GB" sz="3600" dirty="0">
                <a:solidFill>
                  <a:schemeClr val="bg1"/>
                </a:solidFill>
              </a:rPr>
              <a:t>We are forgiven accepted</a:t>
            </a:r>
          </a:p>
          <a:p>
            <a:r>
              <a:rPr lang="en-GB" sz="3600" dirty="0">
                <a:solidFill>
                  <a:schemeClr val="bg1"/>
                </a:solidFill>
              </a:rPr>
              <a:t>Redeemed by His grace</a:t>
            </a:r>
          </a:p>
          <a:p>
            <a:r>
              <a:rPr lang="en-GB" sz="3600" dirty="0">
                <a:solidFill>
                  <a:schemeClr val="bg1"/>
                </a:solidFill>
              </a:rPr>
              <a:t>Let the house of the Lord sing praise</a:t>
            </a:r>
          </a:p>
          <a:p>
            <a:r>
              <a:rPr lang="en-GB" sz="3600" dirty="0">
                <a:solidFill>
                  <a:schemeClr val="bg1"/>
                </a:solidFill>
              </a:rPr>
              <a:t>(REPEAT)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D9F2C73-ECC7-884B-A55A-D7BE1E8D6563}"/>
              </a:ext>
            </a:extLst>
          </p:cNvPr>
          <p:cNvSpPr txBox="1"/>
          <p:nvPr/>
        </p:nvSpPr>
        <p:spPr>
          <a:xfrm>
            <a:off x="8529729" y="0"/>
            <a:ext cx="62869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b="1" dirty="0">
                <a:solidFill>
                  <a:schemeClr val="bg1"/>
                </a:solidFill>
              </a:rPr>
              <a:t>1/2</a:t>
            </a:r>
          </a:p>
        </p:txBody>
      </p:sp>
    </p:spTree>
    <p:extLst>
      <p:ext uri="{BB962C8B-B14F-4D97-AF65-F5344CB8AC3E}">
        <p14:creationId xmlns:p14="http://schemas.microsoft.com/office/powerpoint/2010/main" val="214940406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854E22-02D1-0AC8-A46B-8F142C8EE5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8F94F9E0-BB21-F638-B918-17D961081B1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34355" y="764704"/>
            <a:ext cx="8640960" cy="6480720"/>
          </a:xfrm>
        </p:spPr>
        <p:txBody>
          <a:bodyPr>
            <a:noAutofit/>
          </a:bodyPr>
          <a:lstStyle/>
          <a:p>
            <a:r>
              <a:rPr lang="en-GB" sz="3600" dirty="0">
                <a:solidFill>
                  <a:schemeClr val="bg1"/>
                </a:solidFill>
              </a:rPr>
              <a:t>There’s joy in the house of the Lord</a:t>
            </a:r>
          </a:p>
          <a:p>
            <a:r>
              <a:rPr lang="en-GB" sz="3600" dirty="0">
                <a:solidFill>
                  <a:schemeClr val="bg1"/>
                </a:solidFill>
              </a:rPr>
              <a:t>Our God is surely in this place</a:t>
            </a:r>
          </a:p>
          <a:p>
            <a:r>
              <a:rPr lang="en-GB" sz="3600" dirty="0">
                <a:solidFill>
                  <a:schemeClr val="bg1"/>
                </a:solidFill>
              </a:rPr>
              <a:t>And we won’t be quiet</a:t>
            </a:r>
          </a:p>
          <a:p>
            <a:r>
              <a:rPr lang="en-GB" sz="3600" dirty="0">
                <a:solidFill>
                  <a:schemeClr val="bg1"/>
                </a:solidFill>
              </a:rPr>
              <a:t>We shout out Your praise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E23EA5D-48CD-038D-027B-5A82F0528E12}"/>
              </a:ext>
            </a:extLst>
          </p:cNvPr>
          <p:cNvSpPr txBox="1"/>
          <p:nvPr/>
        </p:nvSpPr>
        <p:spPr>
          <a:xfrm>
            <a:off x="8529729" y="0"/>
            <a:ext cx="62869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b="1" dirty="0">
                <a:solidFill>
                  <a:schemeClr val="bg1"/>
                </a:solidFill>
              </a:rPr>
              <a:t>2/2</a:t>
            </a:r>
          </a:p>
        </p:txBody>
      </p:sp>
    </p:spTree>
    <p:extLst>
      <p:ext uri="{BB962C8B-B14F-4D97-AF65-F5344CB8AC3E}">
        <p14:creationId xmlns:p14="http://schemas.microsoft.com/office/powerpoint/2010/main" val="393048179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03118" y="764704"/>
            <a:ext cx="8640960" cy="6480720"/>
          </a:xfrm>
        </p:spPr>
        <p:txBody>
          <a:bodyPr>
            <a:noAutofit/>
          </a:bodyPr>
          <a:lstStyle/>
          <a:p>
            <a:r>
              <a:rPr lang="en-GB" sz="3600" dirty="0">
                <a:solidFill>
                  <a:schemeClr val="bg1"/>
                </a:solidFill>
              </a:rPr>
              <a:t>We worship the God who was</a:t>
            </a:r>
          </a:p>
          <a:p>
            <a:r>
              <a:rPr lang="en-GB" sz="3600" dirty="0">
                <a:solidFill>
                  <a:schemeClr val="bg1"/>
                </a:solidFill>
              </a:rPr>
              <a:t>We worship the God who is</a:t>
            </a:r>
          </a:p>
          <a:p>
            <a:r>
              <a:rPr lang="en-GB" sz="3600" dirty="0">
                <a:solidFill>
                  <a:schemeClr val="bg1"/>
                </a:solidFill>
              </a:rPr>
              <a:t>We worship the God who evermore will be</a:t>
            </a:r>
          </a:p>
          <a:p>
            <a:r>
              <a:rPr lang="en-GB" sz="3600" dirty="0">
                <a:solidFill>
                  <a:schemeClr val="bg1"/>
                </a:solidFill>
              </a:rPr>
              <a:t>He opened the prison doors</a:t>
            </a:r>
          </a:p>
          <a:p>
            <a:r>
              <a:rPr lang="en-GB" sz="3600" dirty="0">
                <a:solidFill>
                  <a:schemeClr val="bg1"/>
                </a:solidFill>
              </a:rPr>
              <a:t>He parted the raging sea</a:t>
            </a:r>
          </a:p>
          <a:p>
            <a:r>
              <a:rPr lang="en-GB" sz="3600" dirty="0">
                <a:solidFill>
                  <a:schemeClr val="bg1"/>
                </a:solidFill>
              </a:rPr>
              <a:t>My God He holds the victory yeah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29729" y="0"/>
            <a:ext cx="62869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b="1" dirty="0">
                <a:solidFill>
                  <a:schemeClr val="bg1"/>
                </a:solidFill>
              </a:rPr>
              <a:t>1/9</a:t>
            </a:r>
          </a:p>
        </p:txBody>
      </p:sp>
    </p:spTree>
    <p:extLst>
      <p:ext uri="{BB962C8B-B14F-4D97-AF65-F5344CB8AC3E}">
        <p14:creationId xmlns:p14="http://schemas.microsoft.com/office/powerpoint/2010/main" val="401407138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1520" y="764704"/>
            <a:ext cx="8640960" cy="6480720"/>
          </a:xfrm>
        </p:spPr>
        <p:txBody>
          <a:bodyPr>
            <a:noAutofit/>
          </a:bodyPr>
          <a:lstStyle/>
          <a:p>
            <a:r>
              <a:rPr lang="en-GB" sz="3600" dirty="0">
                <a:solidFill>
                  <a:schemeClr val="bg1"/>
                </a:solidFill>
              </a:rPr>
              <a:t>There’s joy in the house of the Lord</a:t>
            </a:r>
          </a:p>
          <a:p>
            <a:r>
              <a:rPr lang="en-GB" sz="3600" dirty="0">
                <a:solidFill>
                  <a:schemeClr val="bg1"/>
                </a:solidFill>
              </a:rPr>
              <a:t>There’s joy in the house of the Lord today</a:t>
            </a:r>
          </a:p>
          <a:p>
            <a:r>
              <a:rPr lang="en-GB" sz="3600" dirty="0">
                <a:solidFill>
                  <a:schemeClr val="bg1"/>
                </a:solidFill>
              </a:rPr>
              <a:t>And we won’t be quiet</a:t>
            </a:r>
          </a:p>
          <a:p>
            <a:r>
              <a:rPr lang="en-GB" sz="3600" dirty="0">
                <a:solidFill>
                  <a:schemeClr val="bg1"/>
                </a:solidFill>
              </a:rPr>
              <a:t>We shout out Your praise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29729" y="0"/>
            <a:ext cx="62869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b="1" dirty="0">
                <a:solidFill>
                  <a:schemeClr val="bg1"/>
                </a:solidFill>
              </a:rPr>
              <a:t>2/9</a:t>
            </a:r>
          </a:p>
        </p:txBody>
      </p:sp>
    </p:spTree>
    <p:extLst>
      <p:ext uri="{BB962C8B-B14F-4D97-AF65-F5344CB8AC3E}">
        <p14:creationId xmlns:p14="http://schemas.microsoft.com/office/powerpoint/2010/main" val="217563583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34355" y="764704"/>
            <a:ext cx="8640960" cy="6480720"/>
          </a:xfrm>
        </p:spPr>
        <p:txBody>
          <a:bodyPr>
            <a:noAutofit/>
          </a:bodyPr>
          <a:lstStyle/>
          <a:p>
            <a:r>
              <a:rPr lang="en-GB" sz="3600" dirty="0">
                <a:solidFill>
                  <a:schemeClr val="bg1"/>
                </a:solidFill>
              </a:rPr>
              <a:t>There’s joy in the house of the Lord</a:t>
            </a:r>
          </a:p>
          <a:p>
            <a:r>
              <a:rPr lang="en-GB" sz="3600" dirty="0">
                <a:solidFill>
                  <a:schemeClr val="bg1"/>
                </a:solidFill>
              </a:rPr>
              <a:t>Our God is surely in this place</a:t>
            </a:r>
          </a:p>
          <a:p>
            <a:r>
              <a:rPr lang="en-GB" sz="3600" dirty="0">
                <a:solidFill>
                  <a:schemeClr val="bg1"/>
                </a:solidFill>
              </a:rPr>
              <a:t>And we won’t be quiet</a:t>
            </a:r>
          </a:p>
          <a:p>
            <a:r>
              <a:rPr lang="en-GB" sz="3600" dirty="0">
                <a:solidFill>
                  <a:schemeClr val="bg1"/>
                </a:solidFill>
              </a:rPr>
              <a:t>We shout out Your praise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29729" y="0"/>
            <a:ext cx="62869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b="1" dirty="0">
                <a:solidFill>
                  <a:schemeClr val="bg1"/>
                </a:solidFill>
              </a:rPr>
              <a:t>3/9</a:t>
            </a:r>
          </a:p>
        </p:txBody>
      </p:sp>
    </p:spTree>
    <p:extLst>
      <p:ext uri="{BB962C8B-B14F-4D97-AF65-F5344CB8AC3E}">
        <p14:creationId xmlns:p14="http://schemas.microsoft.com/office/powerpoint/2010/main" val="135513736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23528" y="764704"/>
            <a:ext cx="8640960" cy="6480720"/>
          </a:xfrm>
        </p:spPr>
        <p:txBody>
          <a:bodyPr>
            <a:noAutofit/>
          </a:bodyPr>
          <a:lstStyle/>
          <a:p>
            <a:r>
              <a:rPr lang="en-GB" sz="3600" dirty="0">
                <a:solidFill>
                  <a:schemeClr val="bg1"/>
                </a:solidFill>
              </a:rPr>
              <a:t>We sing to the God who heals</a:t>
            </a:r>
          </a:p>
          <a:p>
            <a:r>
              <a:rPr lang="en-GB" sz="3600" dirty="0">
                <a:solidFill>
                  <a:schemeClr val="bg1"/>
                </a:solidFill>
              </a:rPr>
              <a:t>We sing to the God who saves</a:t>
            </a:r>
          </a:p>
          <a:p>
            <a:r>
              <a:rPr lang="en-GB" sz="3600" dirty="0">
                <a:solidFill>
                  <a:schemeClr val="bg1"/>
                </a:solidFill>
              </a:rPr>
              <a:t>We sing to the God who always makes a way</a:t>
            </a:r>
          </a:p>
          <a:p>
            <a:r>
              <a:rPr lang="en-GB" sz="3600" dirty="0" err="1">
                <a:solidFill>
                  <a:schemeClr val="bg1"/>
                </a:solidFill>
              </a:rPr>
              <a:t>'Cause</a:t>
            </a:r>
            <a:r>
              <a:rPr lang="en-GB" sz="3600" dirty="0">
                <a:solidFill>
                  <a:schemeClr val="bg1"/>
                </a:solidFill>
              </a:rPr>
              <a:t> He hung up on that cross</a:t>
            </a:r>
          </a:p>
          <a:p>
            <a:r>
              <a:rPr lang="en-GB" sz="3600" dirty="0">
                <a:solidFill>
                  <a:schemeClr val="bg1"/>
                </a:solidFill>
              </a:rPr>
              <a:t>Then He rose up from that grave</a:t>
            </a:r>
          </a:p>
          <a:p>
            <a:r>
              <a:rPr lang="en-GB" sz="3600" dirty="0">
                <a:solidFill>
                  <a:schemeClr val="bg1"/>
                </a:solidFill>
              </a:rPr>
              <a:t>My God’s still rolling stones away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29729" y="0"/>
            <a:ext cx="62869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b="1" dirty="0">
                <a:solidFill>
                  <a:schemeClr val="bg1"/>
                </a:solidFill>
              </a:rPr>
              <a:t>4/9</a:t>
            </a:r>
          </a:p>
        </p:txBody>
      </p:sp>
    </p:spTree>
    <p:extLst>
      <p:ext uri="{BB962C8B-B14F-4D97-AF65-F5344CB8AC3E}">
        <p14:creationId xmlns:p14="http://schemas.microsoft.com/office/powerpoint/2010/main" val="313442268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1520" y="764704"/>
            <a:ext cx="8640960" cy="6480720"/>
          </a:xfrm>
        </p:spPr>
        <p:txBody>
          <a:bodyPr>
            <a:noAutofit/>
          </a:bodyPr>
          <a:lstStyle/>
          <a:p>
            <a:r>
              <a:rPr lang="en-GB" sz="3600" dirty="0">
                <a:solidFill>
                  <a:schemeClr val="bg1"/>
                </a:solidFill>
              </a:rPr>
              <a:t>There’s joy in the house of the Lord</a:t>
            </a:r>
          </a:p>
          <a:p>
            <a:r>
              <a:rPr lang="en-GB" sz="3600" dirty="0">
                <a:solidFill>
                  <a:schemeClr val="bg1"/>
                </a:solidFill>
              </a:rPr>
              <a:t>There’s joy in the house of the Lord today</a:t>
            </a:r>
          </a:p>
          <a:p>
            <a:r>
              <a:rPr lang="en-GB" sz="3600" dirty="0">
                <a:solidFill>
                  <a:schemeClr val="bg1"/>
                </a:solidFill>
              </a:rPr>
              <a:t>And we won’t be quiet</a:t>
            </a:r>
          </a:p>
          <a:p>
            <a:r>
              <a:rPr lang="en-GB" sz="3600" dirty="0">
                <a:solidFill>
                  <a:schemeClr val="bg1"/>
                </a:solidFill>
              </a:rPr>
              <a:t>We shout out Your praise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29729" y="0"/>
            <a:ext cx="62869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b="1" dirty="0">
                <a:solidFill>
                  <a:schemeClr val="bg1"/>
                </a:solidFill>
              </a:rPr>
              <a:t>5/9</a:t>
            </a:r>
          </a:p>
        </p:txBody>
      </p:sp>
    </p:spTree>
    <p:extLst>
      <p:ext uri="{BB962C8B-B14F-4D97-AF65-F5344CB8AC3E}">
        <p14:creationId xmlns:p14="http://schemas.microsoft.com/office/powerpoint/2010/main" val="331380495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34355" y="764704"/>
            <a:ext cx="8640960" cy="6480720"/>
          </a:xfrm>
        </p:spPr>
        <p:txBody>
          <a:bodyPr>
            <a:noAutofit/>
          </a:bodyPr>
          <a:lstStyle/>
          <a:p>
            <a:r>
              <a:rPr lang="en-GB" sz="3600" dirty="0">
                <a:solidFill>
                  <a:schemeClr val="bg1"/>
                </a:solidFill>
              </a:rPr>
              <a:t>There’s joy in the house of the Lord</a:t>
            </a:r>
          </a:p>
          <a:p>
            <a:r>
              <a:rPr lang="en-GB" sz="3600" dirty="0">
                <a:solidFill>
                  <a:schemeClr val="bg1"/>
                </a:solidFill>
              </a:rPr>
              <a:t>Our God is surely in this place</a:t>
            </a:r>
          </a:p>
          <a:p>
            <a:r>
              <a:rPr lang="en-GB" sz="3600" dirty="0">
                <a:solidFill>
                  <a:schemeClr val="bg1"/>
                </a:solidFill>
              </a:rPr>
              <a:t>And we won’t be quiet</a:t>
            </a:r>
          </a:p>
          <a:p>
            <a:r>
              <a:rPr lang="en-GB" sz="3600" dirty="0">
                <a:solidFill>
                  <a:schemeClr val="bg1"/>
                </a:solidFill>
              </a:rPr>
              <a:t>We shout out Your praise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29729" y="0"/>
            <a:ext cx="62869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b="1" dirty="0">
                <a:solidFill>
                  <a:schemeClr val="bg1"/>
                </a:solidFill>
              </a:rPr>
              <a:t>6/9</a:t>
            </a:r>
          </a:p>
        </p:txBody>
      </p:sp>
    </p:spTree>
    <p:extLst>
      <p:ext uri="{BB962C8B-B14F-4D97-AF65-F5344CB8AC3E}">
        <p14:creationId xmlns:p14="http://schemas.microsoft.com/office/powerpoint/2010/main" val="272450359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03118" y="836712"/>
            <a:ext cx="8640960" cy="6480720"/>
          </a:xfrm>
        </p:spPr>
        <p:txBody>
          <a:bodyPr>
            <a:noAutofit/>
          </a:bodyPr>
          <a:lstStyle/>
          <a:p>
            <a:r>
              <a:rPr lang="en-GB" sz="3600" dirty="0">
                <a:solidFill>
                  <a:schemeClr val="bg1"/>
                </a:solidFill>
              </a:rPr>
              <a:t>We were the beggars</a:t>
            </a:r>
          </a:p>
          <a:p>
            <a:r>
              <a:rPr lang="en-GB" sz="3600" dirty="0">
                <a:solidFill>
                  <a:schemeClr val="bg1"/>
                </a:solidFill>
              </a:rPr>
              <a:t>Now we’re royalty</a:t>
            </a:r>
          </a:p>
          <a:p>
            <a:r>
              <a:rPr lang="en-GB" sz="3600" dirty="0">
                <a:solidFill>
                  <a:schemeClr val="bg1"/>
                </a:solidFill>
              </a:rPr>
              <a:t>We were the prisoners</a:t>
            </a:r>
          </a:p>
          <a:p>
            <a:r>
              <a:rPr lang="en-GB" sz="3600" dirty="0">
                <a:solidFill>
                  <a:schemeClr val="bg1"/>
                </a:solidFill>
              </a:rPr>
              <a:t>Now we’re running free</a:t>
            </a:r>
          </a:p>
          <a:p>
            <a:r>
              <a:rPr lang="en-GB" sz="3600" dirty="0">
                <a:solidFill>
                  <a:schemeClr val="bg1"/>
                </a:solidFill>
              </a:rPr>
              <a:t>We are forgiven accepted</a:t>
            </a:r>
          </a:p>
          <a:p>
            <a:r>
              <a:rPr lang="en-GB" sz="3600" dirty="0">
                <a:solidFill>
                  <a:schemeClr val="bg1"/>
                </a:solidFill>
              </a:rPr>
              <a:t>Redeemed by His grace</a:t>
            </a:r>
          </a:p>
          <a:p>
            <a:r>
              <a:rPr lang="en-GB" sz="3600" dirty="0">
                <a:solidFill>
                  <a:schemeClr val="bg1"/>
                </a:solidFill>
              </a:rPr>
              <a:t>Let the house of the Lord sing praise</a:t>
            </a:r>
          </a:p>
          <a:p>
            <a:r>
              <a:rPr lang="en-GB" sz="3600" dirty="0">
                <a:solidFill>
                  <a:schemeClr val="bg1"/>
                </a:solidFill>
              </a:rPr>
              <a:t>(REPEAT)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29729" y="0"/>
            <a:ext cx="62869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b="1" dirty="0">
                <a:solidFill>
                  <a:schemeClr val="bg1"/>
                </a:solidFill>
              </a:rPr>
              <a:t>7/9</a:t>
            </a:r>
          </a:p>
        </p:txBody>
      </p:sp>
    </p:spTree>
    <p:extLst>
      <p:ext uri="{BB962C8B-B14F-4D97-AF65-F5344CB8AC3E}">
        <p14:creationId xmlns:p14="http://schemas.microsoft.com/office/powerpoint/2010/main" val="141923721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1520" y="764704"/>
            <a:ext cx="8640960" cy="6480720"/>
          </a:xfrm>
        </p:spPr>
        <p:txBody>
          <a:bodyPr>
            <a:noAutofit/>
          </a:bodyPr>
          <a:lstStyle/>
          <a:p>
            <a:r>
              <a:rPr lang="en-GB" sz="3600" dirty="0">
                <a:solidFill>
                  <a:schemeClr val="bg1"/>
                </a:solidFill>
              </a:rPr>
              <a:t>There’s joy in the house of the Lord</a:t>
            </a:r>
          </a:p>
          <a:p>
            <a:r>
              <a:rPr lang="en-GB" sz="3600" dirty="0">
                <a:solidFill>
                  <a:schemeClr val="bg1"/>
                </a:solidFill>
              </a:rPr>
              <a:t>There’s joy in the house of the Lord today</a:t>
            </a:r>
          </a:p>
          <a:p>
            <a:r>
              <a:rPr lang="en-GB" sz="3600" dirty="0">
                <a:solidFill>
                  <a:schemeClr val="bg1"/>
                </a:solidFill>
              </a:rPr>
              <a:t>And we won’t be quiet</a:t>
            </a:r>
          </a:p>
          <a:p>
            <a:r>
              <a:rPr lang="en-GB" sz="3600" dirty="0">
                <a:solidFill>
                  <a:schemeClr val="bg1"/>
                </a:solidFill>
              </a:rPr>
              <a:t>We shout out Your praise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29729" y="0"/>
            <a:ext cx="62869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b="1" dirty="0">
                <a:solidFill>
                  <a:schemeClr val="bg1"/>
                </a:solidFill>
              </a:rPr>
              <a:t>8/9</a:t>
            </a:r>
          </a:p>
        </p:txBody>
      </p:sp>
    </p:spTree>
    <p:extLst>
      <p:ext uri="{BB962C8B-B14F-4D97-AF65-F5344CB8AC3E}">
        <p14:creationId xmlns:p14="http://schemas.microsoft.com/office/powerpoint/2010/main" val="58873398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34355" y="764704"/>
            <a:ext cx="8640960" cy="6480720"/>
          </a:xfrm>
        </p:spPr>
        <p:txBody>
          <a:bodyPr>
            <a:noAutofit/>
          </a:bodyPr>
          <a:lstStyle/>
          <a:p>
            <a:r>
              <a:rPr lang="en-GB" sz="3600" dirty="0">
                <a:solidFill>
                  <a:schemeClr val="bg1"/>
                </a:solidFill>
              </a:rPr>
              <a:t>There’s joy in the house of the Lord</a:t>
            </a:r>
          </a:p>
          <a:p>
            <a:r>
              <a:rPr lang="en-GB" sz="3600" dirty="0">
                <a:solidFill>
                  <a:schemeClr val="bg1"/>
                </a:solidFill>
              </a:rPr>
              <a:t>Our God is surely in this place</a:t>
            </a:r>
          </a:p>
          <a:p>
            <a:r>
              <a:rPr lang="en-GB" sz="3600" dirty="0">
                <a:solidFill>
                  <a:schemeClr val="bg1"/>
                </a:solidFill>
              </a:rPr>
              <a:t>And we won’t be quiet</a:t>
            </a:r>
          </a:p>
          <a:p>
            <a:r>
              <a:rPr lang="en-GB" sz="3600" dirty="0">
                <a:solidFill>
                  <a:schemeClr val="bg1"/>
                </a:solidFill>
              </a:rPr>
              <a:t>We shout out Your praise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29729" y="0"/>
            <a:ext cx="62869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b="1" dirty="0">
                <a:solidFill>
                  <a:schemeClr val="bg1"/>
                </a:solidFill>
              </a:rPr>
              <a:t>9/9</a:t>
            </a:r>
          </a:p>
        </p:txBody>
      </p:sp>
    </p:spTree>
    <p:extLst>
      <p:ext uri="{BB962C8B-B14F-4D97-AF65-F5344CB8AC3E}">
        <p14:creationId xmlns:p14="http://schemas.microsoft.com/office/powerpoint/2010/main" val="183602864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08BEA3-BB11-B96D-C74C-DC5BC4E0B2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C6A7431E-85E5-C8E9-2986-7137C87589E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51520" y="908720"/>
            <a:ext cx="8640960" cy="6480720"/>
          </a:xfrm>
        </p:spPr>
        <p:txBody>
          <a:bodyPr>
            <a:noAutofit/>
          </a:bodyPr>
          <a:lstStyle/>
          <a:p>
            <a:r>
              <a:rPr lang="en-GB" sz="4000" dirty="0" err="1">
                <a:solidFill>
                  <a:schemeClr val="bg1"/>
                </a:solidFill>
              </a:rPr>
              <a:t>Ev'ry</a:t>
            </a:r>
            <a:r>
              <a:rPr lang="en-GB" sz="4000" dirty="0">
                <a:solidFill>
                  <a:schemeClr val="bg1"/>
                </a:solidFill>
              </a:rPr>
              <a:t> tongue in heaven and earth</a:t>
            </a:r>
          </a:p>
          <a:p>
            <a:r>
              <a:rPr lang="en-GB" sz="4000" dirty="0">
                <a:solidFill>
                  <a:schemeClr val="bg1"/>
                </a:solidFill>
              </a:rPr>
              <a:t>Shall declare Your glory</a:t>
            </a:r>
          </a:p>
          <a:p>
            <a:r>
              <a:rPr lang="en-GB" sz="4000" dirty="0" err="1">
                <a:solidFill>
                  <a:schemeClr val="bg1"/>
                </a:solidFill>
              </a:rPr>
              <a:t>Ev'ry</a:t>
            </a:r>
            <a:r>
              <a:rPr lang="en-GB" sz="4000" dirty="0">
                <a:solidFill>
                  <a:schemeClr val="bg1"/>
                </a:solidFill>
              </a:rPr>
              <a:t> knee shall bow at Your throne</a:t>
            </a:r>
          </a:p>
          <a:p>
            <a:r>
              <a:rPr lang="en-GB" sz="4000" dirty="0">
                <a:solidFill>
                  <a:schemeClr val="bg1"/>
                </a:solidFill>
              </a:rPr>
              <a:t>In worship</a:t>
            </a:r>
          </a:p>
          <a:p>
            <a:r>
              <a:rPr lang="en-GB" sz="4000" dirty="0">
                <a:solidFill>
                  <a:schemeClr val="bg1"/>
                </a:solidFill>
              </a:rPr>
              <a:t>You will be exalted O God</a:t>
            </a:r>
          </a:p>
          <a:p>
            <a:r>
              <a:rPr lang="en-GB" sz="4000" dirty="0">
                <a:solidFill>
                  <a:schemeClr val="bg1"/>
                </a:solidFill>
              </a:rPr>
              <a:t>And Your kingdom shall not pass away</a:t>
            </a:r>
          </a:p>
          <a:p>
            <a:r>
              <a:rPr lang="en-GB" sz="4000" dirty="0">
                <a:solidFill>
                  <a:schemeClr val="bg1"/>
                </a:solidFill>
              </a:rPr>
              <a:t>O Ancient of Days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C21A33B-7059-9ECB-59CB-69D663651692}"/>
              </a:ext>
            </a:extLst>
          </p:cNvPr>
          <p:cNvSpPr txBox="1"/>
          <p:nvPr/>
        </p:nvSpPr>
        <p:spPr>
          <a:xfrm>
            <a:off x="8529729" y="0"/>
            <a:ext cx="62869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b="1" dirty="0">
                <a:solidFill>
                  <a:schemeClr val="bg1"/>
                </a:solidFill>
              </a:rPr>
              <a:t>1/4</a:t>
            </a:r>
          </a:p>
        </p:txBody>
      </p:sp>
    </p:spTree>
    <p:extLst>
      <p:ext uri="{BB962C8B-B14F-4D97-AF65-F5344CB8AC3E}">
        <p14:creationId xmlns:p14="http://schemas.microsoft.com/office/powerpoint/2010/main" val="97146522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1520" y="908720"/>
            <a:ext cx="8640960" cy="6480720"/>
          </a:xfrm>
        </p:spPr>
        <p:txBody>
          <a:bodyPr>
            <a:noAutofit/>
          </a:bodyPr>
          <a:lstStyle/>
          <a:p>
            <a:r>
              <a:rPr lang="en-GB" sz="4000" dirty="0">
                <a:solidFill>
                  <a:schemeClr val="bg1"/>
                </a:solidFill>
              </a:rPr>
              <a:t>Blessing and </a:t>
            </a:r>
            <a:r>
              <a:rPr lang="en-GB" sz="4000" dirty="0" err="1">
                <a:solidFill>
                  <a:schemeClr val="bg1"/>
                </a:solidFill>
              </a:rPr>
              <a:t>honor</a:t>
            </a:r>
            <a:r>
              <a:rPr lang="en-GB" sz="4000" dirty="0">
                <a:solidFill>
                  <a:schemeClr val="bg1"/>
                </a:solidFill>
              </a:rPr>
              <a:t> glory and power</a:t>
            </a:r>
          </a:p>
          <a:p>
            <a:r>
              <a:rPr lang="en-GB" sz="4000" dirty="0">
                <a:solidFill>
                  <a:schemeClr val="bg1"/>
                </a:solidFill>
              </a:rPr>
              <a:t>Be unto the Ancient of Days</a:t>
            </a:r>
          </a:p>
          <a:p>
            <a:r>
              <a:rPr lang="en-GB" sz="4000" dirty="0">
                <a:solidFill>
                  <a:schemeClr val="bg1"/>
                </a:solidFill>
              </a:rPr>
              <a:t>From </a:t>
            </a:r>
            <a:r>
              <a:rPr lang="en-GB" sz="4000" dirty="0" err="1">
                <a:solidFill>
                  <a:schemeClr val="bg1"/>
                </a:solidFill>
              </a:rPr>
              <a:t>ev'ry</a:t>
            </a:r>
            <a:r>
              <a:rPr lang="en-GB" sz="4000" dirty="0">
                <a:solidFill>
                  <a:schemeClr val="bg1"/>
                </a:solidFill>
              </a:rPr>
              <a:t> nation all of creation</a:t>
            </a:r>
          </a:p>
          <a:p>
            <a:r>
              <a:rPr lang="en-GB" sz="4000" dirty="0">
                <a:solidFill>
                  <a:schemeClr val="bg1"/>
                </a:solidFill>
              </a:rPr>
              <a:t>Bow before the Ancient of Days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29729" y="0"/>
            <a:ext cx="62869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b="1" dirty="0">
                <a:solidFill>
                  <a:schemeClr val="bg1"/>
                </a:solidFill>
              </a:rPr>
              <a:t>2/4</a:t>
            </a:r>
          </a:p>
        </p:txBody>
      </p:sp>
    </p:spTree>
    <p:extLst>
      <p:ext uri="{BB962C8B-B14F-4D97-AF65-F5344CB8AC3E}">
        <p14:creationId xmlns:p14="http://schemas.microsoft.com/office/powerpoint/2010/main" val="415703328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1520" y="908720"/>
            <a:ext cx="8640960" cy="6480720"/>
          </a:xfrm>
        </p:spPr>
        <p:txBody>
          <a:bodyPr>
            <a:noAutofit/>
          </a:bodyPr>
          <a:lstStyle/>
          <a:p>
            <a:r>
              <a:rPr lang="en-GB" sz="4000" dirty="0" err="1">
                <a:solidFill>
                  <a:schemeClr val="bg1"/>
                </a:solidFill>
              </a:rPr>
              <a:t>Ev'ry</a:t>
            </a:r>
            <a:r>
              <a:rPr lang="en-GB" sz="4000" dirty="0">
                <a:solidFill>
                  <a:schemeClr val="bg1"/>
                </a:solidFill>
              </a:rPr>
              <a:t> tongue in heaven and earth</a:t>
            </a:r>
          </a:p>
          <a:p>
            <a:r>
              <a:rPr lang="en-GB" sz="4000" dirty="0">
                <a:solidFill>
                  <a:schemeClr val="bg1"/>
                </a:solidFill>
              </a:rPr>
              <a:t>Shall declare Your glory</a:t>
            </a:r>
          </a:p>
          <a:p>
            <a:r>
              <a:rPr lang="en-GB" sz="4000" dirty="0" err="1">
                <a:solidFill>
                  <a:schemeClr val="bg1"/>
                </a:solidFill>
              </a:rPr>
              <a:t>Ev'ry</a:t>
            </a:r>
            <a:r>
              <a:rPr lang="en-GB" sz="4000" dirty="0">
                <a:solidFill>
                  <a:schemeClr val="bg1"/>
                </a:solidFill>
              </a:rPr>
              <a:t> knee shall bow at Your throne</a:t>
            </a:r>
          </a:p>
          <a:p>
            <a:r>
              <a:rPr lang="en-GB" sz="4000" dirty="0">
                <a:solidFill>
                  <a:schemeClr val="bg1"/>
                </a:solidFill>
              </a:rPr>
              <a:t>In worship</a:t>
            </a:r>
          </a:p>
          <a:p>
            <a:r>
              <a:rPr lang="en-GB" sz="4000" dirty="0">
                <a:solidFill>
                  <a:schemeClr val="bg1"/>
                </a:solidFill>
              </a:rPr>
              <a:t>You will be exalted O God</a:t>
            </a:r>
          </a:p>
          <a:p>
            <a:r>
              <a:rPr lang="en-GB" sz="4000" dirty="0">
                <a:solidFill>
                  <a:schemeClr val="bg1"/>
                </a:solidFill>
              </a:rPr>
              <a:t>And Your kingdom shall not pass away</a:t>
            </a:r>
          </a:p>
          <a:p>
            <a:r>
              <a:rPr lang="en-GB" sz="4000" dirty="0">
                <a:solidFill>
                  <a:schemeClr val="bg1"/>
                </a:solidFill>
              </a:rPr>
              <a:t>O Ancient of Days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29729" y="0"/>
            <a:ext cx="62869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b="1" dirty="0">
                <a:solidFill>
                  <a:schemeClr val="bg1"/>
                </a:solidFill>
              </a:rPr>
              <a:t>3/4</a:t>
            </a:r>
          </a:p>
        </p:txBody>
      </p:sp>
    </p:spTree>
    <p:extLst>
      <p:ext uri="{BB962C8B-B14F-4D97-AF65-F5344CB8AC3E}">
        <p14:creationId xmlns:p14="http://schemas.microsoft.com/office/powerpoint/2010/main" val="138795831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1520" y="908720"/>
            <a:ext cx="8640960" cy="6480720"/>
          </a:xfrm>
        </p:spPr>
        <p:txBody>
          <a:bodyPr>
            <a:noAutofit/>
          </a:bodyPr>
          <a:lstStyle/>
          <a:p>
            <a:r>
              <a:rPr lang="en-GB" sz="4000" dirty="0">
                <a:solidFill>
                  <a:schemeClr val="bg1"/>
                </a:solidFill>
              </a:rPr>
              <a:t>Your kingdom shall reign</a:t>
            </a:r>
          </a:p>
          <a:p>
            <a:r>
              <a:rPr lang="en-GB" sz="4000" dirty="0">
                <a:solidFill>
                  <a:schemeClr val="bg1"/>
                </a:solidFill>
              </a:rPr>
              <a:t>Over all the earth</a:t>
            </a:r>
          </a:p>
          <a:p>
            <a:r>
              <a:rPr lang="en-GB" sz="4000" dirty="0">
                <a:solidFill>
                  <a:schemeClr val="bg1"/>
                </a:solidFill>
              </a:rPr>
              <a:t>Sing unto the Ancient of Days</a:t>
            </a:r>
          </a:p>
          <a:p>
            <a:r>
              <a:rPr lang="en-GB" sz="4000" dirty="0">
                <a:solidFill>
                  <a:schemeClr val="bg1"/>
                </a:solidFill>
              </a:rPr>
              <a:t>For none can compare</a:t>
            </a:r>
          </a:p>
          <a:p>
            <a:r>
              <a:rPr lang="en-GB" sz="4000" dirty="0">
                <a:solidFill>
                  <a:schemeClr val="bg1"/>
                </a:solidFill>
              </a:rPr>
              <a:t>To Your matchless worth</a:t>
            </a:r>
          </a:p>
          <a:p>
            <a:r>
              <a:rPr lang="en-GB" sz="4000" dirty="0">
                <a:solidFill>
                  <a:schemeClr val="bg1"/>
                </a:solidFill>
              </a:rPr>
              <a:t>Sing unto the Ancient of Days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29729" y="0"/>
            <a:ext cx="62869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b="1" dirty="0">
                <a:solidFill>
                  <a:schemeClr val="bg1"/>
                </a:solidFill>
              </a:rPr>
              <a:t>4/4</a:t>
            </a:r>
          </a:p>
        </p:txBody>
      </p:sp>
    </p:spTree>
    <p:extLst>
      <p:ext uri="{BB962C8B-B14F-4D97-AF65-F5344CB8AC3E}">
        <p14:creationId xmlns:p14="http://schemas.microsoft.com/office/powerpoint/2010/main" val="255702075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1592616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1520" y="836712"/>
            <a:ext cx="8640960" cy="6480720"/>
          </a:xfrm>
        </p:spPr>
        <p:txBody>
          <a:bodyPr>
            <a:noAutofit/>
          </a:bodyPr>
          <a:lstStyle/>
          <a:p>
            <a:r>
              <a:rPr lang="en-GB" sz="3600" dirty="0">
                <a:solidFill>
                  <a:schemeClr val="bg1"/>
                </a:solidFill>
              </a:rPr>
              <a:t>Bless the Lord O my soul</a:t>
            </a:r>
          </a:p>
          <a:p>
            <a:r>
              <a:rPr lang="en-GB" sz="3600" dirty="0">
                <a:solidFill>
                  <a:schemeClr val="bg1"/>
                </a:solidFill>
              </a:rPr>
              <a:t>Let all that is within me</a:t>
            </a:r>
          </a:p>
          <a:p>
            <a:r>
              <a:rPr lang="en-GB" sz="3600" dirty="0">
                <a:solidFill>
                  <a:schemeClr val="bg1"/>
                </a:solidFill>
              </a:rPr>
              <a:t>Bless His holy Name</a:t>
            </a:r>
            <a:br>
              <a:rPr lang="en-GB" sz="3600" dirty="0">
                <a:solidFill>
                  <a:schemeClr val="bg1"/>
                </a:solidFill>
              </a:rPr>
            </a:br>
            <a:br>
              <a:rPr lang="en-GB" sz="3600" dirty="0">
                <a:solidFill>
                  <a:schemeClr val="bg1"/>
                </a:solidFill>
              </a:rPr>
            </a:br>
            <a:r>
              <a:rPr lang="en-GB" sz="3600" dirty="0">
                <a:solidFill>
                  <a:schemeClr val="bg1"/>
                </a:solidFill>
              </a:rPr>
              <a:t>He has done great things X3</a:t>
            </a:r>
          </a:p>
          <a:p>
            <a:r>
              <a:rPr lang="en-GB" sz="3600" dirty="0">
                <a:solidFill>
                  <a:schemeClr val="bg1"/>
                </a:solidFill>
              </a:rPr>
              <a:t>Bless His holy Name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29729" y="0"/>
            <a:ext cx="62869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b="1" dirty="0">
                <a:solidFill>
                  <a:schemeClr val="bg1"/>
                </a:solidFill>
              </a:rPr>
              <a:t>1/1</a:t>
            </a:r>
          </a:p>
        </p:txBody>
      </p:sp>
    </p:spTree>
    <p:extLst>
      <p:ext uri="{BB962C8B-B14F-4D97-AF65-F5344CB8AC3E}">
        <p14:creationId xmlns:p14="http://schemas.microsoft.com/office/powerpoint/2010/main" val="40398750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2FAEFD-74E1-5CD5-17DA-D55DCB887D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64D138E6-5B50-FE2F-20E9-D507AEA1423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51520" y="836712"/>
            <a:ext cx="8640960" cy="6480720"/>
          </a:xfrm>
        </p:spPr>
        <p:txBody>
          <a:bodyPr>
            <a:noAutofit/>
          </a:bodyPr>
          <a:lstStyle/>
          <a:p>
            <a:r>
              <a:rPr lang="en-GB" sz="3600" dirty="0">
                <a:solidFill>
                  <a:schemeClr val="bg1"/>
                </a:solidFill>
              </a:rPr>
              <a:t>Bless the Lord O my soul O my soul</a:t>
            </a:r>
          </a:p>
          <a:p>
            <a:r>
              <a:rPr lang="en-GB" sz="3600" dirty="0">
                <a:solidFill>
                  <a:schemeClr val="bg1"/>
                </a:solidFill>
              </a:rPr>
              <a:t>Worship His holy name</a:t>
            </a:r>
          </a:p>
          <a:p>
            <a:r>
              <a:rPr lang="en-GB" sz="3600" dirty="0">
                <a:solidFill>
                  <a:schemeClr val="bg1"/>
                </a:solidFill>
              </a:rPr>
              <a:t>Sing like never before O my soul</a:t>
            </a:r>
          </a:p>
          <a:p>
            <a:r>
              <a:rPr lang="en-GB" sz="3600" dirty="0">
                <a:solidFill>
                  <a:schemeClr val="bg1"/>
                </a:solidFill>
              </a:rPr>
              <a:t>I'll worship Your holy name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7A7D45A-BB74-A802-993C-9AF672A9A86C}"/>
              </a:ext>
            </a:extLst>
          </p:cNvPr>
          <p:cNvSpPr txBox="1"/>
          <p:nvPr/>
        </p:nvSpPr>
        <p:spPr>
          <a:xfrm>
            <a:off x="8529729" y="0"/>
            <a:ext cx="62869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b="1" dirty="0">
                <a:solidFill>
                  <a:schemeClr val="bg1"/>
                </a:solidFill>
              </a:rPr>
              <a:t>1/7</a:t>
            </a:r>
          </a:p>
        </p:txBody>
      </p:sp>
    </p:spTree>
    <p:extLst>
      <p:ext uri="{BB962C8B-B14F-4D97-AF65-F5344CB8AC3E}">
        <p14:creationId xmlns:p14="http://schemas.microsoft.com/office/powerpoint/2010/main" val="349137658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1520" y="764704"/>
            <a:ext cx="8640960" cy="6480720"/>
          </a:xfrm>
        </p:spPr>
        <p:txBody>
          <a:bodyPr>
            <a:noAutofit/>
          </a:bodyPr>
          <a:lstStyle/>
          <a:p>
            <a:r>
              <a:rPr lang="en-GB" sz="3600" dirty="0">
                <a:solidFill>
                  <a:schemeClr val="bg1"/>
                </a:solidFill>
              </a:rPr>
              <a:t>The sun comes up it's a new day dawning</a:t>
            </a:r>
          </a:p>
          <a:p>
            <a:r>
              <a:rPr lang="en-GB" sz="3600" dirty="0">
                <a:solidFill>
                  <a:schemeClr val="bg1"/>
                </a:solidFill>
              </a:rPr>
              <a:t>It's time to sing Your song again</a:t>
            </a:r>
          </a:p>
          <a:p>
            <a:r>
              <a:rPr lang="en-GB" sz="3600" dirty="0">
                <a:solidFill>
                  <a:schemeClr val="bg1"/>
                </a:solidFill>
              </a:rPr>
              <a:t>Whatever may pass and whatever lies before me</a:t>
            </a:r>
          </a:p>
          <a:p>
            <a:r>
              <a:rPr lang="en-GB" sz="3600" dirty="0">
                <a:solidFill>
                  <a:schemeClr val="bg1"/>
                </a:solidFill>
              </a:rPr>
              <a:t>Let me be singing when the evening comes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29729" y="0"/>
            <a:ext cx="62869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b="1" dirty="0">
                <a:solidFill>
                  <a:schemeClr val="bg1"/>
                </a:solidFill>
              </a:rPr>
              <a:t>2/7</a:t>
            </a:r>
          </a:p>
        </p:txBody>
      </p:sp>
    </p:spTree>
    <p:extLst>
      <p:ext uri="{BB962C8B-B14F-4D97-AF65-F5344CB8AC3E}">
        <p14:creationId xmlns:p14="http://schemas.microsoft.com/office/powerpoint/2010/main" val="36509513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1520" y="764704"/>
            <a:ext cx="8640960" cy="6480720"/>
          </a:xfrm>
        </p:spPr>
        <p:txBody>
          <a:bodyPr>
            <a:noAutofit/>
          </a:bodyPr>
          <a:lstStyle/>
          <a:p>
            <a:r>
              <a:rPr lang="en-GB" sz="3600" dirty="0">
                <a:solidFill>
                  <a:schemeClr val="bg1"/>
                </a:solidFill>
              </a:rPr>
              <a:t>Bless the Lord O my soul O my soul</a:t>
            </a:r>
          </a:p>
          <a:p>
            <a:r>
              <a:rPr lang="en-GB" sz="3600" dirty="0">
                <a:solidFill>
                  <a:schemeClr val="bg1"/>
                </a:solidFill>
              </a:rPr>
              <a:t>Worship His holy name</a:t>
            </a:r>
          </a:p>
          <a:p>
            <a:r>
              <a:rPr lang="en-GB" sz="3600" dirty="0">
                <a:solidFill>
                  <a:schemeClr val="bg1"/>
                </a:solidFill>
              </a:rPr>
              <a:t>Sing like never before O my soul</a:t>
            </a:r>
          </a:p>
          <a:p>
            <a:r>
              <a:rPr lang="en-GB" sz="3600" dirty="0">
                <a:solidFill>
                  <a:schemeClr val="bg1"/>
                </a:solidFill>
              </a:rPr>
              <a:t>I'll worship Your holy name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29729" y="0"/>
            <a:ext cx="62869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b="1" dirty="0">
                <a:solidFill>
                  <a:schemeClr val="bg1"/>
                </a:solidFill>
              </a:rPr>
              <a:t>3/7</a:t>
            </a:r>
          </a:p>
        </p:txBody>
      </p:sp>
    </p:spTree>
    <p:extLst>
      <p:ext uri="{BB962C8B-B14F-4D97-AF65-F5344CB8AC3E}">
        <p14:creationId xmlns:p14="http://schemas.microsoft.com/office/powerpoint/2010/main" val="2878598093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95536" y="764704"/>
            <a:ext cx="8640960" cy="6480720"/>
          </a:xfrm>
        </p:spPr>
        <p:txBody>
          <a:bodyPr>
            <a:noAutofit/>
          </a:bodyPr>
          <a:lstStyle/>
          <a:p>
            <a:r>
              <a:rPr lang="en-GB" sz="3600" dirty="0">
                <a:solidFill>
                  <a:schemeClr val="bg1"/>
                </a:solidFill>
              </a:rPr>
              <a:t>You're rich in love and You're slow to anger</a:t>
            </a:r>
          </a:p>
          <a:p>
            <a:r>
              <a:rPr lang="en-GB" sz="3600" dirty="0">
                <a:solidFill>
                  <a:schemeClr val="bg1"/>
                </a:solidFill>
              </a:rPr>
              <a:t>Your name is great and Your heart is kind</a:t>
            </a:r>
          </a:p>
          <a:p>
            <a:r>
              <a:rPr lang="en-GB" sz="3600" dirty="0">
                <a:solidFill>
                  <a:schemeClr val="bg1"/>
                </a:solidFill>
              </a:rPr>
              <a:t>For all Your goodness I will keep on singing</a:t>
            </a:r>
          </a:p>
          <a:p>
            <a:r>
              <a:rPr lang="en-GB" sz="3600" dirty="0">
                <a:solidFill>
                  <a:schemeClr val="bg1"/>
                </a:solidFill>
              </a:rPr>
              <a:t>Ten thousand reasons for my heart to find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29729" y="0"/>
            <a:ext cx="62869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b="1" dirty="0">
                <a:solidFill>
                  <a:schemeClr val="bg1"/>
                </a:solidFill>
              </a:rPr>
              <a:t>4/7</a:t>
            </a:r>
          </a:p>
        </p:txBody>
      </p:sp>
    </p:spTree>
    <p:extLst>
      <p:ext uri="{BB962C8B-B14F-4D97-AF65-F5344CB8AC3E}">
        <p14:creationId xmlns:p14="http://schemas.microsoft.com/office/powerpoint/2010/main" val="323061136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31698" y="764704"/>
            <a:ext cx="8640960" cy="6480720"/>
          </a:xfrm>
        </p:spPr>
        <p:txBody>
          <a:bodyPr>
            <a:noAutofit/>
          </a:bodyPr>
          <a:lstStyle/>
          <a:p>
            <a:r>
              <a:rPr lang="en-GB" sz="3600" dirty="0">
                <a:solidFill>
                  <a:schemeClr val="bg1"/>
                </a:solidFill>
              </a:rPr>
              <a:t>Bless the Lord O my soul O my soul</a:t>
            </a:r>
          </a:p>
          <a:p>
            <a:r>
              <a:rPr lang="en-GB" sz="3600" dirty="0">
                <a:solidFill>
                  <a:schemeClr val="bg1"/>
                </a:solidFill>
              </a:rPr>
              <a:t>Worship His holy name</a:t>
            </a:r>
          </a:p>
          <a:p>
            <a:r>
              <a:rPr lang="en-GB" sz="3600" dirty="0">
                <a:solidFill>
                  <a:schemeClr val="bg1"/>
                </a:solidFill>
              </a:rPr>
              <a:t>Sing like never before O my soul</a:t>
            </a:r>
          </a:p>
          <a:p>
            <a:r>
              <a:rPr lang="en-GB" sz="3600" dirty="0">
                <a:solidFill>
                  <a:schemeClr val="bg1"/>
                </a:solidFill>
              </a:rPr>
              <a:t>I'll worship Your holy name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29729" y="0"/>
            <a:ext cx="62869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b="1" dirty="0">
                <a:solidFill>
                  <a:schemeClr val="bg1"/>
                </a:solidFill>
              </a:rPr>
              <a:t>5/7</a:t>
            </a:r>
          </a:p>
        </p:txBody>
      </p:sp>
    </p:spTree>
    <p:extLst>
      <p:ext uri="{BB962C8B-B14F-4D97-AF65-F5344CB8AC3E}">
        <p14:creationId xmlns:p14="http://schemas.microsoft.com/office/powerpoint/2010/main" val="3491371723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1520" y="764704"/>
            <a:ext cx="8640960" cy="6480720"/>
          </a:xfrm>
        </p:spPr>
        <p:txBody>
          <a:bodyPr>
            <a:noAutofit/>
          </a:bodyPr>
          <a:lstStyle/>
          <a:p>
            <a:r>
              <a:rPr lang="en-GB" sz="3600" dirty="0">
                <a:solidFill>
                  <a:schemeClr val="bg1"/>
                </a:solidFill>
              </a:rPr>
              <a:t>And on that day when my strength is failing</a:t>
            </a:r>
          </a:p>
          <a:p>
            <a:r>
              <a:rPr lang="en-GB" sz="3600" dirty="0">
                <a:solidFill>
                  <a:schemeClr val="bg1"/>
                </a:solidFill>
              </a:rPr>
              <a:t>The end draws near and my time has come</a:t>
            </a:r>
          </a:p>
          <a:p>
            <a:r>
              <a:rPr lang="en-GB" sz="3600" dirty="0">
                <a:solidFill>
                  <a:schemeClr val="bg1"/>
                </a:solidFill>
              </a:rPr>
              <a:t>Still my soul will sing Your praise unending</a:t>
            </a:r>
          </a:p>
          <a:p>
            <a:r>
              <a:rPr lang="en-GB" sz="3600" dirty="0">
                <a:solidFill>
                  <a:schemeClr val="bg1"/>
                </a:solidFill>
              </a:rPr>
              <a:t>Ten thousand years and then forevermore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29729" y="0"/>
            <a:ext cx="62869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b="1" dirty="0">
                <a:solidFill>
                  <a:schemeClr val="bg1"/>
                </a:solidFill>
              </a:rPr>
              <a:t>6/7</a:t>
            </a:r>
          </a:p>
        </p:txBody>
      </p:sp>
    </p:spTree>
    <p:extLst>
      <p:ext uri="{BB962C8B-B14F-4D97-AF65-F5344CB8AC3E}">
        <p14:creationId xmlns:p14="http://schemas.microsoft.com/office/powerpoint/2010/main" val="1090371077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1520" y="764704"/>
            <a:ext cx="8640960" cy="6480720"/>
          </a:xfrm>
        </p:spPr>
        <p:txBody>
          <a:bodyPr>
            <a:noAutofit/>
          </a:bodyPr>
          <a:lstStyle/>
          <a:p>
            <a:r>
              <a:rPr lang="en-GB" sz="3600" dirty="0">
                <a:solidFill>
                  <a:schemeClr val="bg1"/>
                </a:solidFill>
              </a:rPr>
              <a:t>Bless the Lord O my soul O my soul</a:t>
            </a:r>
          </a:p>
          <a:p>
            <a:r>
              <a:rPr lang="en-GB" sz="3600" dirty="0">
                <a:solidFill>
                  <a:schemeClr val="bg1"/>
                </a:solidFill>
              </a:rPr>
              <a:t>Worship His holy name</a:t>
            </a:r>
          </a:p>
          <a:p>
            <a:r>
              <a:rPr lang="en-GB" sz="3600" dirty="0">
                <a:solidFill>
                  <a:schemeClr val="bg1"/>
                </a:solidFill>
              </a:rPr>
              <a:t>Sing like never before O my soul</a:t>
            </a:r>
          </a:p>
          <a:p>
            <a:r>
              <a:rPr lang="en-GB" sz="3600" dirty="0">
                <a:solidFill>
                  <a:schemeClr val="bg1"/>
                </a:solidFill>
              </a:rPr>
              <a:t>I'll worship Your holy name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29729" y="0"/>
            <a:ext cx="62869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b="1" dirty="0">
                <a:solidFill>
                  <a:schemeClr val="bg1"/>
                </a:solidFill>
              </a:rPr>
              <a:t>7/7</a:t>
            </a:r>
          </a:p>
        </p:txBody>
      </p:sp>
    </p:spTree>
    <p:extLst>
      <p:ext uri="{BB962C8B-B14F-4D97-AF65-F5344CB8AC3E}">
        <p14:creationId xmlns:p14="http://schemas.microsoft.com/office/powerpoint/2010/main" val="2948181463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03118" y="692696"/>
            <a:ext cx="8640960" cy="6480720"/>
          </a:xfrm>
        </p:spPr>
        <p:txBody>
          <a:bodyPr>
            <a:noAutofit/>
          </a:bodyPr>
          <a:lstStyle/>
          <a:p>
            <a:r>
              <a:rPr lang="en-GB" sz="3600" dirty="0">
                <a:solidFill>
                  <a:schemeClr val="bg1"/>
                </a:solidFill>
              </a:rPr>
              <a:t>I bless Your name in the morning</a:t>
            </a:r>
          </a:p>
          <a:p>
            <a:r>
              <a:rPr lang="en-GB" sz="3600" dirty="0">
                <a:solidFill>
                  <a:schemeClr val="bg1"/>
                </a:solidFill>
              </a:rPr>
              <a:t>I bless Your name in the evening</a:t>
            </a:r>
          </a:p>
          <a:p>
            <a:r>
              <a:rPr lang="en-GB" sz="3600" dirty="0">
                <a:solidFill>
                  <a:schemeClr val="bg1"/>
                </a:solidFill>
              </a:rPr>
              <a:t>I bless Your name in the morning</a:t>
            </a:r>
          </a:p>
          <a:p>
            <a:r>
              <a:rPr lang="en-GB" sz="3600" dirty="0">
                <a:solidFill>
                  <a:schemeClr val="bg1"/>
                </a:solidFill>
              </a:rPr>
              <a:t>Every chance I get</a:t>
            </a:r>
            <a:br>
              <a:rPr lang="en-GB" sz="3600" dirty="0">
                <a:solidFill>
                  <a:schemeClr val="bg1"/>
                </a:solidFill>
              </a:rPr>
            </a:br>
            <a:r>
              <a:rPr lang="en-GB" sz="3600" dirty="0">
                <a:solidFill>
                  <a:schemeClr val="bg1"/>
                </a:solidFill>
              </a:rPr>
              <a:t>(I bless your name)</a:t>
            </a:r>
          </a:p>
          <a:p>
            <a:endParaRPr lang="en-GB" sz="3600" dirty="0">
              <a:solidFill>
                <a:schemeClr val="bg1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8396323" y="0"/>
            <a:ext cx="62869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b="1" dirty="0">
                <a:solidFill>
                  <a:schemeClr val="bg1"/>
                </a:solidFill>
              </a:rPr>
              <a:t>1/2</a:t>
            </a:r>
          </a:p>
        </p:txBody>
      </p:sp>
    </p:spTree>
    <p:extLst>
      <p:ext uri="{BB962C8B-B14F-4D97-AF65-F5344CB8AC3E}">
        <p14:creationId xmlns:p14="http://schemas.microsoft.com/office/powerpoint/2010/main" val="663203440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DD2E50-844E-7B4B-5B2B-79292458CC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A7BBF173-7B70-7F48-DE4B-C30D8A1C738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03118" y="692696"/>
            <a:ext cx="8640960" cy="6480720"/>
          </a:xfrm>
        </p:spPr>
        <p:txBody>
          <a:bodyPr>
            <a:noAutofit/>
          </a:bodyPr>
          <a:lstStyle/>
          <a:p>
            <a:r>
              <a:rPr lang="en-GB" sz="3600" dirty="0">
                <a:solidFill>
                  <a:schemeClr val="bg1"/>
                </a:solidFill>
              </a:rPr>
              <a:t>Come on and praise the Lord with me</a:t>
            </a:r>
          </a:p>
          <a:p>
            <a:r>
              <a:rPr lang="en-GB" sz="3600" dirty="0">
                <a:solidFill>
                  <a:schemeClr val="bg1"/>
                </a:solidFill>
              </a:rPr>
              <a:t>Sing if you love His name</a:t>
            </a:r>
          </a:p>
          <a:p>
            <a:r>
              <a:rPr lang="en-GB" sz="3600" dirty="0">
                <a:solidFill>
                  <a:schemeClr val="bg1"/>
                </a:solidFill>
              </a:rPr>
              <a:t>Come on and lift your voice with me</a:t>
            </a:r>
          </a:p>
          <a:p>
            <a:r>
              <a:rPr lang="en-GB" sz="3600" dirty="0">
                <a:solidFill>
                  <a:schemeClr val="bg1"/>
                </a:solidFill>
              </a:rPr>
              <a:t>He’s worthy of all our praise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7E87E58-9D2E-5DA0-AD90-637AA9442D5D}"/>
              </a:ext>
            </a:extLst>
          </p:cNvPr>
          <p:cNvSpPr txBox="1"/>
          <p:nvPr/>
        </p:nvSpPr>
        <p:spPr>
          <a:xfrm>
            <a:off x="8316416" y="0"/>
            <a:ext cx="62869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b="1" dirty="0">
                <a:solidFill>
                  <a:schemeClr val="bg1"/>
                </a:solidFill>
              </a:rPr>
              <a:t>2/2</a:t>
            </a:r>
          </a:p>
        </p:txBody>
      </p:sp>
    </p:spTree>
    <p:extLst>
      <p:ext uri="{BB962C8B-B14F-4D97-AF65-F5344CB8AC3E}">
        <p14:creationId xmlns:p14="http://schemas.microsoft.com/office/powerpoint/2010/main" val="1509895530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FC14A3-25B7-E3CC-7212-1AAA88BA28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8AC9989F-EAF6-85A5-6F8F-6DA86F2C1A4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03118" y="692696"/>
            <a:ext cx="8640960" cy="6480720"/>
          </a:xfrm>
        </p:spPr>
        <p:txBody>
          <a:bodyPr>
            <a:noAutofit/>
          </a:bodyPr>
          <a:lstStyle/>
          <a:p>
            <a:r>
              <a:rPr lang="en-GB" sz="3600" dirty="0">
                <a:solidFill>
                  <a:schemeClr val="bg1"/>
                </a:solidFill>
              </a:rPr>
              <a:t>Blessed are those who run to Him</a:t>
            </a:r>
          </a:p>
          <a:p>
            <a:r>
              <a:rPr lang="en-GB" sz="3600" dirty="0">
                <a:solidFill>
                  <a:schemeClr val="bg1"/>
                </a:solidFill>
              </a:rPr>
              <a:t>Who place their hope and confidence in Jesus</a:t>
            </a:r>
          </a:p>
          <a:p>
            <a:r>
              <a:rPr lang="en-GB" sz="3600" dirty="0">
                <a:solidFill>
                  <a:schemeClr val="bg1"/>
                </a:solidFill>
              </a:rPr>
              <a:t>He won’t forsake them</a:t>
            </a:r>
          </a:p>
          <a:p>
            <a:r>
              <a:rPr lang="en-GB" sz="3600" dirty="0">
                <a:solidFill>
                  <a:schemeClr val="bg1"/>
                </a:solidFill>
              </a:rPr>
              <a:t>Blessed are those who seek His face</a:t>
            </a:r>
          </a:p>
          <a:p>
            <a:r>
              <a:rPr lang="en-GB" sz="3600" dirty="0">
                <a:solidFill>
                  <a:schemeClr val="bg1"/>
                </a:solidFill>
              </a:rPr>
              <a:t>Who bend their knee and fix their gaze on Jesus</a:t>
            </a:r>
          </a:p>
          <a:p>
            <a:r>
              <a:rPr lang="en-GB" sz="3600" dirty="0">
                <a:solidFill>
                  <a:schemeClr val="bg1"/>
                </a:solidFill>
              </a:rPr>
              <a:t>They won’t be shaken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AA307AC-3108-5495-5BBD-9C21763DCADA}"/>
              </a:ext>
            </a:extLst>
          </p:cNvPr>
          <p:cNvSpPr txBox="1"/>
          <p:nvPr/>
        </p:nvSpPr>
        <p:spPr>
          <a:xfrm>
            <a:off x="8396323" y="0"/>
            <a:ext cx="78418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b="1" dirty="0">
                <a:solidFill>
                  <a:schemeClr val="bg1"/>
                </a:solidFill>
              </a:rPr>
              <a:t>1/11</a:t>
            </a:r>
          </a:p>
        </p:txBody>
      </p:sp>
    </p:spTree>
    <p:extLst>
      <p:ext uri="{BB962C8B-B14F-4D97-AF65-F5344CB8AC3E}">
        <p14:creationId xmlns:p14="http://schemas.microsoft.com/office/powerpoint/2010/main" val="419602678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728838-C0FA-C339-E16F-5A439F077B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3ED7BE0D-C14E-5761-2D6B-4757AD653BB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03118" y="692696"/>
            <a:ext cx="8640960" cy="6480720"/>
          </a:xfrm>
        </p:spPr>
        <p:txBody>
          <a:bodyPr>
            <a:noAutofit/>
          </a:bodyPr>
          <a:lstStyle/>
          <a:p>
            <a:r>
              <a:rPr lang="en-GB" sz="3600" dirty="0">
                <a:solidFill>
                  <a:schemeClr val="bg1"/>
                </a:solidFill>
              </a:rPr>
              <a:t>Come on and praise the Lord with me</a:t>
            </a:r>
          </a:p>
          <a:p>
            <a:r>
              <a:rPr lang="en-GB" sz="3600" dirty="0">
                <a:solidFill>
                  <a:schemeClr val="bg1"/>
                </a:solidFill>
              </a:rPr>
              <a:t>Sing if you love His name</a:t>
            </a:r>
          </a:p>
          <a:p>
            <a:r>
              <a:rPr lang="en-GB" sz="3600" dirty="0">
                <a:solidFill>
                  <a:schemeClr val="bg1"/>
                </a:solidFill>
              </a:rPr>
              <a:t>Come on and lift your voice with me</a:t>
            </a:r>
          </a:p>
          <a:p>
            <a:r>
              <a:rPr lang="en-GB" sz="3600" dirty="0">
                <a:solidFill>
                  <a:schemeClr val="bg1"/>
                </a:solidFill>
              </a:rPr>
              <a:t>He’s worthy of all our praise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61770E6-11E5-F766-740C-162EB63DC923}"/>
              </a:ext>
            </a:extLst>
          </p:cNvPr>
          <p:cNvSpPr txBox="1"/>
          <p:nvPr/>
        </p:nvSpPr>
        <p:spPr>
          <a:xfrm>
            <a:off x="8316416" y="0"/>
            <a:ext cx="78418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b="1" dirty="0">
                <a:solidFill>
                  <a:schemeClr val="bg1"/>
                </a:solidFill>
              </a:rPr>
              <a:t>2/11</a:t>
            </a:r>
          </a:p>
        </p:txBody>
      </p:sp>
    </p:spTree>
    <p:extLst>
      <p:ext uri="{BB962C8B-B14F-4D97-AF65-F5344CB8AC3E}">
        <p14:creationId xmlns:p14="http://schemas.microsoft.com/office/powerpoint/2010/main" val="566770482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791D09-9D12-9403-DF28-2FE616D1DD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314DE41F-6BDC-916A-4205-946750AC8C7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03118" y="692696"/>
            <a:ext cx="8640960" cy="6480720"/>
          </a:xfrm>
        </p:spPr>
        <p:txBody>
          <a:bodyPr>
            <a:noAutofit/>
          </a:bodyPr>
          <a:lstStyle/>
          <a:p>
            <a:r>
              <a:rPr lang="en-GB" sz="3600" dirty="0">
                <a:solidFill>
                  <a:schemeClr val="bg1"/>
                </a:solidFill>
              </a:rPr>
              <a:t>Blessed are those who walk with Him</a:t>
            </a:r>
          </a:p>
          <a:p>
            <a:r>
              <a:rPr lang="en-GB" sz="3600" dirty="0">
                <a:solidFill>
                  <a:schemeClr val="bg1"/>
                </a:solidFill>
              </a:rPr>
              <a:t>Whose hearts are set on pilgrimage with Jesus</a:t>
            </a:r>
          </a:p>
          <a:p>
            <a:r>
              <a:rPr lang="en-GB" sz="3600" dirty="0">
                <a:solidFill>
                  <a:schemeClr val="bg1"/>
                </a:solidFill>
              </a:rPr>
              <a:t>They’ll see His glory</a:t>
            </a:r>
          </a:p>
          <a:p>
            <a:r>
              <a:rPr lang="en-GB" sz="3600" dirty="0">
                <a:solidFill>
                  <a:schemeClr val="bg1"/>
                </a:solidFill>
              </a:rPr>
              <a:t>Blessed are those who die to live</a:t>
            </a:r>
          </a:p>
          <a:p>
            <a:r>
              <a:rPr lang="en-GB" sz="3600" dirty="0">
                <a:solidFill>
                  <a:schemeClr val="bg1"/>
                </a:solidFill>
              </a:rPr>
              <a:t>Whose joy it is to give it all for Jesus</a:t>
            </a:r>
          </a:p>
          <a:p>
            <a:r>
              <a:rPr lang="en-GB" sz="3600" dirty="0">
                <a:solidFill>
                  <a:schemeClr val="bg1"/>
                </a:solidFill>
              </a:rPr>
              <a:t>And for Him only</a:t>
            </a:r>
          </a:p>
          <a:p>
            <a:r>
              <a:rPr lang="en-GB" sz="3600" dirty="0">
                <a:solidFill>
                  <a:schemeClr val="bg1"/>
                </a:solidFill>
              </a:rPr>
              <a:t>Oh Jesus all for Your glory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8932DDC-277B-2BB1-0C21-7244B3A977BF}"/>
              </a:ext>
            </a:extLst>
          </p:cNvPr>
          <p:cNvSpPr txBox="1"/>
          <p:nvPr/>
        </p:nvSpPr>
        <p:spPr>
          <a:xfrm>
            <a:off x="8235898" y="0"/>
            <a:ext cx="78418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b="1" dirty="0">
                <a:solidFill>
                  <a:schemeClr val="bg1"/>
                </a:solidFill>
              </a:rPr>
              <a:t>3/11</a:t>
            </a:r>
          </a:p>
        </p:txBody>
      </p:sp>
    </p:spTree>
    <p:extLst>
      <p:ext uri="{BB962C8B-B14F-4D97-AF65-F5344CB8AC3E}">
        <p14:creationId xmlns:p14="http://schemas.microsoft.com/office/powerpoint/2010/main" val="515809572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F22C2C-E618-61BF-ECFE-D59B2753A8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D7E489CD-C977-1727-092F-F14A4A904E7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03118" y="692696"/>
            <a:ext cx="8640960" cy="6480720"/>
          </a:xfrm>
        </p:spPr>
        <p:txBody>
          <a:bodyPr>
            <a:noAutofit/>
          </a:bodyPr>
          <a:lstStyle/>
          <a:p>
            <a:r>
              <a:rPr lang="en-GB" sz="3600" dirty="0">
                <a:solidFill>
                  <a:schemeClr val="bg1"/>
                </a:solidFill>
              </a:rPr>
              <a:t>Come on and praise the Lord with me</a:t>
            </a:r>
          </a:p>
          <a:p>
            <a:r>
              <a:rPr lang="en-GB" sz="3600" dirty="0">
                <a:solidFill>
                  <a:schemeClr val="bg1"/>
                </a:solidFill>
              </a:rPr>
              <a:t>Sing if you love His name</a:t>
            </a:r>
          </a:p>
          <a:p>
            <a:r>
              <a:rPr lang="en-GB" sz="3600" dirty="0">
                <a:solidFill>
                  <a:schemeClr val="bg1"/>
                </a:solidFill>
              </a:rPr>
              <a:t>Come on and lift your voice with me</a:t>
            </a:r>
          </a:p>
          <a:p>
            <a:r>
              <a:rPr lang="en-GB" sz="3600" dirty="0">
                <a:solidFill>
                  <a:schemeClr val="bg1"/>
                </a:solidFill>
              </a:rPr>
              <a:t>He’s worthy of all our praise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404607E-DCA5-A65C-5199-EDDE102ACFCC}"/>
              </a:ext>
            </a:extLst>
          </p:cNvPr>
          <p:cNvSpPr txBox="1"/>
          <p:nvPr/>
        </p:nvSpPr>
        <p:spPr>
          <a:xfrm>
            <a:off x="8388424" y="24046"/>
            <a:ext cx="78418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b="1" dirty="0">
                <a:solidFill>
                  <a:schemeClr val="bg1"/>
                </a:solidFill>
              </a:rPr>
              <a:t>4/11</a:t>
            </a:r>
          </a:p>
        </p:txBody>
      </p:sp>
    </p:spTree>
    <p:extLst>
      <p:ext uri="{BB962C8B-B14F-4D97-AF65-F5344CB8AC3E}">
        <p14:creationId xmlns:p14="http://schemas.microsoft.com/office/powerpoint/2010/main" val="1751724024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635DE3-B274-AD1D-AE88-87F4B67AC8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16D3780D-19B1-910F-F5F8-88D5FE262C8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03118" y="692696"/>
            <a:ext cx="8640960" cy="6480720"/>
          </a:xfrm>
        </p:spPr>
        <p:txBody>
          <a:bodyPr>
            <a:noAutofit/>
          </a:bodyPr>
          <a:lstStyle/>
          <a:p>
            <a:r>
              <a:rPr lang="en-GB" sz="3600" dirty="0">
                <a:solidFill>
                  <a:schemeClr val="bg1"/>
                </a:solidFill>
              </a:rPr>
              <a:t>Come on and bring your offering</a:t>
            </a:r>
          </a:p>
          <a:p>
            <a:r>
              <a:rPr lang="en-GB" sz="3600" dirty="0">
                <a:solidFill>
                  <a:schemeClr val="bg1"/>
                </a:solidFill>
              </a:rPr>
              <a:t>Sing if you’ve known His grace</a:t>
            </a:r>
          </a:p>
          <a:p>
            <a:r>
              <a:rPr lang="en-GB" sz="3600" dirty="0">
                <a:solidFill>
                  <a:schemeClr val="bg1"/>
                </a:solidFill>
              </a:rPr>
              <a:t>Come on and lift up your holy hands</a:t>
            </a:r>
          </a:p>
          <a:p>
            <a:r>
              <a:rPr lang="en-GB" sz="3600" dirty="0">
                <a:solidFill>
                  <a:schemeClr val="bg1"/>
                </a:solidFill>
              </a:rPr>
              <a:t>He’s worthy of all our praise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9E3C34B-3718-CFCC-62E1-1B6B320144BA}"/>
              </a:ext>
            </a:extLst>
          </p:cNvPr>
          <p:cNvSpPr txBox="1"/>
          <p:nvPr/>
        </p:nvSpPr>
        <p:spPr>
          <a:xfrm>
            <a:off x="8388424" y="0"/>
            <a:ext cx="78418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b="1" dirty="0">
                <a:solidFill>
                  <a:schemeClr val="bg1"/>
                </a:solidFill>
              </a:rPr>
              <a:t>5/11</a:t>
            </a:r>
          </a:p>
        </p:txBody>
      </p:sp>
    </p:spTree>
    <p:extLst>
      <p:ext uri="{BB962C8B-B14F-4D97-AF65-F5344CB8AC3E}">
        <p14:creationId xmlns:p14="http://schemas.microsoft.com/office/powerpoint/2010/main" val="1067192115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17E5BD-2125-1602-8408-6B7C49A7F5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04E3E246-0DAD-2C25-CFA4-502E18F8B9A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03118" y="692696"/>
            <a:ext cx="8640960" cy="6480720"/>
          </a:xfrm>
        </p:spPr>
        <p:txBody>
          <a:bodyPr>
            <a:noAutofit/>
          </a:bodyPr>
          <a:lstStyle/>
          <a:p>
            <a:r>
              <a:rPr lang="en-GB" sz="3600" dirty="0">
                <a:solidFill>
                  <a:schemeClr val="bg1"/>
                </a:solidFill>
              </a:rPr>
              <a:t>Bless God in the sanctuary</a:t>
            </a:r>
          </a:p>
          <a:p>
            <a:r>
              <a:rPr lang="en-GB" sz="3600" dirty="0">
                <a:solidFill>
                  <a:schemeClr val="bg1"/>
                </a:solidFill>
              </a:rPr>
              <a:t>Bless God in the fields of plenty</a:t>
            </a:r>
          </a:p>
          <a:p>
            <a:r>
              <a:rPr lang="en-GB" sz="3600" dirty="0">
                <a:solidFill>
                  <a:schemeClr val="bg1"/>
                </a:solidFill>
              </a:rPr>
              <a:t>Bless God in the darkest valley</a:t>
            </a:r>
          </a:p>
          <a:p>
            <a:r>
              <a:rPr lang="en-GB" sz="3600" dirty="0">
                <a:solidFill>
                  <a:schemeClr val="bg1"/>
                </a:solidFill>
              </a:rPr>
              <a:t>Every chance I get I bless Your name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E5447DD-4F98-9272-756F-80E83EFECD35}"/>
              </a:ext>
            </a:extLst>
          </p:cNvPr>
          <p:cNvSpPr txBox="1"/>
          <p:nvPr/>
        </p:nvSpPr>
        <p:spPr>
          <a:xfrm>
            <a:off x="8388424" y="0"/>
            <a:ext cx="78418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b="1" dirty="0">
                <a:solidFill>
                  <a:schemeClr val="bg1"/>
                </a:solidFill>
              </a:rPr>
              <a:t>6/11</a:t>
            </a:r>
          </a:p>
        </p:txBody>
      </p:sp>
    </p:spTree>
    <p:extLst>
      <p:ext uri="{BB962C8B-B14F-4D97-AF65-F5344CB8AC3E}">
        <p14:creationId xmlns:p14="http://schemas.microsoft.com/office/powerpoint/2010/main" val="3664034791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0FC65F-6319-1DB6-E282-44C4E8ED76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5196B40A-4576-5E12-B95E-67B87AD662B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03118" y="692696"/>
            <a:ext cx="8640960" cy="6480720"/>
          </a:xfrm>
        </p:spPr>
        <p:txBody>
          <a:bodyPr>
            <a:noAutofit/>
          </a:bodyPr>
          <a:lstStyle/>
          <a:p>
            <a:r>
              <a:rPr lang="en-GB" sz="3600" dirty="0">
                <a:solidFill>
                  <a:schemeClr val="bg1"/>
                </a:solidFill>
              </a:rPr>
              <a:t>Bless God when my hands are empty</a:t>
            </a:r>
          </a:p>
          <a:p>
            <a:r>
              <a:rPr lang="en-GB" sz="3600" dirty="0">
                <a:solidFill>
                  <a:schemeClr val="bg1"/>
                </a:solidFill>
              </a:rPr>
              <a:t>Bless God with a praise that costs me</a:t>
            </a:r>
          </a:p>
          <a:p>
            <a:r>
              <a:rPr lang="en-GB" sz="3600" dirty="0">
                <a:solidFill>
                  <a:schemeClr val="bg1"/>
                </a:solidFill>
              </a:rPr>
              <a:t>Bless God when nobody’s watching</a:t>
            </a:r>
          </a:p>
          <a:p>
            <a:r>
              <a:rPr lang="en-GB" sz="3600" dirty="0">
                <a:solidFill>
                  <a:schemeClr val="bg1"/>
                </a:solidFill>
              </a:rPr>
              <a:t>Every chance I get I bless Your name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0F13681-1347-A03E-CCDC-4AD17D4D0939}"/>
              </a:ext>
            </a:extLst>
          </p:cNvPr>
          <p:cNvSpPr txBox="1"/>
          <p:nvPr/>
        </p:nvSpPr>
        <p:spPr>
          <a:xfrm>
            <a:off x="8316416" y="0"/>
            <a:ext cx="78418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b="1" dirty="0">
                <a:solidFill>
                  <a:schemeClr val="bg1"/>
                </a:solidFill>
              </a:rPr>
              <a:t>7/11</a:t>
            </a:r>
          </a:p>
        </p:txBody>
      </p:sp>
    </p:spTree>
    <p:extLst>
      <p:ext uri="{BB962C8B-B14F-4D97-AF65-F5344CB8AC3E}">
        <p14:creationId xmlns:p14="http://schemas.microsoft.com/office/powerpoint/2010/main" val="1691035940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30C18D-98C9-AEDA-F90F-C4266ADC1B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32AE24CE-6ADE-B2DE-EAAD-DCD1859E96D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03118" y="692696"/>
            <a:ext cx="8640960" cy="6480720"/>
          </a:xfrm>
        </p:spPr>
        <p:txBody>
          <a:bodyPr>
            <a:noAutofit/>
          </a:bodyPr>
          <a:lstStyle/>
          <a:p>
            <a:r>
              <a:rPr lang="en-GB" sz="3600" dirty="0">
                <a:solidFill>
                  <a:schemeClr val="bg1"/>
                </a:solidFill>
              </a:rPr>
              <a:t>Bless God when the weapon’s forming</a:t>
            </a:r>
          </a:p>
          <a:p>
            <a:r>
              <a:rPr lang="en-GB" sz="3600" dirty="0">
                <a:solidFill>
                  <a:schemeClr val="bg1"/>
                </a:solidFill>
              </a:rPr>
              <a:t>Bless God when the walls are falling</a:t>
            </a:r>
          </a:p>
          <a:p>
            <a:r>
              <a:rPr lang="en-GB" sz="3600" dirty="0">
                <a:solidFill>
                  <a:schemeClr val="bg1"/>
                </a:solidFill>
              </a:rPr>
              <a:t>Bless God </a:t>
            </a:r>
            <a:r>
              <a:rPr lang="en-GB" sz="3600" dirty="0" err="1">
                <a:solidFill>
                  <a:schemeClr val="bg1"/>
                </a:solidFill>
              </a:rPr>
              <a:t>‘cause</a:t>
            </a:r>
            <a:r>
              <a:rPr lang="en-GB" sz="3600" dirty="0">
                <a:solidFill>
                  <a:schemeClr val="bg1"/>
                </a:solidFill>
              </a:rPr>
              <a:t> He goes before me</a:t>
            </a:r>
          </a:p>
          <a:p>
            <a:r>
              <a:rPr lang="en-GB" sz="3600" dirty="0">
                <a:solidFill>
                  <a:schemeClr val="bg1"/>
                </a:solidFill>
              </a:rPr>
              <a:t>Every chance I get I bless Your name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0FD1BAD-6226-C339-2A9E-473F9BE02B66}"/>
              </a:ext>
            </a:extLst>
          </p:cNvPr>
          <p:cNvSpPr txBox="1"/>
          <p:nvPr/>
        </p:nvSpPr>
        <p:spPr>
          <a:xfrm>
            <a:off x="8388424" y="-3388"/>
            <a:ext cx="78418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b="1" dirty="0">
                <a:solidFill>
                  <a:schemeClr val="bg1"/>
                </a:solidFill>
              </a:rPr>
              <a:t>8/11</a:t>
            </a:r>
          </a:p>
        </p:txBody>
      </p:sp>
    </p:spTree>
    <p:extLst>
      <p:ext uri="{BB962C8B-B14F-4D97-AF65-F5344CB8AC3E}">
        <p14:creationId xmlns:p14="http://schemas.microsoft.com/office/powerpoint/2010/main" val="4003699584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C6869D-6CAD-9EF3-01FD-12974F768E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B754CEE4-344C-B59C-C736-F69525F0268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03118" y="692696"/>
            <a:ext cx="8640960" cy="6480720"/>
          </a:xfrm>
        </p:spPr>
        <p:txBody>
          <a:bodyPr>
            <a:noAutofit/>
          </a:bodyPr>
          <a:lstStyle/>
          <a:p>
            <a:r>
              <a:rPr lang="en-GB" sz="3600" dirty="0">
                <a:solidFill>
                  <a:schemeClr val="bg1"/>
                </a:solidFill>
              </a:rPr>
              <a:t>Bless God for He holds the </a:t>
            </a:r>
            <a:r>
              <a:rPr lang="en-GB" sz="3600" dirty="0" err="1">
                <a:solidFill>
                  <a:schemeClr val="bg1"/>
                </a:solidFill>
              </a:rPr>
              <a:t>vict’ry</a:t>
            </a:r>
            <a:endParaRPr lang="en-GB" sz="3600" dirty="0">
              <a:solidFill>
                <a:schemeClr val="bg1"/>
              </a:solidFill>
            </a:endParaRPr>
          </a:p>
          <a:p>
            <a:r>
              <a:rPr lang="en-GB" sz="3600" dirty="0">
                <a:solidFill>
                  <a:schemeClr val="bg1"/>
                </a:solidFill>
              </a:rPr>
              <a:t>Bless God for He’s always with me</a:t>
            </a:r>
          </a:p>
          <a:p>
            <a:r>
              <a:rPr lang="en-GB" sz="3600" dirty="0">
                <a:solidFill>
                  <a:schemeClr val="bg1"/>
                </a:solidFill>
              </a:rPr>
              <a:t>Bless God for He’s always worthy</a:t>
            </a:r>
          </a:p>
          <a:p>
            <a:r>
              <a:rPr lang="en-GB" sz="3600" dirty="0">
                <a:solidFill>
                  <a:schemeClr val="bg1"/>
                </a:solidFill>
              </a:rPr>
              <a:t>Every chance I get I bless Your name</a:t>
            </a:r>
            <a:br>
              <a:rPr lang="en-GB" sz="3600" dirty="0">
                <a:solidFill>
                  <a:schemeClr val="bg1"/>
                </a:solidFill>
              </a:rPr>
            </a:br>
            <a:endParaRPr lang="en-GB" sz="3600" dirty="0">
              <a:solidFill>
                <a:schemeClr val="bg1"/>
              </a:solidFill>
            </a:endParaRPr>
          </a:p>
          <a:p>
            <a:r>
              <a:rPr lang="en-GB" sz="3600" dirty="0">
                <a:solidFill>
                  <a:schemeClr val="bg1"/>
                </a:solidFill>
              </a:rPr>
              <a:t>Every chance I get I bless Your name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73F334A-8846-181A-4AE4-F9CC335A2A80}"/>
              </a:ext>
            </a:extLst>
          </p:cNvPr>
          <p:cNvSpPr txBox="1"/>
          <p:nvPr/>
        </p:nvSpPr>
        <p:spPr>
          <a:xfrm>
            <a:off x="8194495" y="0"/>
            <a:ext cx="91401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b="1" dirty="0">
                <a:solidFill>
                  <a:schemeClr val="bg1"/>
                </a:solidFill>
              </a:rPr>
              <a:t>9/11</a:t>
            </a:r>
          </a:p>
        </p:txBody>
      </p:sp>
    </p:spTree>
    <p:extLst>
      <p:ext uri="{BB962C8B-B14F-4D97-AF65-F5344CB8AC3E}">
        <p14:creationId xmlns:p14="http://schemas.microsoft.com/office/powerpoint/2010/main" val="1831830777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6750AD-7CEE-59A1-0EB0-8DE0AD5174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4FF509A7-119E-C55B-8F57-AB7A39A23D7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03118" y="692696"/>
            <a:ext cx="8640960" cy="6480720"/>
          </a:xfrm>
        </p:spPr>
        <p:txBody>
          <a:bodyPr>
            <a:noAutofit/>
          </a:bodyPr>
          <a:lstStyle/>
          <a:p>
            <a:r>
              <a:rPr lang="en-GB" sz="3600" dirty="0">
                <a:solidFill>
                  <a:schemeClr val="bg1"/>
                </a:solidFill>
              </a:rPr>
              <a:t>Come on and praise the Lord with me</a:t>
            </a:r>
          </a:p>
          <a:p>
            <a:r>
              <a:rPr lang="en-GB" sz="3600" dirty="0">
                <a:solidFill>
                  <a:schemeClr val="bg1"/>
                </a:solidFill>
              </a:rPr>
              <a:t>Sing if you love His name</a:t>
            </a:r>
          </a:p>
          <a:p>
            <a:r>
              <a:rPr lang="en-GB" sz="3600" dirty="0">
                <a:solidFill>
                  <a:schemeClr val="bg1"/>
                </a:solidFill>
              </a:rPr>
              <a:t>Come on and lift your voice with me</a:t>
            </a:r>
          </a:p>
          <a:p>
            <a:r>
              <a:rPr lang="en-GB" sz="3600" dirty="0">
                <a:solidFill>
                  <a:schemeClr val="bg1"/>
                </a:solidFill>
              </a:rPr>
              <a:t>He’s worthy of all our praise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B962C56-5CB3-0CDD-257D-EE027C825571}"/>
              </a:ext>
            </a:extLst>
          </p:cNvPr>
          <p:cNvSpPr txBox="1"/>
          <p:nvPr/>
        </p:nvSpPr>
        <p:spPr>
          <a:xfrm>
            <a:off x="8316416" y="-14818"/>
            <a:ext cx="93968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b="1" dirty="0">
                <a:solidFill>
                  <a:schemeClr val="bg1"/>
                </a:solidFill>
              </a:rPr>
              <a:t>10/11</a:t>
            </a:r>
          </a:p>
        </p:txBody>
      </p:sp>
    </p:spTree>
    <p:extLst>
      <p:ext uri="{BB962C8B-B14F-4D97-AF65-F5344CB8AC3E}">
        <p14:creationId xmlns:p14="http://schemas.microsoft.com/office/powerpoint/2010/main" val="436668353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36C53B-89CB-7F86-910D-C415B9216E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2D72D447-60A1-09D4-6F36-219D95EACD8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03118" y="692696"/>
            <a:ext cx="8640960" cy="6480720"/>
          </a:xfrm>
        </p:spPr>
        <p:txBody>
          <a:bodyPr>
            <a:noAutofit/>
          </a:bodyPr>
          <a:lstStyle/>
          <a:p>
            <a:r>
              <a:rPr lang="en-GB" sz="3600" dirty="0">
                <a:solidFill>
                  <a:schemeClr val="bg1"/>
                </a:solidFill>
              </a:rPr>
              <a:t>Come on and bring your offering</a:t>
            </a:r>
          </a:p>
          <a:p>
            <a:r>
              <a:rPr lang="en-GB" sz="3600" dirty="0">
                <a:solidFill>
                  <a:schemeClr val="bg1"/>
                </a:solidFill>
              </a:rPr>
              <a:t>Sing if you’ve known His grace</a:t>
            </a:r>
          </a:p>
          <a:p>
            <a:r>
              <a:rPr lang="en-GB" sz="3600" dirty="0">
                <a:solidFill>
                  <a:schemeClr val="bg1"/>
                </a:solidFill>
              </a:rPr>
              <a:t>Come on and lift up your holy hands</a:t>
            </a:r>
          </a:p>
          <a:p>
            <a:r>
              <a:rPr lang="en-GB" sz="3600" dirty="0">
                <a:solidFill>
                  <a:schemeClr val="bg1"/>
                </a:solidFill>
              </a:rPr>
              <a:t>He’s worthy of all our praise</a:t>
            </a:r>
            <a:br>
              <a:rPr lang="en-GB" sz="3600" dirty="0">
                <a:solidFill>
                  <a:schemeClr val="bg1"/>
                </a:solidFill>
              </a:rPr>
            </a:br>
            <a:br>
              <a:rPr lang="en-GB" sz="3600" dirty="0">
                <a:solidFill>
                  <a:schemeClr val="bg1"/>
                </a:solidFill>
              </a:rPr>
            </a:br>
            <a:r>
              <a:rPr lang="en-GB" sz="3600" dirty="0">
                <a:solidFill>
                  <a:schemeClr val="bg1"/>
                </a:solidFill>
              </a:rPr>
              <a:t>He’s worthy of all our praise</a:t>
            </a:r>
          </a:p>
          <a:p>
            <a:endParaRPr lang="en-GB" sz="3600" dirty="0">
              <a:solidFill>
                <a:schemeClr val="bg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70D5EB7-C08C-4F9A-5954-6BC8445A9047}"/>
              </a:ext>
            </a:extLst>
          </p:cNvPr>
          <p:cNvSpPr txBox="1"/>
          <p:nvPr/>
        </p:nvSpPr>
        <p:spPr>
          <a:xfrm>
            <a:off x="8172400" y="19472"/>
            <a:ext cx="93968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b="1" dirty="0">
                <a:solidFill>
                  <a:schemeClr val="bg1"/>
                </a:solidFill>
              </a:rPr>
              <a:t>11/11</a:t>
            </a:r>
          </a:p>
        </p:txBody>
      </p:sp>
    </p:spTree>
    <p:extLst>
      <p:ext uri="{BB962C8B-B14F-4D97-AF65-F5344CB8AC3E}">
        <p14:creationId xmlns:p14="http://schemas.microsoft.com/office/powerpoint/2010/main" val="2985507449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03118" y="692696"/>
            <a:ext cx="8640960" cy="6480720"/>
          </a:xfrm>
        </p:spPr>
        <p:txBody>
          <a:bodyPr>
            <a:noAutofit/>
          </a:bodyPr>
          <a:lstStyle/>
          <a:p>
            <a:r>
              <a:rPr lang="en-GB" sz="3600" dirty="0">
                <a:solidFill>
                  <a:schemeClr val="bg1"/>
                </a:solidFill>
              </a:rPr>
              <a:t>Worthy is Your name, Jesus</a:t>
            </a:r>
          </a:p>
          <a:p>
            <a:r>
              <a:rPr lang="en-GB" sz="3600" dirty="0">
                <a:solidFill>
                  <a:schemeClr val="bg1"/>
                </a:solidFill>
              </a:rPr>
              <a:t>You deserve the praise </a:t>
            </a:r>
          </a:p>
          <a:p>
            <a:r>
              <a:rPr lang="en-GB" sz="3600" dirty="0">
                <a:solidFill>
                  <a:schemeClr val="bg1"/>
                </a:solidFill>
              </a:rPr>
              <a:t>Worthy is Your name</a:t>
            </a:r>
          </a:p>
          <a:p>
            <a:r>
              <a:rPr lang="en-GB" sz="3600" dirty="0">
                <a:solidFill>
                  <a:schemeClr val="bg1"/>
                </a:solidFill>
              </a:rPr>
              <a:t>Worthy is Your name, Jesus</a:t>
            </a:r>
          </a:p>
          <a:p>
            <a:r>
              <a:rPr lang="en-GB" sz="3600" dirty="0">
                <a:solidFill>
                  <a:schemeClr val="bg1"/>
                </a:solidFill>
              </a:rPr>
              <a:t>You deserve the praise </a:t>
            </a:r>
          </a:p>
          <a:p>
            <a:r>
              <a:rPr lang="en-GB" sz="3600" dirty="0">
                <a:solidFill>
                  <a:schemeClr val="bg1"/>
                </a:solidFill>
              </a:rPr>
              <a:t>Worthy is Your name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29729" y="0"/>
            <a:ext cx="62869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b="1" dirty="0">
                <a:solidFill>
                  <a:schemeClr val="bg1"/>
                </a:solidFill>
              </a:rPr>
              <a:t>1/1</a:t>
            </a:r>
          </a:p>
        </p:txBody>
      </p:sp>
    </p:spTree>
    <p:extLst>
      <p:ext uri="{BB962C8B-B14F-4D97-AF65-F5344CB8AC3E}">
        <p14:creationId xmlns:p14="http://schemas.microsoft.com/office/powerpoint/2010/main" val="2544967348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1520" y="836712"/>
            <a:ext cx="8640960" cy="6480720"/>
          </a:xfrm>
        </p:spPr>
        <p:txBody>
          <a:bodyPr>
            <a:noAutofit/>
          </a:bodyPr>
          <a:lstStyle/>
          <a:p>
            <a:r>
              <a:rPr lang="en-GB" sz="3600" dirty="0">
                <a:solidFill>
                  <a:schemeClr val="bg1"/>
                </a:solidFill>
              </a:rPr>
              <a:t>Your name is the highest</a:t>
            </a:r>
          </a:p>
          <a:p>
            <a:r>
              <a:rPr lang="en-GB" sz="3600" dirty="0">
                <a:solidFill>
                  <a:schemeClr val="bg1"/>
                </a:solidFill>
              </a:rPr>
              <a:t>Your name is the greatest</a:t>
            </a:r>
          </a:p>
          <a:p>
            <a:r>
              <a:rPr lang="en-GB" sz="3600" dirty="0">
                <a:solidFill>
                  <a:schemeClr val="bg1"/>
                </a:solidFill>
              </a:rPr>
              <a:t>Your name stands above them all</a:t>
            </a:r>
          </a:p>
          <a:p>
            <a:r>
              <a:rPr lang="en-GB" sz="3600" dirty="0">
                <a:solidFill>
                  <a:schemeClr val="bg1"/>
                </a:solidFill>
              </a:rPr>
              <a:t>All thrones and dominions</a:t>
            </a:r>
          </a:p>
          <a:p>
            <a:r>
              <a:rPr lang="en-GB" sz="3600" dirty="0">
                <a:solidFill>
                  <a:schemeClr val="bg1"/>
                </a:solidFill>
              </a:rPr>
              <a:t>All powers and positions</a:t>
            </a:r>
          </a:p>
          <a:p>
            <a:r>
              <a:rPr lang="en-GB" sz="3600" dirty="0">
                <a:solidFill>
                  <a:schemeClr val="bg1"/>
                </a:solidFill>
              </a:rPr>
              <a:t>Your name stands above them all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331558" y="0"/>
            <a:ext cx="62869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b="1" dirty="0">
                <a:solidFill>
                  <a:schemeClr val="bg1"/>
                </a:solidFill>
              </a:rPr>
              <a:t>1/4</a:t>
            </a:r>
          </a:p>
        </p:txBody>
      </p:sp>
    </p:spTree>
    <p:extLst>
      <p:ext uri="{BB962C8B-B14F-4D97-AF65-F5344CB8AC3E}">
        <p14:creationId xmlns:p14="http://schemas.microsoft.com/office/powerpoint/2010/main" val="1806542696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1520" y="764704"/>
            <a:ext cx="8640960" cy="6480720"/>
          </a:xfrm>
        </p:spPr>
        <p:txBody>
          <a:bodyPr>
            <a:noAutofit/>
          </a:bodyPr>
          <a:lstStyle/>
          <a:p>
            <a:r>
              <a:rPr lang="en-GB" sz="4000" dirty="0">
                <a:solidFill>
                  <a:schemeClr val="bg1"/>
                </a:solidFill>
              </a:rPr>
              <a:t>And the angels cry Holy</a:t>
            </a:r>
          </a:p>
          <a:p>
            <a:r>
              <a:rPr lang="en-GB" sz="4000" dirty="0">
                <a:solidFill>
                  <a:schemeClr val="bg1"/>
                </a:solidFill>
              </a:rPr>
              <a:t>All creation cries Holy</a:t>
            </a:r>
          </a:p>
          <a:p>
            <a:r>
              <a:rPr lang="en-GB" sz="4000" dirty="0">
                <a:solidFill>
                  <a:schemeClr val="bg1"/>
                </a:solidFill>
              </a:rPr>
              <a:t>You are lifted high Holy</a:t>
            </a:r>
          </a:p>
          <a:p>
            <a:r>
              <a:rPr lang="en-GB" sz="4000" dirty="0">
                <a:solidFill>
                  <a:schemeClr val="bg1"/>
                </a:solidFill>
              </a:rPr>
              <a:t>Holy forever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316416" y="0"/>
            <a:ext cx="62869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b="1" dirty="0">
                <a:solidFill>
                  <a:schemeClr val="bg1"/>
                </a:solidFill>
              </a:rPr>
              <a:t>2/4</a:t>
            </a:r>
          </a:p>
        </p:txBody>
      </p:sp>
    </p:spTree>
    <p:extLst>
      <p:ext uri="{BB962C8B-B14F-4D97-AF65-F5344CB8AC3E}">
        <p14:creationId xmlns:p14="http://schemas.microsoft.com/office/powerpoint/2010/main" val="3703381109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1520" y="764704"/>
            <a:ext cx="8640960" cy="6480720"/>
          </a:xfrm>
        </p:spPr>
        <p:txBody>
          <a:bodyPr>
            <a:noAutofit/>
          </a:bodyPr>
          <a:lstStyle/>
          <a:p>
            <a:r>
              <a:rPr lang="en-GB" sz="4000" dirty="0">
                <a:solidFill>
                  <a:schemeClr val="bg1"/>
                </a:solidFill>
              </a:rPr>
              <a:t>Hear Your people sing Holy</a:t>
            </a:r>
          </a:p>
          <a:p>
            <a:r>
              <a:rPr lang="en-GB" sz="4000" dirty="0">
                <a:solidFill>
                  <a:schemeClr val="bg1"/>
                </a:solidFill>
              </a:rPr>
              <a:t>To the King of Kings Holy</a:t>
            </a:r>
          </a:p>
          <a:p>
            <a:r>
              <a:rPr lang="en-GB" sz="4000" dirty="0">
                <a:solidFill>
                  <a:schemeClr val="bg1"/>
                </a:solidFill>
              </a:rPr>
              <a:t>You will always be Holy</a:t>
            </a:r>
          </a:p>
          <a:p>
            <a:r>
              <a:rPr lang="en-GB" sz="4000" dirty="0">
                <a:solidFill>
                  <a:schemeClr val="bg1"/>
                </a:solidFill>
              </a:rPr>
              <a:t>Holy forever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398233" y="9947"/>
            <a:ext cx="62869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b="1" dirty="0">
                <a:solidFill>
                  <a:schemeClr val="bg1"/>
                </a:solidFill>
              </a:rPr>
              <a:t>3/4</a:t>
            </a:r>
          </a:p>
        </p:txBody>
      </p:sp>
    </p:spTree>
    <p:extLst>
      <p:ext uri="{BB962C8B-B14F-4D97-AF65-F5344CB8AC3E}">
        <p14:creationId xmlns:p14="http://schemas.microsoft.com/office/powerpoint/2010/main" val="482190470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1520" y="692696"/>
            <a:ext cx="8640960" cy="6480720"/>
          </a:xfrm>
        </p:spPr>
        <p:txBody>
          <a:bodyPr>
            <a:noAutofit/>
          </a:bodyPr>
          <a:lstStyle/>
          <a:p>
            <a:r>
              <a:rPr lang="en-GB" sz="4000" dirty="0">
                <a:solidFill>
                  <a:schemeClr val="bg1"/>
                </a:solidFill>
              </a:rPr>
              <a:t>You will always be Holy</a:t>
            </a:r>
          </a:p>
          <a:p>
            <a:r>
              <a:rPr lang="en-GB" sz="4000" dirty="0">
                <a:solidFill>
                  <a:schemeClr val="bg1"/>
                </a:solidFill>
              </a:rPr>
              <a:t>Holy forever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04319" y="0"/>
            <a:ext cx="62869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b="1" dirty="0">
                <a:solidFill>
                  <a:schemeClr val="bg1"/>
                </a:solidFill>
              </a:rPr>
              <a:t>4/4</a:t>
            </a:r>
          </a:p>
        </p:txBody>
      </p:sp>
    </p:spTree>
    <p:extLst>
      <p:ext uri="{BB962C8B-B14F-4D97-AF65-F5344CB8AC3E}">
        <p14:creationId xmlns:p14="http://schemas.microsoft.com/office/powerpoint/2010/main" val="718235480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1520" y="764704"/>
            <a:ext cx="8640960" cy="6480720"/>
          </a:xfrm>
        </p:spPr>
        <p:txBody>
          <a:bodyPr>
            <a:noAutofit/>
          </a:bodyPr>
          <a:lstStyle/>
          <a:p>
            <a:r>
              <a:rPr lang="en-GB" sz="4000" dirty="0">
                <a:solidFill>
                  <a:schemeClr val="bg1"/>
                </a:solidFill>
              </a:rPr>
              <a:t>Holy </a:t>
            </a:r>
            <a:r>
              <a:rPr lang="en-GB" sz="4000" dirty="0" err="1">
                <a:solidFill>
                  <a:schemeClr val="bg1"/>
                </a:solidFill>
              </a:rPr>
              <a:t>holy</a:t>
            </a:r>
            <a:r>
              <a:rPr lang="en-GB" sz="4000" dirty="0">
                <a:solidFill>
                  <a:schemeClr val="bg1"/>
                </a:solidFill>
              </a:rPr>
              <a:t> </a:t>
            </a:r>
            <a:r>
              <a:rPr lang="en-GB" sz="4000" dirty="0" err="1">
                <a:solidFill>
                  <a:schemeClr val="bg1"/>
                </a:solidFill>
              </a:rPr>
              <a:t>holy</a:t>
            </a:r>
            <a:endParaRPr lang="en-GB" sz="4000" dirty="0">
              <a:solidFill>
                <a:schemeClr val="bg1"/>
              </a:solidFill>
            </a:endParaRPr>
          </a:p>
          <a:p>
            <a:r>
              <a:rPr lang="en-GB" sz="4000" dirty="0">
                <a:solidFill>
                  <a:schemeClr val="bg1"/>
                </a:solidFill>
              </a:rPr>
              <a:t>Holy </a:t>
            </a:r>
            <a:r>
              <a:rPr lang="en-GB" sz="4000" dirty="0" err="1">
                <a:solidFill>
                  <a:schemeClr val="bg1"/>
                </a:solidFill>
              </a:rPr>
              <a:t>holy</a:t>
            </a:r>
            <a:r>
              <a:rPr lang="en-GB" sz="4000" dirty="0">
                <a:solidFill>
                  <a:schemeClr val="bg1"/>
                </a:solidFill>
              </a:rPr>
              <a:t> </a:t>
            </a:r>
            <a:r>
              <a:rPr lang="en-GB" sz="4000" dirty="0" err="1">
                <a:solidFill>
                  <a:schemeClr val="bg1"/>
                </a:solidFill>
              </a:rPr>
              <a:t>holy</a:t>
            </a:r>
            <a:endParaRPr lang="en-GB" sz="4000" dirty="0">
              <a:solidFill>
                <a:schemeClr val="bg1"/>
              </a:solidFill>
            </a:endParaRPr>
          </a:p>
          <a:p>
            <a:r>
              <a:rPr lang="en-GB" sz="4000" dirty="0">
                <a:solidFill>
                  <a:schemeClr val="bg1"/>
                </a:solidFill>
              </a:rPr>
              <a:t>Holy </a:t>
            </a:r>
            <a:r>
              <a:rPr lang="en-GB" sz="4000" dirty="0" err="1">
                <a:solidFill>
                  <a:schemeClr val="bg1"/>
                </a:solidFill>
              </a:rPr>
              <a:t>holy</a:t>
            </a:r>
            <a:r>
              <a:rPr lang="en-GB" sz="4000" dirty="0">
                <a:solidFill>
                  <a:schemeClr val="bg1"/>
                </a:solidFill>
              </a:rPr>
              <a:t> </a:t>
            </a:r>
            <a:r>
              <a:rPr lang="en-GB" sz="4000" dirty="0" err="1">
                <a:solidFill>
                  <a:schemeClr val="bg1"/>
                </a:solidFill>
              </a:rPr>
              <a:t>holy</a:t>
            </a:r>
            <a:endParaRPr lang="en-GB" sz="4000" dirty="0">
              <a:solidFill>
                <a:schemeClr val="bg1"/>
              </a:solidFill>
            </a:endParaRPr>
          </a:p>
          <a:p>
            <a:r>
              <a:rPr lang="en-GB" sz="4000" dirty="0">
                <a:solidFill>
                  <a:schemeClr val="bg1"/>
                </a:solidFill>
              </a:rPr>
              <a:t>I want to see You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29729" y="0"/>
            <a:ext cx="62869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b="1" dirty="0">
                <a:solidFill>
                  <a:schemeClr val="bg1"/>
                </a:solidFill>
              </a:rPr>
              <a:t>1/3</a:t>
            </a:r>
          </a:p>
        </p:txBody>
      </p:sp>
    </p:spTree>
    <p:extLst>
      <p:ext uri="{BB962C8B-B14F-4D97-AF65-F5344CB8AC3E}">
        <p14:creationId xmlns:p14="http://schemas.microsoft.com/office/powerpoint/2010/main" val="1090085616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23528" y="692696"/>
            <a:ext cx="8640960" cy="6480720"/>
          </a:xfrm>
        </p:spPr>
        <p:txBody>
          <a:bodyPr>
            <a:noAutofit/>
          </a:bodyPr>
          <a:lstStyle/>
          <a:p>
            <a:r>
              <a:rPr lang="en-GB" sz="4000" dirty="0">
                <a:solidFill>
                  <a:schemeClr val="bg1"/>
                </a:solidFill>
              </a:rPr>
              <a:t>To see You high and lifted up</a:t>
            </a:r>
          </a:p>
          <a:p>
            <a:r>
              <a:rPr lang="en-GB" sz="4000" dirty="0">
                <a:solidFill>
                  <a:schemeClr val="bg1"/>
                </a:solidFill>
              </a:rPr>
              <a:t>Shining in the light of Your glory</a:t>
            </a:r>
          </a:p>
          <a:p>
            <a:r>
              <a:rPr lang="en-GB" sz="4000" dirty="0">
                <a:solidFill>
                  <a:schemeClr val="bg1"/>
                </a:solidFill>
              </a:rPr>
              <a:t>Pour out Your power and love</a:t>
            </a:r>
          </a:p>
          <a:p>
            <a:r>
              <a:rPr lang="en-GB" sz="4000" dirty="0">
                <a:solidFill>
                  <a:schemeClr val="bg1"/>
                </a:solidFill>
              </a:rPr>
              <a:t>As we sing holy </a:t>
            </a:r>
            <a:r>
              <a:rPr lang="en-GB" sz="4000" dirty="0" err="1">
                <a:solidFill>
                  <a:schemeClr val="bg1"/>
                </a:solidFill>
              </a:rPr>
              <a:t>holy</a:t>
            </a:r>
            <a:r>
              <a:rPr lang="en-GB" sz="4000" dirty="0">
                <a:solidFill>
                  <a:schemeClr val="bg1"/>
                </a:solidFill>
              </a:rPr>
              <a:t> </a:t>
            </a:r>
            <a:r>
              <a:rPr lang="en-GB" sz="4000" dirty="0" err="1">
                <a:solidFill>
                  <a:schemeClr val="bg1"/>
                </a:solidFill>
              </a:rPr>
              <a:t>holy</a:t>
            </a:r>
            <a:endParaRPr lang="en-GB" sz="4000" dirty="0">
              <a:solidFill>
                <a:schemeClr val="bg1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8529729" y="0"/>
            <a:ext cx="62869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b="1" dirty="0">
                <a:solidFill>
                  <a:schemeClr val="bg1"/>
                </a:solidFill>
              </a:rPr>
              <a:t>2/3</a:t>
            </a:r>
          </a:p>
        </p:txBody>
      </p:sp>
    </p:spTree>
    <p:extLst>
      <p:ext uri="{BB962C8B-B14F-4D97-AF65-F5344CB8AC3E}">
        <p14:creationId xmlns:p14="http://schemas.microsoft.com/office/powerpoint/2010/main" val="4093454873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1520" y="692696"/>
            <a:ext cx="8640960" cy="6480720"/>
          </a:xfrm>
        </p:spPr>
        <p:txBody>
          <a:bodyPr>
            <a:noAutofit/>
          </a:bodyPr>
          <a:lstStyle/>
          <a:p>
            <a:r>
              <a:rPr lang="en-GB" sz="4000" dirty="0">
                <a:solidFill>
                  <a:schemeClr val="bg1"/>
                </a:solidFill>
              </a:rPr>
              <a:t>Open the eyes of my heart Lord</a:t>
            </a:r>
          </a:p>
          <a:p>
            <a:r>
              <a:rPr lang="en-GB" sz="4000" dirty="0">
                <a:solidFill>
                  <a:schemeClr val="bg1"/>
                </a:solidFill>
              </a:rPr>
              <a:t>Open the eyes of my heart</a:t>
            </a:r>
          </a:p>
          <a:p>
            <a:r>
              <a:rPr lang="en-GB" sz="4000" dirty="0">
                <a:solidFill>
                  <a:schemeClr val="bg1"/>
                </a:solidFill>
              </a:rPr>
              <a:t>I want to see You</a:t>
            </a:r>
          </a:p>
          <a:p>
            <a:r>
              <a:rPr lang="en-GB" sz="4000" dirty="0">
                <a:solidFill>
                  <a:schemeClr val="bg1"/>
                </a:solidFill>
              </a:rPr>
              <a:t>I want to see You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29729" y="0"/>
            <a:ext cx="62869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b="1" dirty="0">
                <a:solidFill>
                  <a:schemeClr val="bg1"/>
                </a:solidFill>
              </a:rPr>
              <a:t>3/3</a:t>
            </a:r>
          </a:p>
        </p:txBody>
      </p:sp>
    </p:spTree>
    <p:extLst>
      <p:ext uri="{BB962C8B-B14F-4D97-AF65-F5344CB8AC3E}">
        <p14:creationId xmlns:p14="http://schemas.microsoft.com/office/powerpoint/2010/main" val="4181510961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60110738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33931C-4A5D-6C3C-F230-C731D8AA88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CEEFD4C3-3D83-CCE2-92F0-CDE5D97554F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03118" y="620688"/>
            <a:ext cx="8640960" cy="6480720"/>
          </a:xfrm>
        </p:spPr>
        <p:txBody>
          <a:bodyPr>
            <a:noAutofit/>
          </a:bodyPr>
          <a:lstStyle/>
          <a:p>
            <a:r>
              <a:rPr lang="en-GB" sz="3600" dirty="0">
                <a:solidFill>
                  <a:schemeClr val="bg1"/>
                </a:solidFill>
              </a:rPr>
              <a:t>Hold me close</a:t>
            </a:r>
          </a:p>
          <a:p>
            <a:r>
              <a:rPr lang="en-GB" sz="3600" dirty="0">
                <a:solidFill>
                  <a:schemeClr val="bg1"/>
                </a:solidFill>
              </a:rPr>
              <a:t>Let Your love surround me</a:t>
            </a:r>
          </a:p>
          <a:p>
            <a:r>
              <a:rPr lang="en-GB" sz="3600" dirty="0">
                <a:solidFill>
                  <a:schemeClr val="bg1"/>
                </a:solidFill>
              </a:rPr>
              <a:t>Bring me near, draw me to Your side</a:t>
            </a:r>
          </a:p>
          <a:p>
            <a:r>
              <a:rPr lang="en-GB" sz="3600" dirty="0">
                <a:solidFill>
                  <a:schemeClr val="bg1"/>
                </a:solidFill>
              </a:rPr>
              <a:t>And as I wait</a:t>
            </a:r>
          </a:p>
          <a:p>
            <a:r>
              <a:rPr lang="en-GB" sz="3600" dirty="0">
                <a:solidFill>
                  <a:schemeClr val="bg1"/>
                </a:solidFill>
              </a:rPr>
              <a:t>I'll rise up like the eagle</a:t>
            </a:r>
          </a:p>
          <a:p>
            <a:r>
              <a:rPr lang="en-GB" sz="3600" dirty="0">
                <a:solidFill>
                  <a:schemeClr val="bg1"/>
                </a:solidFill>
              </a:rPr>
              <a:t>And I will soar with You</a:t>
            </a:r>
          </a:p>
          <a:p>
            <a:r>
              <a:rPr lang="en-GB" sz="3600" dirty="0">
                <a:solidFill>
                  <a:schemeClr val="bg1"/>
                </a:solidFill>
              </a:rPr>
              <a:t>Your Spirit leads me on</a:t>
            </a:r>
          </a:p>
          <a:p>
            <a:r>
              <a:rPr lang="en-GB" sz="3600" dirty="0">
                <a:solidFill>
                  <a:schemeClr val="bg1"/>
                </a:solidFill>
              </a:rPr>
              <a:t>In the </a:t>
            </a:r>
            <a:r>
              <a:rPr lang="en-GB" sz="3600" dirty="0" err="1">
                <a:solidFill>
                  <a:schemeClr val="bg1"/>
                </a:solidFill>
              </a:rPr>
              <a:t>pow'r</a:t>
            </a:r>
            <a:r>
              <a:rPr lang="en-GB" sz="3600" dirty="0">
                <a:solidFill>
                  <a:schemeClr val="bg1"/>
                </a:solidFill>
              </a:rPr>
              <a:t> of Your love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4E35941-E863-FEFD-4832-0D8D9B0653C6}"/>
              </a:ext>
            </a:extLst>
          </p:cNvPr>
          <p:cNvSpPr txBox="1"/>
          <p:nvPr/>
        </p:nvSpPr>
        <p:spPr>
          <a:xfrm>
            <a:off x="8529729" y="0"/>
            <a:ext cx="62869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b="1" dirty="0">
                <a:solidFill>
                  <a:schemeClr val="bg1"/>
                </a:solidFill>
              </a:rPr>
              <a:t>1/3</a:t>
            </a:r>
          </a:p>
        </p:txBody>
      </p:sp>
    </p:spTree>
    <p:extLst>
      <p:ext uri="{BB962C8B-B14F-4D97-AF65-F5344CB8AC3E}">
        <p14:creationId xmlns:p14="http://schemas.microsoft.com/office/powerpoint/2010/main" val="4260945269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E3DD8F-AD17-732E-895D-E62C6A0EE3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B534E924-7F16-E602-9BCE-E730DDE2FC7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03118" y="620688"/>
            <a:ext cx="8640960" cy="6480720"/>
          </a:xfrm>
        </p:spPr>
        <p:txBody>
          <a:bodyPr>
            <a:noAutofit/>
          </a:bodyPr>
          <a:lstStyle/>
          <a:p>
            <a:r>
              <a:rPr lang="en-GB" sz="3600" dirty="0">
                <a:solidFill>
                  <a:schemeClr val="bg1"/>
                </a:solidFill>
              </a:rPr>
              <a:t>Lord I come to You</a:t>
            </a:r>
          </a:p>
          <a:p>
            <a:r>
              <a:rPr lang="en-GB" sz="3600" dirty="0">
                <a:solidFill>
                  <a:schemeClr val="bg1"/>
                </a:solidFill>
              </a:rPr>
              <a:t>Let my heart be changed renewed</a:t>
            </a:r>
          </a:p>
          <a:p>
            <a:r>
              <a:rPr lang="en-GB" sz="3600" dirty="0">
                <a:solidFill>
                  <a:schemeClr val="bg1"/>
                </a:solidFill>
              </a:rPr>
              <a:t>Flowing from the grace</a:t>
            </a:r>
          </a:p>
          <a:p>
            <a:r>
              <a:rPr lang="en-GB" sz="3600" dirty="0">
                <a:solidFill>
                  <a:schemeClr val="bg1"/>
                </a:solidFill>
              </a:rPr>
              <a:t>That I found in You</a:t>
            </a:r>
          </a:p>
          <a:p>
            <a:r>
              <a:rPr lang="en-GB" sz="3600" dirty="0">
                <a:solidFill>
                  <a:schemeClr val="bg1"/>
                </a:solidFill>
              </a:rPr>
              <a:t>And Lord I've come to know</a:t>
            </a:r>
          </a:p>
          <a:p>
            <a:r>
              <a:rPr lang="en-GB" sz="3600" dirty="0">
                <a:solidFill>
                  <a:schemeClr val="bg1"/>
                </a:solidFill>
              </a:rPr>
              <a:t>The weaknesses I see in me</a:t>
            </a:r>
          </a:p>
          <a:p>
            <a:r>
              <a:rPr lang="en-GB" sz="3600" dirty="0">
                <a:solidFill>
                  <a:schemeClr val="bg1"/>
                </a:solidFill>
              </a:rPr>
              <a:t>Will be stripped away</a:t>
            </a:r>
          </a:p>
          <a:p>
            <a:r>
              <a:rPr lang="en-GB" sz="3600" dirty="0">
                <a:solidFill>
                  <a:schemeClr val="bg1"/>
                </a:solidFill>
              </a:rPr>
              <a:t>By the </a:t>
            </a:r>
            <a:r>
              <a:rPr lang="en-GB" sz="3600" dirty="0" err="1">
                <a:solidFill>
                  <a:schemeClr val="bg1"/>
                </a:solidFill>
              </a:rPr>
              <a:t>pow'r</a:t>
            </a:r>
            <a:r>
              <a:rPr lang="en-GB" sz="3600" dirty="0">
                <a:solidFill>
                  <a:schemeClr val="bg1"/>
                </a:solidFill>
              </a:rPr>
              <a:t> of Your love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DB8E64B-A73C-0DAC-6DDD-042217628389}"/>
              </a:ext>
            </a:extLst>
          </p:cNvPr>
          <p:cNvSpPr txBox="1"/>
          <p:nvPr/>
        </p:nvSpPr>
        <p:spPr>
          <a:xfrm>
            <a:off x="8529729" y="0"/>
            <a:ext cx="62869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b="1" dirty="0">
                <a:solidFill>
                  <a:schemeClr val="bg1"/>
                </a:solidFill>
              </a:rPr>
              <a:t>2/3</a:t>
            </a:r>
          </a:p>
        </p:txBody>
      </p:sp>
    </p:spTree>
    <p:extLst>
      <p:ext uri="{BB962C8B-B14F-4D97-AF65-F5344CB8AC3E}">
        <p14:creationId xmlns:p14="http://schemas.microsoft.com/office/powerpoint/2010/main" val="908164259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083831-DF3E-5DD5-8E9E-F8CE79F364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C9F472CD-4E2C-8FCD-F98A-DD1AD75F156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03118" y="620688"/>
            <a:ext cx="8640960" cy="6480720"/>
          </a:xfrm>
        </p:spPr>
        <p:txBody>
          <a:bodyPr>
            <a:noAutofit/>
          </a:bodyPr>
          <a:lstStyle/>
          <a:p>
            <a:r>
              <a:rPr lang="en-GB" sz="3600" dirty="0">
                <a:solidFill>
                  <a:schemeClr val="bg1"/>
                </a:solidFill>
              </a:rPr>
              <a:t>Lord unveil my eyes</a:t>
            </a:r>
          </a:p>
          <a:p>
            <a:r>
              <a:rPr lang="en-GB" sz="3600" dirty="0">
                <a:solidFill>
                  <a:schemeClr val="bg1"/>
                </a:solidFill>
              </a:rPr>
              <a:t>Let me see You face to face</a:t>
            </a:r>
          </a:p>
          <a:p>
            <a:r>
              <a:rPr lang="en-GB" sz="3600" dirty="0">
                <a:solidFill>
                  <a:schemeClr val="bg1"/>
                </a:solidFill>
              </a:rPr>
              <a:t>The knowledge of Your love</a:t>
            </a:r>
          </a:p>
          <a:p>
            <a:r>
              <a:rPr lang="en-GB" sz="3600" dirty="0">
                <a:solidFill>
                  <a:schemeClr val="bg1"/>
                </a:solidFill>
              </a:rPr>
              <a:t>As You live in me</a:t>
            </a:r>
          </a:p>
          <a:p>
            <a:r>
              <a:rPr lang="en-GB" sz="3600" dirty="0">
                <a:solidFill>
                  <a:schemeClr val="bg1"/>
                </a:solidFill>
              </a:rPr>
              <a:t>Lord renew my mind</a:t>
            </a:r>
          </a:p>
          <a:p>
            <a:r>
              <a:rPr lang="en-GB" sz="3600" dirty="0">
                <a:solidFill>
                  <a:schemeClr val="bg1"/>
                </a:solidFill>
              </a:rPr>
              <a:t>As Your will unfolds in my life</a:t>
            </a:r>
          </a:p>
          <a:p>
            <a:r>
              <a:rPr lang="en-GB" sz="3600" dirty="0">
                <a:solidFill>
                  <a:schemeClr val="bg1"/>
                </a:solidFill>
              </a:rPr>
              <a:t>In living </a:t>
            </a:r>
            <a:r>
              <a:rPr lang="en-GB" sz="3600" dirty="0" err="1">
                <a:solidFill>
                  <a:schemeClr val="bg1"/>
                </a:solidFill>
              </a:rPr>
              <a:t>ev'ry</a:t>
            </a:r>
            <a:r>
              <a:rPr lang="en-GB" sz="3600" dirty="0">
                <a:solidFill>
                  <a:schemeClr val="bg1"/>
                </a:solidFill>
              </a:rPr>
              <a:t> day</a:t>
            </a:r>
          </a:p>
          <a:p>
            <a:r>
              <a:rPr lang="en-GB" sz="3600" dirty="0">
                <a:solidFill>
                  <a:schemeClr val="bg1"/>
                </a:solidFill>
              </a:rPr>
              <a:t>By the </a:t>
            </a:r>
            <a:r>
              <a:rPr lang="en-GB" sz="3600" dirty="0" err="1">
                <a:solidFill>
                  <a:schemeClr val="bg1"/>
                </a:solidFill>
              </a:rPr>
              <a:t>pow'r</a:t>
            </a:r>
            <a:r>
              <a:rPr lang="en-GB" sz="3600" dirty="0">
                <a:solidFill>
                  <a:schemeClr val="bg1"/>
                </a:solidFill>
              </a:rPr>
              <a:t> of Your love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FBA3C4B-3568-C448-9F7F-0B74AEF817BF}"/>
              </a:ext>
            </a:extLst>
          </p:cNvPr>
          <p:cNvSpPr txBox="1"/>
          <p:nvPr/>
        </p:nvSpPr>
        <p:spPr>
          <a:xfrm>
            <a:off x="8529729" y="0"/>
            <a:ext cx="62869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b="1" dirty="0">
                <a:solidFill>
                  <a:schemeClr val="bg1"/>
                </a:solidFill>
              </a:rPr>
              <a:t>3/3</a:t>
            </a:r>
          </a:p>
        </p:txBody>
      </p:sp>
    </p:spTree>
    <p:extLst>
      <p:ext uri="{BB962C8B-B14F-4D97-AF65-F5344CB8AC3E}">
        <p14:creationId xmlns:p14="http://schemas.microsoft.com/office/powerpoint/2010/main" val="1795209698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EFF4FA-0E06-0926-896F-F23CFABFD3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EE14CD0D-FB32-CAEC-65DD-61041E4E0A0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03118" y="620688"/>
            <a:ext cx="8640960" cy="6480720"/>
          </a:xfrm>
        </p:spPr>
        <p:txBody>
          <a:bodyPr>
            <a:noAutofit/>
          </a:bodyPr>
          <a:lstStyle/>
          <a:p>
            <a:r>
              <a:rPr lang="en-GB" sz="3600" dirty="0">
                <a:solidFill>
                  <a:schemeClr val="bg1"/>
                </a:solidFill>
              </a:rPr>
              <a:t>This is my desire</a:t>
            </a:r>
          </a:p>
          <a:p>
            <a:r>
              <a:rPr lang="en-GB" sz="3600" dirty="0">
                <a:solidFill>
                  <a:schemeClr val="bg1"/>
                </a:solidFill>
              </a:rPr>
              <a:t>To honour You</a:t>
            </a:r>
          </a:p>
          <a:p>
            <a:r>
              <a:rPr lang="en-GB" sz="3600" dirty="0">
                <a:solidFill>
                  <a:schemeClr val="bg1"/>
                </a:solidFill>
              </a:rPr>
              <a:t>Lord with all my heart</a:t>
            </a:r>
          </a:p>
          <a:p>
            <a:r>
              <a:rPr lang="en-GB" sz="3600" dirty="0">
                <a:solidFill>
                  <a:schemeClr val="bg1"/>
                </a:solidFill>
              </a:rPr>
              <a:t>I worship You</a:t>
            </a:r>
          </a:p>
          <a:p>
            <a:r>
              <a:rPr lang="en-GB" sz="3600" dirty="0">
                <a:solidFill>
                  <a:schemeClr val="bg1"/>
                </a:solidFill>
              </a:rPr>
              <a:t>All I have within me</a:t>
            </a:r>
          </a:p>
          <a:p>
            <a:r>
              <a:rPr lang="en-GB" sz="3600" dirty="0">
                <a:solidFill>
                  <a:schemeClr val="bg1"/>
                </a:solidFill>
              </a:rPr>
              <a:t>I give You praise</a:t>
            </a:r>
          </a:p>
          <a:p>
            <a:r>
              <a:rPr lang="en-GB" sz="3600" dirty="0">
                <a:solidFill>
                  <a:schemeClr val="bg1"/>
                </a:solidFill>
              </a:rPr>
              <a:t>All that I adore is in You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522F913-4E04-6199-4DD7-DAF3AE182FD2}"/>
              </a:ext>
            </a:extLst>
          </p:cNvPr>
          <p:cNvSpPr txBox="1"/>
          <p:nvPr/>
        </p:nvSpPr>
        <p:spPr>
          <a:xfrm>
            <a:off x="8529729" y="0"/>
            <a:ext cx="62869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b="1" dirty="0">
                <a:solidFill>
                  <a:schemeClr val="bg1"/>
                </a:solidFill>
              </a:rPr>
              <a:t>1/2</a:t>
            </a:r>
          </a:p>
        </p:txBody>
      </p:sp>
    </p:spTree>
    <p:extLst>
      <p:ext uri="{BB962C8B-B14F-4D97-AF65-F5344CB8AC3E}">
        <p14:creationId xmlns:p14="http://schemas.microsoft.com/office/powerpoint/2010/main" val="1441420312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3A3845-4C4A-577F-7E37-C0A96FE3F1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77B683C8-DD31-FADE-1E8A-B87904F1175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03118" y="620688"/>
            <a:ext cx="8640960" cy="6480720"/>
          </a:xfrm>
        </p:spPr>
        <p:txBody>
          <a:bodyPr>
            <a:noAutofit/>
          </a:bodyPr>
          <a:lstStyle/>
          <a:p>
            <a:r>
              <a:rPr lang="en-GB" sz="3600" dirty="0">
                <a:solidFill>
                  <a:schemeClr val="bg1"/>
                </a:solidFill>
              </a:rPr>
              <a:t>Lord I give You my heart</a:t>
            </a:r>
          </a:p>
          <a:p>
            <a:r>
              <a:rPr lang="en-GB" sz="3600" dirty="0">
                <a:solidFill>
                  <a:schemeClr val="bg1"/>
                </a:solidFill>
              </a:rPr>
              <a:t>I give You my soul</a:t>
            </a:r>
          </a:p>
          <a:p>
            <a:r>
              <a:rPr lang="en-GB" sz="3600" dirty="0">
                <a:solidFill>
                  <a:schemeClr val="bg1"/>
                </a:solidFill>
              </a:rPr>
              <a:t>I live for You alone</a:t>
            </a:r>
          </a:p>
          <a:p>
            <a:r>
              <a:rPr lang="en-GB" sz="3600" dirty="0" err="1">
                <a:solidFill>
                  <a:schemeClr val="bg1"/>
                </a:solidFill>
              </a:rPr>
              <a:t>Ev'ry</a:t>
            </a:r>
            <a:r>
              <a:rPr lang="en-GB" sz="3600" dirty="0">
                <a:solidFill>
                  <a:schemeClr val="bg1"/>
                </a:solidFill>
              </a:rPr>
              <a:t> breath that I take</a:t>
            </a:r>
          </a:p>
          <a:p>
            <a:r>
              <a:rPr lang="en-GB" sz="3600" dirty="0" err="1">
                <a:solidFill>
                  <a:schemeClr val="bg1"/>
                </a:solidFill>
              </a:rPr>
              <a:t>Ev'ry</a:t>
            </a:r>
            <a:r>
              <a:rPr lang="en-GB" sz="3600" dirty="0">
                <a:solidFill>
                  <a:schemeClr val="bg1"/>
                </a:solidFill>
              </a:rPr>
              <a:t> moment I'm awake</a:t>
            </a:r>
          </a:p>
          <a:p>
            <a:r>
              <a:rPr lang="en-GB" sz="3600" dirty="0">
                <a:solidFill>
                  <a:schemeClr val="bg1"/>
                </a:solidFill>
              </a:rPr>
              <a:t>Lord have Your way in me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D98FF34-2554-C761-7B54-8608C90C5AAA}"/>
              </a:ext>
            </a:extLst>
          </p:cNvPr>
          <p:cNvSpPr txBox="1"/>
          <p:nvPr/>
        </p:nvSpPr>
        <p:spPr>
          <a:xfrm>
            <a:off x="8529729" y="0"/>
            <a:ext cx="62869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b="1" dirty="0">
                <a:solidFill>
                  <a:schemeClr val="bg1"/>
                </a:solidFill>
              </a:rPr>
              <a:t>2/2</a:t>
            </a:r>
          </a:p>
        </p:txBody>
      </p:sp>
    </p:spTree>
    <p:extLst>
      <p:ext uri="{BB962C8B-B14F-4D97-AF65-F5344CB8AC3E}">
        <p14:creationId xmlns:p14="http://schemas.microsoft.com/office/powerpoint/2010/main" val="4204264811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FA967D-29FD-3F17-BF74-6C598D9025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8D8D8D29-19B4-234A-9CEB-522379BAA90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03118" y="764704"/>
            <a:ext cx="8640960" cy="6480720"/>
          </a:xfrm>
        </p:spPr>
        <p:txBody>
          <a:bodyPr>
            <a:noAutofit/>
          </a:bodyPr>
          <a:lstStyle/>
          <a:p>
            <a:r>
              <a:rPr lang="en-GB" sz="3600" dirty="0">
                <a:solidFill>
                  <a:schemeClr val="bg1"/>
                </a:solidFill>
              </a:rPr>
              <a:t>Shake up the ground of all my tradition</a:t>
            </a:r>
          </a:p>
          <a:p>
            <a:r>
              <a:rPr lang="en-GB" sz="3600" dirty="0">
                <a:solidFill>
                  <a:schemeClr val="bg1"/>
                </a:solidFill>
              </a:rPr>
              <a:t>Break down the walls of all my religion</a:t>
            </a:r>
          </a:p>
          <a:p>
            <a:r>
              <a:rPr lang="en-GB" sz="3600" dirty="0">
                <a:solidFill>
                  <a:schemeClr val="bg1"/>
                </a:solidFill>
              </a:rPr>
              <a:t>Your way is better</a:t>
            </a:r>
          </a:p>
          <a:p>
            <a:r>
              <a:rPr lang="en-GB" sz="3600" dirty="0">
                <a:solidFill>
                  <a:schemeClr val="bg1"/>
                </a:solidFill>
              </a:rPr>
              <a:t>Your way is better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82E28AF-7572-370A-B572-53B2C7DA3347}"/>
              </a:ext>
            </a:extLst>
          </p:cNvPr>
          <p:cNvSpPr txBox="1"/>
          <p:nvPr/>
        </p:nvSpPr>
        <p:spPr>
          <a:xfrm>
            <a:off x="8529729" y="0"/>
            <a:ext cx="62869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b="1" dirty="0">
                <a:solidFill>
                  <a:schemeClr val="bg1"/>
                </a:solidFill>
              </a:rPr>
              <a:t>1/3</a:t>
            </a:r>
          </a:p>
        </p:txBody>
      </p:sp>
    </p:spTree>
    <p:extLst>
      <p:ext uri="{BB962C8B-B14F-4D97-AF65-F5344CB8AC3E}">
        <p14:creationId xmlns:p14="http://schemas.microsoft.com/office/powerpoint/2010/main" val="2763888922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595A36-BBFC-5E4A-3C78-61FB77FCB3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7E6666CE-8F41-3DDB-321D-CD79FD7F408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03118" y="764704"/>
            <a:ext cx="8640960" cy="6480720"/>
          </a:xfrm>
        </p:spPr>
        <p:txBody>
          <a:bodyPr>
            <a:noAutofit/>
          </a:bodyPr>
          <a:lstStyle/>
          <a:p>
            <a:r>
              <a:rPr lang="en-GB" sz="3600" dirty="0">
                <a:solidFill>
                  <a:schemeClr val="bg1"/>
                </a:solidFill>
              </a:rPr>
              <a:t>And I will make room for you</a:t>
            </a:r>
          </a:p>
          <a:p>
            <a:r>
              <a:rPr lang="en-GB" sz="3600" dirty="0">
                <a:solidFill>
                  <a:schemeClr val="bg1"/>
                </a:solidFill>
              </a:rPr>
              <a:t>To do whatever you want to</a:t>
            </a:r>
          </a:p>
          <a:p>
            <a:r>
              <a:rPr lang="en-GB" sz="3600" dirty="0">
                <a:solidFill>
                  <a:schemeClr val="bg1"/>
                </a:solidFill>
              </a:rPr>
              <a:t>To do whatever you want to</a:t>
            </a:r>
          </a:p>
          <a:p>
            <a:r>
              <a:rPr lang="en-GB" sz="3600" dirty="0">
                <a:solidFill>
                  <a:schemeClr val="bg1"/>
                </a:solidFill>
              </a:rPr>
              <a:t>And I will make room for you</a:t>
            </a:r>
          </a:p>
          <a:p>
            <a:r>
              <a:rPr lang="en-GB" sz="3600" dirty="0">
                <a:solidFill>
                  <a:schemeClr val="bg1"/>
                </a:solidFill>
              </a:rPr>
              <a:t>To do whatever you want to</a:t>
            </a:r>
          </a:p>
          <a:p>
            <a:r>
              <a:rPr lang="en-GB" sz="3600" dirty="0">
                <a:solidFill>
                  <a:schemeClr val="bg1"/>
                </a:solidFill>
              </a:rPr>
              <a:t>To do whatever you want to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C704C2B-362B-3D71-19FF-477A8615B492}"/>
              </a:ext>
            </a:extLst>
          </p:cNvPr>
          <p:cNvSpPr txBox="1"/>
          <p:nvPr/>
        </p:nvSpPr>
        <p:spPr>
          <a:xfrm>
            <a:off x="8529729" y="0"/>
            <a:ext cx="62869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b="1" dirty="0">
                <a:solidFill>
                  <a:schemeClr val="bg1"/>
                </a:solidFill>
              </a:rPr>
              <a:t>2/3</a:t>
            </a:r>
          </a:p>
        </p:txBody>
      </p:sp>
    </p:spTree>
    <p:extLst>
      <p:ext uri="{BB962C8B-B14F-4D97-AF65-F5344CB8AC3E}">
        <p14:creationId xmlns:p14="http://schemas.microsoft.com/office/powerpoint/2010/main" val="2346164547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03118" y="764704"/>
            <a:ext cx="8640960" cy="6480720"/>
          </a:xfrm>
        </p:spPr>
        <p:txBody>
          <a:bodyPr>
            <a:noAutofit/>
          </a:bodyPr>
          <a:lstStyle/>
          <a:p>
            <a:r>
              <a:rPr lang="en-GB" sz="3600" dirty="0">
                <a:solidFill>
                  <a:schemeClr val="bg1"/>
                </a:solidFill>
              </a:rPr>
              <a:t>Here is where I lay it down</a:t>
            </a:r>
          </a:p>
          <a:p>
            <a:r>
              <a:rPr lang="en-GB" sz="3600" dirty="0">
                <a:solidFill>
                  <a:schemeClr val="bg1"/>
                </a:solidFill>
              </a:rPr>
              <a:t>Every burden every crown</a:t>
            </a:r>
          </a:p>
          <a:p>
            <a:r>
              <a:rPr lang="en-GB" sz="3600" dirty="0">
                <a:solidFill>
                  <a:schemeClr val="bg1"/>
                </a:solidFill>
              </a:rPr>
              <a:t>This is my surrender</a:t>
            </a:r>
          </a:p>
          <a:p>
            <a:r>
              <a:rPr lang="en-GB" sz="3600" dirty="0">
                <a:solidFill>
                  <a:schemeClr val="bg1"/>
                </a:solidFill>
              </a:rPr>
              <a:t>This is my surrender</a:t>
            </a:r>
          </a:p>
          <a:p>
            <a:r>
              <a:rPr lang="en-GB" sz="3600" dirty="0">
                <a:solidFill>
                  <a:schemeClr val="bg1"/>
                </a:solidFill>
              </a:rPr>
              <a:t>Here is where I lay it down</a:t>
            </a:r>
          </a:p>
          <a:p>
            <a:r>
              <a:rPr lang="en-GB" sz="3600" dirty="0">
                <a:solidFill>
                  <a:schemeClr val="bg1"/>
                </a:solidFill>
              </a:rPr>
              <a:t>Every lie and every doubt</a:t>
            </a:r>
          </a:p>
          <a:p>
            <a:r>
              <a:rPr lang="en-GB" sz="3600" dirty="0">
                <a:solidFill>
                  <a:schemeClr val="bg1"/>
                </a:solidFill>
              </a:rPr>
              <a:t>This is my surrender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29729" y="0"/>
            <a:ext cx="62869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b="1" dirty="0">
                <a:solidFill>
                  <a:schemeClr val="bg1"/>
                </a:solidFill>
              </a:rPr>
              <a:t>3/3</a:t>
            </a:r>
          </a:p>
        </p:txBody>
      </p:sp>
    </p:spTree>
    <p:extLst>
      <p:ext uri="{BB962C8B-B14F-4D97-AF65-F5344CB8AC3E}">
        <p14:creationId xmlns:p14="http://schemas.microsoft.com/office/powerpoint/2010/main" val="311431471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ongs_2024-09-29" id="{AE33A1CF-5A6E-9A45-939B-9BEFB8807446}" vid="{DFD4CA98-726C-574E-9379-F8F810DB231F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5094</TotalTime>
  <Words>1931</Words>
  <Application>Microsoft Office PowerPoint</Application>
  <PresentationFormat>On-screen Show (4:3)</PresentationFormat>
  <Paragraphs>379</Paragraphs>
  <Slides>65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65</vt:i4>
      </vt:variant>
    </vt:vector>
  </HeadingPairs>
  <TitlesOfParts>
    <vt:vector size="69" baseType="lpstr">
      <vt:lpstr>akagi_probook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Florence Olajide</dc:creator>
  <cp:lastModifiedBy>Dele Olajide</cp:lastModifiedBy>
  <cp:revision>177</cp:revision>
  <dcterms:created xsi:type="dcterms:W3CDTF">2024-09-27T16:56:29Z</dcterms:created>
  <dcterms:modified xsi:type="dcterms:W3CDTF">2025-10-12T15:15:12Z</dcterms:modified>
</cp:coreProperties>
</file>