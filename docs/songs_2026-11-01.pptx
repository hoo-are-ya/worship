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950" r:id="rId2"/>
    <p:sldId id="1526" r:id="rId3"/>
    <p:sldId id="423" r:id="rId4"/>
    <p:sldId id="424" r:id="rId5"/>
    <p:sldId id="427" r:id="rId6"/>
    <p:sldId id="425" r:id="rId7"/>
    <p:sldId id="426" r:id="rId8"/>
    <p:sldId id="428" r:id="rId9"/>
    <p:sldId id="332" r:id="rId10"/>
    <p:sldId id="454" r:id="rId11"/>
    <p:sldId id="455" r:id="rId12"/>
    <p:sldId id="456" r:id="rId13"/>
    <p:sldId id="457" r:id="rId14"/>
    <p:sldId id="458" r:id="rId15"/>
    <p:sldId id="1226" r:id="rId16"/>
    <p:sldId id="1594" r:id="rId17"/>
    <p:sldId id="994" r:id="rId18"/>
    <p:sldId id="995" r:id="rId19"/>
    <p:sldId id="996" r:id="rId20"/>
    <p:sldId id="997" r:id="rId21"/>
    <p:sldId id="998" r:id="rId22"/>
    <p:sldId id="999" r:id="rId23"/>
    <p:sldId id="1000" r:id="rId24"/>
    <p:sldId id="1001" r:id="rId25"/>
    <p:sldId id="1002" r:id="rId26"/>
    <p:sldId id="1003" r:id="rId27"/>
    <p:sldId id="1004" r:id="rId28"/>
    <p:sldId id="1639" r:id="rId29"/>
    <p:sldId id="481" r:id="rId30"/>
    <p:sldId id="1318" r:id="rId31"/>
    <p:sldId id="483" r:id="rId32"/>
    <p:sldId id="484" r:id="rId33"/>
    <p:sldId id="1328" r:id="rId34"/>
    <p:sldId id="486" r:id="rId35"/>
    <p:sldId id="1329" r:id="rId36"/>
    <p:sldId id="1026" r:id="rId37"/>
    <p:sldId id="1027" r:id="rId38"/>
    <p:sldId id="1028" r:id="rId39"/>
    <p:sldId id="1029" r:id="rId40"/>
    <p:sldId id="1030" r:id="rId41"/>
    <p:sldId id="954" r:id="rId42"/>
    <p:sldId id="1511" r:id="rId43"/>
    <p:sldId id="1660" r:id="rId44"/>
    <p:sldId id="1411" r:id="rId45"/>
    <p:sldId id="1408" r:id="rId46"/>
    <p:sldId id="1632" r:id="rId47"/>
    <p:sldId id="1640" r:id="rId48"/>
    <p:sldId id="1410" r:id="rId49"/>
    <p:sldId id="1281" r:id="rId50"/>
    <p:sldId id="1339" r:id="rId51"/>
    <p:sldId id="946" r:id="rId52"/>
    <p:sldId id="1578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423"/>
            <p14:sldId id="424"/>
            <p14:sldId id="427"/>
            <p14:sldId id="425"/>
            <p14:sldId id="426"/>
            <p14:sldId id="428"/>
            <p14:sldId id="332"/>
            <p14:sldId id="454"/>
            <p14:sldId id="455"/>
            <p14:sldId id="456"/>
            <p14:sldId id="457"/>
            <p14:sldId id="458"/>
            <p14:sldId id="1226"/>
            <p14:sldId id="1594"/>
            <p14:sldId id="994"/>
            <p14:sldId id="995"/>
            <p14:sldId id="996"/>
            <p14:sldId id="997"/>
            <p14:sldId id="998"/>
            <p14:sldId id="999"/>
            <p14:sldId id="1000"/>
            <p14:sldId id="1001"/>
            <p14:sldId id="1002"/>
            <p14:sldId id="1003"/>
            <p14:sldId id="1004"/>
            <p14:sldId id="1639"/>
            <p14:sldId id="481"/>
            <p14:sldId id="1318"/>
            <p14:sldId id="483"/>
            <p14:sldId id="484"/>
            <p14:sldId id="1328"/>
            <p14:sldId id="486"/>
            <p14:sldId id="1329"/>
            <p14:sldId id="1026"/>
            <p14:sldId id="1027"/>
            <p14:sldId id="1028"/>
            <p14:sldId id="1029"/>
            <p14:sldId id="1030"/>
            <p14:sldId id="954"/>
            <p14:sldId id="1511"/>
            <p14:sldId id="1660"/>
            <p14:sldId id="1411"/>
            <p14:sldId id="1408"/>
            <p14:sldId id="1632"/>
            <p14:sldId id="1640"/>
            <p14:sldId id="1410"/>
            <p14:sldId id="1281"/>
            <p14:sldId id="1339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82242" autoAdjust="0"/>
  </p:normalViewPr>
  <p:slideViewPr>
    <p:cSldViewPr>
      <p:cViewPr varScale="1">
        <p:scale>
          <a:sx n="73" d="100"/>
          <a:sy n="73" d="100"/>
        </p:scale>
        <p:origin x="1699" y="62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B1A5-FB6D-3C6A-8F5B-90B3F90B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32E20-62CF-E243-B9B8-60F7BDEC4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FAB8-9B34-A165-1DC3-90D39E3A9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38493-D8AE-9AE8-319B-00083DF33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72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cli.com/" TargetMode="External"/><Relationship Id="rId2" Type="http://schemas.openxmlformats.org/officeDocument/2006/relationships/hyperlink" Target="https://songselect.ccli.com/about/termsofuse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1st November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9600" dirty="0"/>
          </a:p>
          <a:p>
            <a:r>
              <a:rPr lang="en-GB" sz="9600" dirty="0">
                <a:solidFill>
                  <a:schemeClr val="bg1"/>
                </a:solidFill>
              </a:rPr>
              <a:t>Our God</a:t>
            </a:r>
          </a:p>
          <a:p>
            <a:r>
              <a:rPr lang="en-GB" sz="1200" dirty="0"/>
              <a:t> CCLI Song # 5677416</a:t>
            </a:r>
          </a:p>
          <a:p>
            <a:r>
              <a:rPr lang="en-GB" sz="1200" dirty="0"/>
              <a:t>Chris Tomlin | Jesse Reeves | Jonas </a:t>
            </a:r>
            <a:r>
              <a:rPr lang="en-GB" sz="1200" dirty="0" err="1"/>
              <a:t>Myrin</a:t>
            </a:r>
            <a:r>
              <a:rPr lang="en-GB" sz="1200" dirty="0"/>
              <a:t> | Matt Redman</a:t>
            </a:r>
          </a:p>
          <a:p>
            <a:r>
              <a:rPr lang="en-GB" sz="1200" dirty="0"/>
              <a:t>© 2010 </a:t>
            </a:r>
            <a:r>
              <a:rPr lang="en-GB" sz="1200" dirty="0" err="1"/>
              <a:t>sixsteps</a:t>
            </a:r>
            <a:r>
              <a:rPr lang="en-GB" sz="1200" dirty="0"/>
              <a:t> Music (Admin. by Integrity Music)</a:t>
            </a:r>
          </a:p>
          <a:p>
            <a:r>
              <a:rPr lang="en-GB" sz="1200" dirty="0" err="1"/>
              <a:t>Thankyou</a:t>
            </a:r>
            <a:r>
              <a:rPr lang="en-GB" sz="1200" dirty="0"/>
              <a:t> Music (Admin. by Integrity Music)</a:t>
            </a:r>
          </a:p>
          <a:p>
            <a:r>
              <a:rPr lang="en-GB" sz="1200" dirty="0" err="1"/>
              <a:t>Vamos</a:t>
            </a:r>
            <a:r>
              <a:rPr lang="en-GB" sz="1200" dirty="0"/>
              <a:t> Publishing (Admin. by Integrity Music)</a:t>
            </a:r>
          </a:p>
          <a:p>
            <a:r>
              <a:rPr lang="en-GB" sz="1200" dirty="0"/>
              <a:t>worshiptogether.com songs (Admin. by Integrity Music)</a:t>
            </a:r>
          </a:p>
          <a:p>
            <a:r>
              <a:rPr lang="en-GB" sz="1200" dirty="0"/>
              <a:t>Atlas Mountain Songs (Admin. by SHOUT! Music Publishing UK)</a:t>
            </a:r>
          </a:p>
          <a:p>
            <a:r>
              <a:rPr lang="en-GB" sz="1200" i="1" dirty="0"/>
              <a:t>For use solely with the </a:t>
            </a:r>
            <a:r>
              <a:rPr lang="en-GB" sz="1200" i="1" dirty="0" err="1"/>
              <a:t>SongSelect</a:t>
            </a:r>
            <a:r>
              <a:rPr lang="en-GB" sz="1200" i="1" dirty="0"/>
              <a:t>® </a:t>
            </a:r>
            <a:r>
              <a:rPr lang="en-GB" sz="1200" i="1" dirty="0">
                <a:hlinkClick r:id="rId2"/>
              </a:rPr>
              <a:t>Terms of Use</a:t>
            </a:r>
            <a:r>
              <a:rPr lang="en-GB" sz="1200" i="1" dirty="0"/>
              <a:t>. All rights reserved. </a:t>
            </a:r>
            <a:r>
              <a:rPr lang="en-GB" sz="1200" i="1" dirty="0">
                <a:hlinkClick r:id="rId3"/>
              </a:rPr>
              <a:t>www.ccli.com</a:t>
            </a:r>
            <a:endParaRPr lang="en-GB" sz="1200" i="1" dirty="0"/>
          </a:p>
          <a:p>
            <a:r>
              <a:rPr lang="en-GB" sz="1200" dirty="0"/>
              <a:t>CCLI Licence No. 33265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Water You turned into wine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Opened the eyes of the blind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There's no one like you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None like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CEB7-3FA4-BAEA-E206-6BE845994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062E43-AE69-5729-038E-98396B1FB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Into the darkness You shine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Out of the ashes we rise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There's No one like you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None like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61D11-DF93-2D0F-4EC2-AD869D2BF01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317468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Our God is greater,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stronger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God You are higher than any other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 is Healer,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Awesome in power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God,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if Our God is for us,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who could ever stop us?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And if our God is with us,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what can stand against?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7701-FC53-A8E5-4C67-5CA7C085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3B9B97-5D10-3C5D-290B-3330B7997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Our God is greater,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stronger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God You are higher than any other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 is Healer,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Awesome in power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God, Our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22400-8496-2FE0-7C90-28219B53270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225605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How Great Is Our God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4348399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Chris Tomlin | Ed Cash | Jesse Reeves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2004 </a:t>
            </a:r>
            <a:r>
              <a:rPr lang="en-GB" sz="1200" dirty="0" err="1">
                <a:solidFill>
                  <a:schemeClr val="bg1"/>
                </a:solidFill>
              </a:rPr>
              <a:t>sixsteps</a:t>
            </a:r>
            <a:r>
              <a:rPr lang="en-GB" sz="1200" dirty="0">
                <a:solidFill>
                  <a:schemeClr val="bg1"/>
                </a:solidFill>
              </a:rPr>
              <a:t> Music (Admin. by Integrity Music Ltd)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Vamos</a:t>
            </a:r>
            <a:r>
              <a:rPr lang="en-GB" sz="1200" dirty="0">
                <a:solidFill>
                  <a:schemeClr val="bg1"/>
                </a:solidFill>
              </a:rPr>
              <a:t> Publishing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worshiptogether.com songs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Wondrously Made Songs (Admin. by Song Solutions www.songsolutions.org)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splendour of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Clothed in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all the earth rejoice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earth rejoice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wraps Himself in 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darkness tries to hide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trembles at His voice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trembles at His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66320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with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all will see how great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300418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age to age He stands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time is in His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Beginning and the End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Beginning and the End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Godhead three in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Father Spirit Son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Lion and the Lamb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Lion and the Lamb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3540285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with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all will see how great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353285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Name above all names</a:t>
            </a:r>
          </a:p>
          <a:p>
            <a:r>
              <a:rPr lang="en-GB" sz="4000" dirty="0">
                <a:solidFill>
                  <a:schemeClr val="bg1"/>
                </a:solidFill>
              </a:rPr>
              <a:t>Worthy of all praise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heart will sing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4219709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with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all will see how great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3399166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Still The King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7244159</a:t>
            </a:r>
          </a:p>
          <a:p>
            <a:r>
              <a:rPr lang="en-GB" sz="1200" dirty="0">
                <a:solidFill>
                  <a:schemeClr val="bg1"/>
                </a:solidFill>
              </a:rPr>
              <a:t>Colton Price | Jess Cates | Kaelob Mecum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2025 Twenty One Strong Music; We Are TIM Music; Be Essential Songs; Paid The Price Publishing; Wisteria Drive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54076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think of the cross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cross of Christ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begins to rise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begins to 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210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3579904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look on the Lamb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wounded Lamb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hands will lift to Him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hands will lift to 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2144799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 hallelujah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019A6-A0FB-64B6-1541-06AFF235AED9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96186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2EBC8-744B-794F-71DF-6E3937F94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F414A2-2441-3327-C618-20FBC870E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recount the cost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cost of grace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bought my sin and shame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I'll never be the same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5E041-16B3-8D19-0F2D-AC4233F7B976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937332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DDF56-B504-9DF7-9611-4F4952BD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817A63-B565-5A43-CAFE-6BFF8D3E8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look at my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good You've been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Oh I can't hold it in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I'll never hold it 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1C698-0095-4290-B730-5F717046F05D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172985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202C-832F-B732-9BA9-C0A834FB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14E035-88ED-4472-6FF7-31F5945C4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 hallelujah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14D24-3AEB-245B-9EC9-0B19C444D243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2344885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EB6D-E3B8-EA06-6512-BECB7453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482A22-9AB6-8C96-79FC-439FBDA18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think of the tomb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empty tomb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I'm filled with gratitude</a:t>
            </a:r>
          </a:p>
          <a:p>
            <a:r>
              <a:rPr lang="en-GB" sz="4000" dirty="0">
                <a:solidFill>
                  <a:schemeClr val="bg1"/>
                </a:solidFill>
              </a:rPr>
              <a:t>Endless gratitude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2F74D-D14F-C76E-BD1C-7ABF5805DD46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355367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42A5B-94A8-6F1C-96D2-CA536765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848B66-F2D0-EA4B-0A62-3B095E3DD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For He defeated death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He reigns above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grave could hold His love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grave could hold His love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0362E-E1B1-E2A7-E343-BC12197C6C7F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534740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FB04D-EFCA-53D4-741A-89D167CC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0C5F25-A73C-E315-97D0-D03918916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 hallelujah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3C8FF-9F5A-3142-2E00-19726DA17380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242229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F9CFB-51BB-A562-5EBA-3AD45291F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92B8F9-39D8-3111-2A91-F42E72B92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all You've done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1115B-FE5D-A95B-852A-833F8DF13190}"/>
              </a:ext>
            </a:extLst>
          </p:cNvPr>
          <p:cNvSpPr txBox="1"/>
          <p:nvPr/>
        </p:nvSpPr>
        <p:spPr>
          <a:xfrm>
            <a:off x="8204319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2155137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4502-4BA8-1DE4-F7F2-B7BA72C7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3C3B-9372-A767-A137-CC0F3D013AD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BF518B-0319-B87F-EBBB-030999BB595B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FD54D-0A27-9356-E112-F723C423B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30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Worthy</a:t>
            </a:r>
          </a:p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7111931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Chris Brown | Mack Brock | Steven Furtick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Music by Elevation Worship Publishing (Admin. by Essential Music Publishing LLC)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421161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It was my cross You bore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 could live in the freedom You died for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now my life is Yours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sing of Your goodness forevermore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3348290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2544967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now my shame is gone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stand amazed in Your love undeniable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grace goes on and 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sing of Your goodness forevermore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4115935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83BE-CE00-DD01-D0D4-6AAA29207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20906B-F58A-70F8-899B-3C6466C66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0C44F-CCF9-3B3B-5746-D947E7D9119C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8412381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Be exalted now in the heavens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Your glory fills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alone deserve 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You're the name above all names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1826131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7C3ED-60C9-3C54-7D38-0187A5B7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8FCDDD-89EC-DCF3-AFEA-DA6342E2B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98436-9612-1336-27A7-8DDEA552B5C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671210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Worthy Of it All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6280644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David </a:t>
            </a:r>
            <a:r>
              <a:rPr lang="en-GB" sz="1200" dirty="0" err="1">
                <a:solidFill>
                  <a:schemeClr val="bg1"/>
                </a:solidFill>
              </a:rPr>
              <a:t>Brymer</a:t>
            </a:r>
            <a:r>
              <a:rPr lang="en-GB" sz="1200" dirty="0">
                <a:solidFill>
                  <a:schemeClr val="bg1"/>
                </a:solidFill>
              </a:rPr>
              <a:t> | Ryan Hall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2012 Common Hymnal Publishing (Admin. by Integrity Music Ltd)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Innerland</a:t>
            </a:r>
            <a:r>
              <a:rPr lang="en-GB" sz="1200" dirty="0">
                <a:solidFill>
                  <a:schemeClr val="bg1"/>
                </a:solidFill>
              </a:rPr>
              <a:t>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Underground Treasure (Admin. by Integrity Music Ltd)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Wayfinder</a:t>
            </a:r>
            <a:r>
              <a:rPr lang="en-GB" sz="1200" dirty="0">
                <a:solidFill>
                  <a:schemeClr val="bg1"/>
                </a:solidFill>
              </a:rPr>
              <a:t>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152724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All the saints and angels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Bow before Your throne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elders cast their crowns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Before the Lamb of God and 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1584672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from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to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glory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3498919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09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Day and night,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Night and day,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incense arise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(X4)</a:t>
            </a:r>
          </a:p>
          <a:p>
            <a:r>
              <a:rPr lang="en-GB" sz="3600" dirty="0">
                <a:solidFill>
                  <a:schemeClr val="bg1"/>
                </a:solidFill>
              </a:rPr>
              <a:t>Day and night </a:t>
            </a:r>
          </a:p>
          <a:p>
            <a:r>
              <a:rPr lang="en-GB" sz="3600" dirty="0">
                <a:solidFill>
                  <a:schemeClr val="bg1"/>
                </a:solidFill>
              </a:rPr>
              <a:t>Night and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1095156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F8AE-215D-4A23-841C-79813C3D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F296BA-95CB-8863-72AE-0A00CCEBB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from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to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glory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9E39C-5AA8-D84C-043C-D9B3C2EC5DD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7456801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36747-D090-4803-C7DC-22BAB5B2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482E19-F5FC-FD40-FA57-05F1C02F5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125" y="0"/>
            <a:ext cx="4847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029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5433-DF29-11DE-5734-6D3E1638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4183285E-03CB-0D11-1882-A1BA07545B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4507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BD8729-0A1D-DFE9-0536-CB57BC2FA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309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8755</TotalTime>
  <Words>1346</Words>
  <Application>Microsoft Office PowerPoint</Application>
  <PresentationFormat>On-screen Show (4:3)</PresentationFormat>
  <Paragraphs>242</Paragraphs>
  <Slides>52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401</cp:revision>
  <dcterms:created xsi:type="dcterms:W3CDTF">2024-09-27T16:56:29Z</dcterms:created>
  <dcterms:modified xsi:type="dcterms:W3CDTF">2026-10-26T11:32:11Z</dcterms:modified>
</cp:coreProperties>
</file>