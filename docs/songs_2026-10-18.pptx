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950" r:id="rId2"/>
    <p:sldId id="1526" r:id="rId3"/>
    <p:sldId id="1251" r:id="rId4"/>
    <p:sldId id="461" r:id="rId5"/>
    <p:sldId id="462" r:id="rId6"/>
    <p:sldId id="463" r:id="rId7"/>
    <p:sldId id="464" r:id="rId8"/>
    <p:sldId id="1215" r:id="rId9"/>
    <p:sldId id="1216" r:id="rId10"/>
    <p:sldId id="1217" r:id="rId11"/>
    <p:sldId id="1218" r:id="rId12"/>
    <p:sldId id="1594" r:id="rId13"/>
    <p:sldId id="642" r:id="rId14"/>
    <p:sldId id="643" r:id="rId15"/>
    <p:sldId id="644" r:id="rId16"/>
    <p:sldId id="645" r:id="rId17"/>
    <p:sldId id="1639" r:id="rId18"/>
    <p:sldId id="1303" r:id="rId19"/>
    <p:sldId id="1304" r:id="rId20"/>
    <p:sldId id="1305" r:id="rId21"/>
    <p:sldId id="1306" r:id="rId22"/>
    <p:sldId id="695" r:id="rId23"/>
    <p:sldId id="696" r:id="rId24"/>
    <p:sldId id="954" r:id="rId25"/>
    <p:sldId id="1511" r:id="rId26"/>
    <p:sldId id="1411" r:id="rId27"/>
    <p:sldId id="1408" r:id="rId28"/>
    <p:sldId id="1632" r:id="rId29"/>
    <p:sldId id="1410" r:id="rId30"/>
    <p:sldId id="1281" r:id="rId31"/>
    <p:sldId id="1339" r:id="rId32"/>
    <p:sldId id="610" r:id="rId33"/>
    <p:sldId id="1025" r:id="rId34"/>
    <p:sldId id="1026" r:id="rId35"/>
    <p:sldId id="1027" r:id="rId36"/>
    <p:sldId id="1028" r:id="rId37"/>
    <p:sldId id="1029" r:id="rId38"/>
    <p:sldId id="1030" r:id="rId39"/>
    <p:sldId id="1031" r:id="rId40"/>
    <p:sldId id="1032" r:id="rId41"/>
    <p:sldId id="946" r:id="rId42"/>
    <p:sldId id="1578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526"/>
            <p14:sldId id="1251"/>
            <p14:sldId id="461"/>
            <p14:sldId id="462"/>
            <p14:sldId id="463"/>
            <p14:sldId id="464"/>
            <p14:sldId id="1215"/>
            <p14:sldId id="1216"/>
            <p14:sldId id="1217"/>
            <p14:sldId id="1218"/>
            <p14:sldId id="1594"/>
            <p14:sldId id="642"/>
            <p14:sldId id="643"/>
            <p14:sldId id="644"/>
            <p14:sldId id="645"/>
            <p14:sldId id="1639"/>
            <p14:sldId id="1303"/>
            <p14:sldId id="1304"/>
            <p14:sldId id="1305"/>
            <p14:sldId id="1306"/>
            <p14:sldId id="695"/>
            <p14:sldId id="696"/>
            <p14:sldId id="954"/>
            <p14:sldId id="1511"/>
            <p14:sldId id="1411"/>
            <p14:sldId id="1408"/>
            <p14:sldId id="1632"/>
            <p14:sldId id="1410"/>
            <p14:sldId id="1281"/>
            <p14:sldId id="1339"/>
            <p14:sldId id="610"/>
            <p14:sldId id="1025"/>
            <p14:sldId id="1026"/>
            <p14:sldId id="1027"/>
            <p14:sldId id="1028"/>
            <p14:sldId id="1029"/>
            <p14:sldId id="1030"/>
            <p14:sldId id="1031"/>
            <p14:sldId id="1032"/>
          </p14:sldIdLst>
        </p14:section>
        <p14:section name="Main Service" id="{4FE2647C-705B-495A-AADF-8CE4EFF28E49}">
          <p14:sldIdLst>
            <p14:sldId id="946"/>
            <p14:sldId id="1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82242" autoAdjust="0"/>
  </p:normalViewPr>
  <p:slideViewPr>
    <p:cSldViewPr>
      <p:cViewPr varScale="1">
        <p:scale>
          <a:sx n="73" d="100"/>
          <a:sy n="73" d="100"/>
        </p:scale>
        <p:origin x="1699" y="67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7DBD-057D-01FF-A64B-035F23BE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334A-DB13-39E3-4BDB-7C2A24C0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83A3-6764-2C1B-F831-AB9D96EF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CEFB-600E-4948-2677-1853EC632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5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B2E1-B37D-FB49-A65A-671ADE3D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BD6C-5D27-5528-5477-79467147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2F94-0732-2AD1-B39C-996F03FE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BE2-4115-F920-0A28-2321EC35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75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B1A5-FB6D-3C6A-8F5B-90B3F90BA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32E20-62CF-E243-B9B8-60F7BDEC4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7FAB8-9B34-A165-1DC3-90D39E3A9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38493-D8AE-9AE8-319B-00083DF33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272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63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58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0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7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2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cli.com/" TargetMode="External"/><Relationship Id="rId2" Type="http://schemas.openxmlformats.org/officeDocument/2006/relationships/hyperlink" Target="https://songselect.ccli.com/about/termsofuse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Peninsula Plus Community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Hoo Are Ya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  11</a:t>
            </a:r>
            <a:r>
              <a:rPr lang="en-US" sz="2400" baseline="30000" dirty="0">
                <a:solidFill>
                  <a:schemeClr val="bg1"/>
                </a:solidFill>
              </a:rPr>
              <a:t>th</a:t>
            </a:r>
            <a:r>
              <a:rPr lang="en-US" sz="2400" dirty="0">
                <a:solidFill>
                  <a:schemeClr val="bg1"/>
                </a:solidFill>
              </a:rPr>
              <a:t> October 2026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2-9A8B-9D8C-A0B7-67A2B26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248-B4EE-1D0D-D485-E66A9A0CC88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EDFEF-D004-BA25-5891-3BCB2A09D886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A73C-3530-0721-C3BF-72AF8847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My Redeemer Lives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Song # 2397964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Reuben Morgan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© 1998 Hillsong Music Publishing Australia (Admin. by Hillsong Music Publishing UK)</a:t>
            </a:r>
          </a:p>
          <a:p>
            <a:r>
              <a:rPr lang="en-GB" sz="900" b="0" i="1" dirty="0">
                <a:solidFill>
                  <a:srgbClr val="717171"/>
                </a:solidFill>
                <a:effectLst/>
                <a:latin typeface="akagi_probook"/>
              </a:rPr>
              <a:t>For use solely with the </a:t>
            </a:r>
            <a:r>
              <a:rPr lang="en-GB" sz="900" b="0" i="1" dirty="0" err="1">
                <a:solidFill>
                  <a:srgbClr val="717171"/>
                </a:solidFill>
                <a:effectLst/>
                <a:latin typeface="akagi_probook"/>
              </a:rPr>
              <a:t>SongSelect</a:t>
            </a:r>
            <a:r>
              <a:rPr lang="en-GB" sz="900" b="0" i="1" dirty="0">
                <a:solidFill>
                  <a:srgbClr val="717171"/>
                </a:solidFill>
                <a:effectLst/>
                <a:latin typeface="akagi_probook"/>
              </a:rPr>
              <a:t>® </a:t>
            </a:r>
            <a:r>
              <a:rPr lang="en-GB" sz="900" b="0" i="1" u="none" strike="noStrike" dirty="0">
                <a:solidFill>
                  <a:srgbClr val="00A3E0"/>
                </a:solidFill>
                <a:effectLst/>
                <a:latin typeface="akagi_probook"/>
                <a:hlinkClick r:id="rId2"/>
              </a:rPr>
              <a:t>Terms of Use</a:t>
            </a:r>
            <a:r>
              <a:rPr lang="en-GB" sz="900" b="0" i="1" dirty="0">
                <a:solidFill>
                  <a:srgbClr val="717171"/>
                </a:solidFill>
                <a:effectLst/>
                <a:latin typeface="akagi_probook"/>
              </a:rPr>
              <a:t>. All rights reserved. </a:t>
            </a:r>
            <a:r>
              <a:rPr lang="en-GB" sz="900" b="0" i="1" u="none" strike="noStrike" dirty="0">
                <a:solidFill>
                  <a:srgbClr val="00A3E0"/>
                </a:solidFill>
                <a:effectLst/>
                <a:latin typeface="akagi_probook"/>
                <a:hlinkClick r:id="rId3"/>
              </a:rPr>
              <a:t>www.ccli.com</a:t>
            </a:r>
            <a:endParaRPr lang="en-GB" sz="900" b="0" i="1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647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i="0" dirty="0">
                <a:solidFill>
                  <a:schemeClr val="bg1"/>
                </a:solidFill>
                <a:effectLst/>
                <a:latin typeface="akagi_probook"/>
              </a:rPr>
              <a:t>I know He rescued my soul</a:t>
            </a:r>
            <a:br>
              <a:rPr lang="en-GB" sz="3600" i="0" dirty="0">
                <a:solidFill>
                  <a:schemeClr val="bg1"/>
                </a:solidFill>
                <a:effectLst/>
                <a:latin typeface="akagi_probook"/>
              </a:rPr>
            </a:br>
            <a:r>
              <a:rPr lang="en-GB" sz="3600" i="0" dirty="0">
                <a:solidFill>
                  <a:schemeClr val="bg1"/>
                </a:solidFill>
                <a:effectLst/>
                <a:latin typeface="akagi_probook"/>
              </a:rPr>
              <a:t>His blood has covered my sin</a:t>
            </a:r>
            <a:br>
              <a:rPr lang="en-GB" sz="3600" i="0" dirty="0">
                <a:solidFill>
                  <a:schemeClr val="bg1"/>
                </a:solidFill>
                <a:effectLst/>
                <a:latin typeface="akagi_probook"/>
              </a:rPr>
            </a:br>
            <a:r>
              <a:rPr lang="en-GB" sz="3600" i="0" dirty="0">
                <a:solidFill>
                  <a:schemeClr val="bg1"/>
                </a:solidFill>
                <a:effectLst/>
                <a:latin typeface="akagi_probook"/>
              </a:rPr>
              <a:t>I believe I believe</a:t>
            </a:r>
            <a:br>
              <a:rPr lang="en-GB" sz="3600" i="0" dirty="0">
                <a:solidFill>
                  <a:schemeClr val="bg1"/>
                </a:solidFill>
                <a:effectLst/>
                <a:latin typeface="akagi_probook"/>
              </a:rPr>
            </a:br>
            <a:r>
              <a:rPr lang="en-GB" sz="3600" i="0" dirty="0">
                <a:solidFill>
                  <a:schemeClr val="bg1"/>
                </a:solidFill>
                <a:effectLst/>
                <a:latin typeface="akagi_probook"/>
              </a:rPr>
              <a:t>My shame He's taken away</a:t>
            </a:r>
            <a:br>
              <a:rPr lang="en-GB" sz="3600" i="0" dirty="0">
                <a:solidFill>
                  <a:schemeClr val="bg1"/>
                </a:solidFill>
                <a:effectLst/>
                <a:latin typeface="akagi_probook"/>
              </a:rPr>
            </a:br>
            <a:r>
              <a:rPr lang="en-GB" sz="3600" i="0" dirty="0">
                <a:solidFill>
                  <a:schemeClr val="bg1"/>
                </a:solidFill>
                <a:effectLst/>
                <a:latin typeface="akagi_probook"/>
              </a:rPr>
              <a:t>My pain is healed in His name</a:t>
            </a:r>
            <a:br>
              <a:rPr lang="en-GB" sz="3600" i="0" dirty="0">
                <a:solidFill>
                  <a:schemeClr val="bg1"/>
                </a:solidFill>
                <a:effectLst/>
                <a:latin typeface="akagi_probook"/>
              </a:rPr>
            </a:br>
            <a:r>
              <a:rPr lang="en-GB" sz="3600" i="0" dirty="0">
                <a:solidFill>
                  <a:schemeClr val="bg1"/>
                </a:solidFill>
                <a:effectLst/>
                <a:latin typeface="akagi_probook"/>
              </a:rPr>
              <a:t>I believe I believe</a:t>
            </a:r>
          </a:p>
          <a:p>
            <a:r>
              <a:rPr lang="en-GB" sz="3600" i="0" dirty="0">
                <a:solidFill>
                  <a:schemeClr val="bg1"/>
                </a:solidFill>
                <a:effectLst/>
                <a:latin typeface="akagi_probook"/>
              </a:rPr>
              <a:t>I'll raise a banner</a:t>
            </a:r>
            <a:br>
              <a:rPr lang="en-GB" sz="3600" i="0" dirty="0">
                <a:solidFill>
                  <a:schemeClr val="bg1"/>
                </a:solidFill>
                <a:effectLst/>
                <a:latin typeface="akagi_probook"/>
              </a:rPr>
            </a:br>
            <a:r>
              <a:rPr lang="en-GB" sz="3600" i="0" dirty="0" err="1">
                <a:solidFill>
                  <a:schemeClr val="bg1"/>
                </a:solidFill>
                <a:effectLst/>
                <a:latin typeface="akagi_probook"/>
              </a:rPr>
              <a:t>'Cause</a:t>
            </a:r>
            <a:r>
              <a:rPr lang="en-GB" sz="3600" i="0" dirty="0">
                <a:solidFill>
                  <a:schemeClr val="bg1"/>
                </a:solidFill>
                <a:effectLst/>
                <a:latin typeface="akagi_probook"/>
              </a:rPr>
              <a:t> my Lord has conquered the grave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3759407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Redeemer lives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Redeemer lives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Redeemer lives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Redeemer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4260869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08520" y="836712"/>
            <a:ext cx="8856984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lift my burdens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I'll rise with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I'm dancing on this mountain top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see Your kingdom 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44433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Redeemer lives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Redeemer lives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Redeemer lives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Redeemer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732469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Open The Eyes of My Heart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Song # 2298355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Paul </a:t>
            </a:r>
            <a:r>
              <a:rPr lang="en-GB" sz="1200" dirty="0" err="1">
                <a:solidFill>
                  <a:schemeClr val="bg1"/>
                </a:solidFill>
              </a:rPr>
              <a:t>Baloche</a:t>
            </a:r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1997 Integrity's Hosanna!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240796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Open the eyes of my heart Lord</a:t>
            </a:r>
          </a:p>
          <a:p>
            <a:r>
              <a:rPr lang="en-GB" sz="4000" dirty="0">
                <a:solidFill>
                  <a:schemeClr val="bg1"/>
                </a:solidFill>
              </a:rPr>
              <a:t>Open the eyes of my heart</a:t>
            </a:r>
          </a:p>
          <a:p>
            <a:r>
              <a:rPr lang="en-GB" sz="4000" dirty="0">
                <a:solidFill>
                  <a:schemeClr val="bg1"/>
                </a:solidFill>
              </a:rPr>
              <a:t>I want to see You</a:t>
            </a:r>
          </a:p>
          <a:p>
            <a:r>
              <a:rPr lang="en-GB" sz="4000" dirty="0">
                <a:solidFill>
                  <a:schemeClr val="bg1"/>
                </a:solidFill>
              </a:rPr>
              <a:t>I want to see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4181510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To see You high and lifted up</a:t>
            </a:r>
          </a:p>
          <a:p>
            <a:r>
              <a:rPr lang="en-GB" sz="4000" dirty="0">
                <a:solidFill>
                  <a:schemeClr val="bg1"/>
                </a:solidFill>
              </a:rPr>
              <a:t>Shining in the light of Your glory</a:t>
            </a:r>
          </a:p>
          <a:p>
            <a:r>
              <a:rPr lang="en-GB" sz="4000" dirty="0">
                <a:solidFill>
                  <a:schemeClr val="bg1"/>
                </a:solidFill>
              </a:rPr>
              <a:t>Pour out Your power and love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As we sing holy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2144799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Holy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endParaRPr lang="en-GB" sz="4000" dirty="0">
              <a:solidFill>
                <a:schemeClr val="bg1"/>
              </a:solidFill>
            </a:endParaRPr>
          </a:p>
          <a:p>
            <a:r>
              <a:rPr lang="en-GB" sz="4000" dirty="0">
                <a:solidFill>
                  <a:schemeClr val="bg1"/>
                </a:solidFill>
              </a:rPr>
              <a:t>Holy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endParaRPr lang="en-GB" sz="4000" dirty="0">
              <a:solidFill>
                <a:schemeClr val="bg1"/>
              </a:solidFill>
            </a:endParaRPr>
          </a:p>
          <a:p>
            <a:r>
              <a:rPr lang="en-GB" sz="4000" dirty="0">
                <a:solidFill>
                  <a:schemeClr val="bg1"/>
                </a:solidFill>
              </a:rPr>
              <a:t>Holy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err="1">
                <a:solidFill>
                  <a:schemeClr val="bg1"/>
                </a:solidFill>
              </a:rPr>
              <a:t>holy</a:t>
            </a:r>
            <a:endParaRPr lang="en-GB" sz="4000" dirty="0">
              <a:solidFill>
                <a:schemeClr val="bg1"/>
              </a:solidFill>
            </a:endParaRPr>
          </a:p>
          <a:p>
            <a:r>
              <a:rPr lang="en-GB" sz="4000" dirty="0">
                <a:solidFill>
                  <a:schemeClr val="bg1"/>
                </a:solidFill>
              </a:rPr>
              <a:t>I want to see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96186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A4C3-4644-046D-323E-D475A8A0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5063-D7A9-E9C9-206A-AC2F2E97E01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2FC65-E57B-5A77-8EFB-B6EB184B3E2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4AFBD-0121-0467-7E2A-7E954FC3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0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Great Are You Lord</a:t>
            </a:r>
            <a:endParaRPr lang="en-GB" sz="6600" b="0" i="0" dirty="0">
              <a:solidFill>
                <a:srgbClr val="00A3E0"/>
              </a:solidFill>
              <a:effectLst/>
              <a:latin typeface="akagi_probook"/>
            </a:endParaRPr>
          </a:p>
          <a:p>
            <a:b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</a:br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CCLI Song # 6460220</a:t>
            </a:r>
          </a:p>
          <a:p>
            <a:endParaRPr lang="en-GB" sz="12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David Leonard | Jason Ingram | Leslie Jordan</a:t>
            </a:r>
          </a:p>
          <a:p>
            <a:endParaRPr lang="en-GB" sz="12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© 2012 Open Hands Music (Admin. by Essential Music Publishing LLC)</a:t>
            </a: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So Essential Tunes (Admin. by Essential Music Publishing LLC)</a:t>
            </a: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Integrity's Praise! Music (Admin. by Integrity Music Ltd)</a:t>
            </a: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Little Way Creative (Admin. by Integrity Music Ltd)</a:t>
            </a: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For use solely with the </a:t>
            </a:r>
            <a:r>
              <a:rPr lang="en-GB" sz="1200" b="0" i="0" dirty="0" err="1">
                <a:solidFill>
                  <a:srgbClr val="717171"/>
                </a:solidFill>
                <a:effectLst/>
                <a:latin typeface="akagi_probook"/>
              </a:rPr>
              <a:t>SongSelect</a:t>
            </a:r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® Terms of Use. All rights reserved. www.ccli.com</a:t>
            </a:r>
          </a:p>
          <a:p>
            <a:endParaRPr lang="en-GB" sz="12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1200" b="0" i="0" dirty="0">
                <a:solidFill>
                  <a:srgbClr val="717171"/>
                </a:solidFill>
                <a:effectLst/>
                <a:latin typeface="akagi_probook"/>
              </a:rPr>
              <a:t>CCLI Licence No. 33265</a:t>
            </a:r>
            <a:b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</a:b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487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96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give life You are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bring light to the darkness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give hope You restore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heart that is broken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great are You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180209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It's Your breath in our lungs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we pour out our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pour out our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Your breath in our lungs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we pour out our praise to You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3694851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all the earth will shout Your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hearts will cry these bones will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Great are You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528418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74502-4BA8-1DE4-F7F2-B7BA72C7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63C3B-9372-A767-A137-CC0F3D013AD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3BF518B-0319-B87F-EBBB-030999BB595B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7FD54D-0A27-9356-E112-F723C423B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30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I Speak Jesus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7136201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Abby Benton | Carlene Prince | Dustin Smith | Jesse Reeves | Kristen Dutton | Raina Pratt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2019 Here Be Lions Publishing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Integrity's Praise!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BEC Worship (Admin. by Song Solutions)</a:t>
            </a:r>
          </a:p>
          <a:p>
            <a:r>
              <a:rPr lang="en-GB" sz="1200" dirty="0">
                <a:solidFill>
                  <a:schemeClr val="bg1"/>
                </a:solidFill>
              </a:rPr>
              <a:t>Raina Pratt publishing designee (Admin. by Song Solutions www.songsolutions.org)</a:t>
            </a:r>
          </a:p>
          <a:p>
            <a:r>
              <a:rPr lang="en-GB" sz="1200" dirty="0" err="1">
                <a:solidFill>
                  <a:schemeClr val="bg1"/>
                </a:solidFill>
              </a:rPr>
              <a:t>WriterWrong</a:t>
            </a:r>
            <a:r>
              <a:rPr lang="en-GB" sz="1200" dirty="0">
                <a:solidFill>
                  <a:schemeClr val="bg1"/>
                </a:solidFill>
              </a:rPr>
              <a:t> Music (Admin. by Song Solutions www.songsolutions.org)</a:t>
            </a:r>
          </a:p>
          <a:p>
            <a:r>
              <a:rPr lang="en-GB" sz="1200" dirty="0">
                <a:solidFill>
                  <a:schemeClr val="bg1"/>
                </a:solidFill>
              </a:rPr>
              <a:t>Remaining portion is unaffiliated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392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304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just want to speak the Name of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heart and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mind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 I know there is peace within Your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speak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488896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just want to speak the Name of Jesus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'Til</a:t>
            </a:r>
            <a:r>
              <a:rPr lang="en-GB" sz="3600" dirty="0">
                <a:solidFill>
                  <a:schemeClr val="bg1"/>
                </a:solidFill>
              </a:rPr>
              <a:t>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dark addiction starts to break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Declaring there is hope and there is freedom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speak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3472302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(</a:t>
            </a:r>
            <a:r>
              <a:rPr lang="en-GB" sz="3600" dirty="0" err="1">
                <a:solidFill>
                  <a:schemeClr val="bg1"/>
                </a:solidFill>
              </a:rPr>
              <a:t>'Cause</a:t>
            </a:r>
            <a:r>
              <a:rPr lang="en-GB" sz="3600" dirty="0">
                <a:solidFill>
                  <a:schemeClr val="bg1"/>
                </a:solidFill>
              </a:rPr>
              <a:t>) Your Name is power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is healing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is life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Break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stronghold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Shine through the shadows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Burn like a fire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2434770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just want to speak the Name of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 fear and all anxiety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soul held captive by depression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speak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293905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Shout Jesus from the mountains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in the streets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in the darkness over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enemy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for my </a:t>
            </a:r>
            <a:r>
              <a:rPr lang="en-GB" sz="3600" dirty="0" err="1">
                <a:solidFill>
                  <a:schemeClr val="bg1"/>
                </a:solidFill>
              </a:rPr>
              <a:t>fam'ly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I speak the holy Name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4087312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7170" name="Picture 2" descr="Ainsdale Methodist Church Notices">
            <a:extLst>
              <a:ext uri="{FF2B5EF4-FFF2-40B4-BE49-F238E27FC236}">
                <a16:creationId xmlns:a16="http://schemas.microsoft.com/office/drawing/2014/main" id="{3EEB5152-0F8F-378F-8135-B603334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113"/>
            <a:ext cx="9144000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402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57F6-55A9-47B0-91CA-75C5DBDC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36747-D090-4803-C7DC-22BAB5B2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5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38-2D92-CDA8-108E-BAB0146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C629845-6805-C1E6-E442-AEA8EF7F5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06B2D-5EB4-A907-2876-C5E6CE50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3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3985-8B83-D3B2-292F-E1A59D0A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A882619-E590-B58F-E69C-A28B83B97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EA3C-752F-7FDC-9302-57DAFDDC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0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5433-DF29-11DE-5734-6D3E1638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4183285E-03CB-0D11-1882-A1BA07545B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9A95C5-8E43-DCEF-2140-2EC545BB9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50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4F5-7735-C2A4-5222-746F274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AC1F9C-7D07-CC4A-86C6-42449AE4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12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929D4-B857-13A7-F16F-1C885159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9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ach the Word#6. “Broken preachers.” – Morningside church of Christ">
            <a:extLst>
              <a:ext uri="{FF2B5EF4-FFF2-40B4-BE49-F238E27FC236}">
                <a16:creationId xmlns:a16="http://schemas.microsoft.com/office/drawing/2014/main" id="{2AA83B72-9961-C11B-4973-8C77482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539552" y="1052736"/>
            <a:ext cx="82296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430316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Reign Above It All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7134098</a:t>
            </a:r>
          </a:p>
          <a:p>
            <a:r>
              <a:rPr lang="en-GB" sz="1200" dirty="0">
                <a:solidFill>
                  <a:schemeClr val="bg1"/>
                </a:solidFill>
              </a:rPr>
              <a:t>Ethan Hulse | Hannah McClure | Jess Cates | Paul McClure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2019 We Are TIM Music; Zoom Out Songs; Be Essential Songs; EGH Music Publishing; Bethel Music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3619920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The reign of darkness now has ended</a:t>
            </a:r>
          </a:p>
          <a:p>
            <a:r>
              <a:rPr lang="en-GB" sz="4000" dirty="0">
                <a:solidFill>
                  <a:schemeClr val="bg1"/>
                </a:solidFill>
              </a:rPr>
              <a:t>In the kingdom of light</a:t>
            </a:r>
          </a:p>
          <a:p>
            <a:r>
              <a:rPr lang="en-GB" sz="4000" dirty="0">
                <a:solidFill>
                  <a:schemeClr val="bg1"/>
                </a:solidFill>
              </a:rPr>
              <a:t>In the kingdom of light</a:t>
            </a:r>
          </a:p>
          <a:p>
            <a:r>
              <a:rPr lang="en-GB" sz="4000" dirty="0">
                <a:solidFill>
                  <a:schemeClr val="bg1"/>
                </a:solidFill>
              </a:rPr>
              <a:t>Forever under Your dominion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You’re the King of my life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You’re the King of my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40929470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4BC00-00BE-0A41-788A-E0D25A0E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8BB31D-1192-43B5-D9A8-584145FE8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Over the universe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over every heart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64BC5D-F85D-A0C9-462E-D4E90713796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4177995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8BE19-D97C-81D2-66BC-465B0AC4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A3A7F1-6966-6DE5-3586-7F02D2978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On the cross the work was finished</a:t>
            </a:r>
          </a:p>
          <a:p>
            <a:r>
              <a:rPr lang="en-GB" sz="4000" dirty="0">
                <a:solidFill>
                  <a:schemeClr val="bg1"/>
                </a:solidFill>
              </a:rPr>
              <a:t>God You poured out Your life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Just to give us new life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Now from the lips of the forgiven</a:t>
            </a:r>
          </a:p>
          <a:p>
            <a:r>
              <a:rPr lang="en-GB" sz="4000" dirty="0">
                <a:solidFill>
                  <a:schemeClr val="bg1"/>
                </a:solidFill>
              </a:rPr>
              <a:t>Hear an anthem arise</a:t>
            </a:r>
          </a:p>
          <a:p>
            <a:r>
              <a:rPr lang="en-GB" sz="4000" dirty="0" err="1">
                <a:solidFill>
                  <a:schemeClr val="bg1"/>
                </a:solidFill>
              </a:rPr>
              <a:t>'Cause</a:t>
            </a:r>
            <a:r>
              <a:rPr lang="en-GB" sz="4000" dirty="0">
                <a:solidFill>
                  <a:schemeClr val="bg1"/>
                </a:solidFill>
              </a:rPr>
              <a:t> Jesus You’re alive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6E3B1D-21BC-D6BF-2C37-54DE613A678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1763904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E4ACC-9B9E-488D-0132-E708F935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32EB3D-9C04-3F00-2B16-107B424E8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Over the universe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over every heart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1709A-FFC2-C563-611D-5791FB744C37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16562558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25F89-FD3F-F1F7-E392-BD5A71EBC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9A1218-5D5B-FC78-AAEF-7879BEB84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Let all of heaven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the earth erupt in song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hallelujah to the Everlasting One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F5085-D3AD-23DE-5A34-BA1F781CE467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1494133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94A72-AD83-6F83-1984-0C7E9E1C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9D2104-1A14-6B7F-9A57-0A8D1C0B2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sent the darkness running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Out of an empty grave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Now seated alone in glory</a:t>
            </a:r>
          </a:p>
          <a:p>
            <a:r>
              <a:rPr lang="en-GB" sz="4000" dirty="0">
                <a:solidFill>
                  <a:schemeClr val="bg1"/>
                </a:solidFill>
              </a:rPr>
              <a:t>Enthroned on the highest praise</a:t>
            </a:r>
            <a:br>
              <a:rPr lang="en-GB" sz="4000" dirty="0">
                <a:solidFill>
                  <a:schemeClr val="bg1"/>
                </a:solidFill>
              </a:rPr>
            </a:b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623FD-C2EA-F7A6-663B-058C61D293CC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33424104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FCEE5-004E-4D06-126D-0117924D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CB548E5-B0C1-A11C-4253-E84BCA67C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You reign above it all</a:t>
            </a:r>
          </a:p>
          <a:p>
            <a:r>
              <a:rPr lang="en-GB" sz="4000" dirty="0">
                <a:solidFill>
                  <a:schemeClr val="bg1"/>
                </a:solidFill>
              </a:rPr>
              <a:t>Over the universe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over every heart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F6C82-012A-D827-4D86-36B36C4938C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37472731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51EF2-97F2-7258-160B-1B53C44E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C6283-7BC0-A2A6-55F0-E6C5D1029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Let all of heaven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the earth erupt in song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Sing hallelujah to the Everlasting One</a:t>
            </a:r>
          </a:p>
          <a:p>
            <a:r>
              <a:rPr lang="en-GB" sz="4000" dirty="0">
                <a:solidFill>
                  <a:schemeClr val="bg1"/>
                </a:solidFill>
              </a:rPr>
              <a:t>There is no higher name</a:t>
            </a:r>
          </a:p>
          <a:p>
            <a:r>
              <a:rPr lang="en-GB" sz="4000" dirty="0">
                <a:solidFill>
                  <a:schemeClr val="bg1"/>
                </a:solidFill>
              </a:rPr>
              <a:t>Jesus You reign above it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3342F-B228-A0FB-4174-681DE1A624A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20612093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2 Corinthians 14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May the grace of the Lord Jesus Christ, and the love of God, and the fellowship of the Holy Spirit be with us all.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And….</a:t>
            </a:r>
          </a:p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Surely goodness and mercy shall follow us all the days of our lives, and we shall dwell in the house of the Lord forever.</a:t>
            </a:r>
          </a:p>
        </p:txBody>
      </p:sp>
    </p:spTree>
    <p:extLst>
      <p:ext uri="{BB962C8B-B14F-4D97-AF65-F5344CB8AC3E}">
        <p14:creationId xmlns:p14="http://schemas.microsoft.com/office/powerpoint/2010/main" val="39747127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A194A-DD04-B8BB-F5E2-C52C9DD327EA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Amen!</a:t>
            </a:r>
          </a:p>
        </p:txBody>
      </p:sp>
    </p:spTree>
    <p:extLst>
      <p:ext uri="{BB962C8B-B14F-4D97-AF65-F5344CB8AC3E}">
        <p14:creationId xmlns:p14="http://schemas.microsoft.com/office/powerpoint/2010/main" val="160682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8636</TotalTime>
  <Words>1086</Words>
  <Application>Microsoft Office PowerPoint</Application>
  <PresentationFormat>On-screen Show (4:3)</PresentationFormat>
  <Paragraphs>194</Paragraphs>
  <Slides>42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akagi_probook</vt:lpstr>
      <vt:lpstr>Amatic SC</vt:lpstr>
      <vt:lpstr>Arial</vt:lpstr>
      <vt:lpstr>Calibri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393</cp:revision>
  <dcterms:created xsi:type="dcterms:W3CDTF">2024-09-27T16:56:29Z</dcterms:created>
  <dcterms:modified xsi:type="dcterms:W3CDTF">2026-10-17T13:10:52Z</dcterms:modified>
</cp:coreProperties>
</file>