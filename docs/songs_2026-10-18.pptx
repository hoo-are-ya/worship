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1" r:id="rId2"/>
  </p:sldMasterIdLst>
  <p:notesMasterIdLst>
    <p:notesMasterId r:id="rId61"/>
  </p:notesMasterIdLst>
  <p:sldIdLst>
    <p:sldId id="950" r:id="rId3"/>
    <p:sldId id="1526" r:id="rId4"/>
    <p:sldId id="1251" r:id="rId5"/>
    <p:sldId id="461" r:id="rId6"/>
    <p:sldId id="462" r:id="rId7"/>
    <p:sldId id="463" r:id="rId8"/>
    <p:sldId id="464" r:id="rId9"/>
    <p:sldId id="1215" r:id="rId10"/>
    <p:sldId id="1216" r:id="rId11"/>
    <p:sldId id="1217" r:id="rId12"/>
    <p:sldId id="1218" r:id="rId13"/>
    <p:sldId id="1594" r:id="rId14"/>
    <p:sldId id="642" r:id="rId15"/>
    <p:sldId id="643" r:id="rId16"/>
    <p:sldId id="644" r:id="rId17"/>
    <p:sldId id="645" r:id="rId18"/>
    <p:sldId id="1639" r:id="rId19"/>
    <p:sldId id="1303" r:id="rId20"/>
    <p:sldId id="1304" r:id="rId21"/>
    <p:sldId id="1305" r:id="rId22"/>
    <p:sldId id="1306" r:id="rId23"/>
    <p:sldId id="695" r:id="rId24"/>
    <p:sldId id="696" r:id="rId25"/>
    <p:sldId id="954" r:id="rId26"/>
    <p:sldId id="1511" r:id="rId27"/>
    <p:sldId id="1411" r:id="rId28"/>
    <p:sldId id="1408" r:id="rId29"/>
    <p:sldId id="1632" r:id="rId30"/>
    <p:sldId id="1640" r:id="rId31"/>
    <p:sldId id="1410" r:id="rId32"/>
    <p:sldId id="1281" r:id="rId33"/>
    <p:sldId id="1339" r:id="rId34"/>
    <p:sldId id="256" r:id="rId35"/>
    <p:sldId id="257" r:id="rId36"/>
    <p:sldId id="258" r:id="rId37"/>
    <p:sldId id="259" r:id="rId38"/>
    <p:sldId id="260" r:id="rId39"/>
    <p:sldId id="261" r:id="rId40"/>
    <p:sldId id="262" r:id="rId41"/>
    <p:sldId id="263" r:id="rId42"/>
    <p:sldId id="264" r:id="rId43"/>
    <p:sldId id="265" r:id="rId44"/>
    <p:sldId id="266" r:id="rId45"/>
    <p:sldId id="267" r:id="rId46"/>
    <p:sldId id="268" r:id="rId47"/>
    <p:sldId id="269" r:id="rId48"/>
    <p:sldId id="270" r:id="rId49"/>
    <p:sldId id="610" r:id="rId50"/>
    <p:sldId id="1025" r:id="rId51"/>
    <p:sldId id="1026" r:id="rId52"/>
    <p:sldId id="1027" r:id="rId53"/>
    <p:sldId id="1028" r:id="rId54"/>
    <p:sldId id="1029" r:id="rId55"/>
    <p:sldId id="1030" r:id="rId56"/>
    <p:sldId id="1031" r:id="rId57"/>
    <p:sldId id="1032" r:id="rId58"/>
    <p:sldId id="946" r:id="rId59"/>
    <p:sldId id="1578" r:id="rId60"/>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ain Service" id="{1F80873B-EF87-4756-A9D6-A147B579BB11}">
          <p14:sldIdLst>
            <p14:sldId id="950"/>
            <p14:sldId id="1526"/>
            <p14:sldId id="1251"/>
            <p14:sldId id="461"/>
            <p14:sldId id="462"/>
            <p14:sldId id="463"/>
            <p14:sldId id="464"/>
            <p14:sldId id="1215"/>
            <p14:sldId id="1216"/>
            <p14:sldId id="1217"/>
            <p14:sldId id="1218"/>
            <p14:sldId id="1594"/>
            <p14:sldId id="642"/>
            <p14:sldId id="643"/>
            <p14:sldId id="644"/>
            <p14:sldId id="645"/>
            <p14:sldId id="1639"/>
            <p14:sldId id="1303"/>
            <p14:sldId id="1304"/>
            <p14:sldId id="1305"/>
            <p14:sldId id="1306"/>
            <p14:sldId id="695"/>
            <p14:sldId id="696"/>
            <p14:sldId id="954"/>
            <p14:sldId id="1511"/>
            <p14:sldId id="1411"/>
            <p14:sldId id="1408"/>
            <p14:sldId id="1632"/>
            <p14:sldId id="1640"/>
            <p14:sldId id="1410"/>
            <p14:sldId id="1281"/>
            <p14:sldId id="1339"/>
            <p14:sldId id="256"/>
            <p14:sldId id="257"/>
            <p14:sldId id="258"/>
            <p14:sldId id="259"/>
            <p14:sldId id="260"/>
            <p14:sldId id="261"/>
            <p14:sldId id="262"/>
            <p14:sldId id="263"/>
            <p14:sldId id="264"/>
            <p14:sldId id="265"/>
            <p14:sldId id="266"/>
            <p14:sldId id="267"/>
            <p14:sldId id="268"/>
            <p14:sldId id="269"/>
            <p14:sldId id="270"/>
            <p14:sldId id="610"/>
            <p14:sldId id="1025"/>
            <p14:sldId id="1026"/>
            <p14:sldId id="1027"/>
            <p14:sldId id="1028"/>
            <p14:sldId id="1029"/>
            <p14:sldId id="1030"/>
            <p14:sldId id="1031"/>
            <p14:sldId id="1032"/>
          </p14:sldIdLst>
        </p14:section>
        <p14:section name="Main Service" id="{4FE2647C-705B-495A-AADF-8CE4EFF28E49}">
          <p14:sldIdLst>
            <p14:sldId id="946"/>
            <p14:sldId id="1578"/>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9900"/>
    <a:srgbClr val="E6A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10" autoAdjust="0"/>
    <p:restoredTop sz="82242" autoAdjust="0"/>
  </p:normalViewPr>
  <p:slideViewPr>
    <p:cSldViewPr>
      <p:cViewPr varScale="1">
        <p:scale>
          <a:sx n="73" d="100"/>
          <a:sy n="73" d="100"/>
        </p:scale>
        <p:origin x="1699" y="62"/>
      </p:cViewPr>
      <p:guideLst>
        <p:guide orient="horz" pos="2160"/>
        <p:guide pos="2880"/>
      </p:guideLst>
    </p:cSldViewPr>
  </p:slideViewPr>
  <p:notesTextViewPr>
    <p:cViewPr>
      <p:scale>
        <a:sx n="400" d="100"/>
        <a:sy n="400" d="100"/>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63" Type="http://schemas.openxmlformats.org/officeDocument/2006/relationships/viewProps" Target="view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5" Type="http://schemas.openxmlformats.org/officeDocument/2006/relationships/slide" Target="slides/slide3.xml"/><Relationship Id="rId61" Type="http://schemas.openxmlformats.org/officeDocument/2006/relationships/notesMaster" Target="notesMasters/notesMaster1.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theme" Target="theme/theme1.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57EAEFC-A9C7-464E-BE3F-33D4DD72E122}" type="datetimeFigureOut">
              <a:rPr lang="en-GB" smtClean="0"/>
              <a:t>17/10/2026</a:t>
            </a:fld>
            <a:endParaRPr lang="en-GB"/>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79B61DE-1D46-4752-AF65-FA2C4EB0D1D0}" type="slidenum">
              <a:rPr lang="en-GB" smtClean="0"/>
              <a:t>‹#›</a:t>
            </a:fld>
            <a:endParaRPr lang="en-GB"/>
          </a:p>
        </p:txBody>
      </p:sp>
    </p:spTree>
    <p:extLst>
      <p:ext uri="{BB962C8B-B14F-4D97-AF65-F5344CB8AC3E}">
        <p14:creationId xmlns:p14="http://schemas.microsoft.com/office/powerpoint/2010/main" val="39571488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79B61DE-1D46-4752-AF65-FA2C4EB0D1D0}" type="slidenum">
              <a:rPr kumimoji="0" lang="en-GB"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GB"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669148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67DBD-057D-01FF-A64B-035F23BED0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16334A-DB13-39E3-4BDB-7C2A24C016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6383A3-6764-2C1B-F831-AB9D96EF57BB}"/>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5C28CEFB-600E-4948-2677-1853EC632C9F}"/>
              </a:ext>
            </a:extLst>
          </p:cNvPr>
          <p:cNvSpPr>
            <a:spLocks noGrp="1"/>
          </p:cNvSpPr>
          <p:nvPr>
            <p:ph type="sldNum" sz="quarter" idx="5"/>
          </p:nvPr>
        </p:nvSpPr>
        <p:spPr/>
        <p:txBody>
          <a:bodyPr/>
          <a:lstStyle/>
          <a:p>
            <a:fld id="{E79B61DE-1D46-4752-AF65-FA2C4EB0D1D0}" type="slidenum">
              <a:rPr lang="en-GB" smtClean="0"/>
              <a:t>2</a:t>
            </a:fld>
            <a:endParaRPr lang="en-GB"/>
          </a:p>
        </p:txBody>
      </p:sp>
    </p:spTree>
    <p:extLst>
      <p:ext uri="{BB962C8B-B14F-4D97-AF65-F5344CB8AC3E}">
        <p14:creationId xmlns:p14="http://schemas.microsoft.com/office/powerpoint/2010/main" val="11180546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EFB2E1-B37D-FB49-A65A-671ADE3D58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D6BD6C-5D27-5528-5477-7946714717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902F94-0732-2AD1-B39C-996F03FE5A4E}"/>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CF38BBE2-4115-F920-0A28-2321EC352711}"/>
              </a:ext>
            </a:extLst>
          </p:cNvPr>
          <p:cNvSpPr>
            <a:spLocks noGrp="1"/>
          </p:cNvSpPr>
          <p:nvPr>
            <p:ph type="sldNum" sz="quarter" idx="5"/>
          </p:nvPr>
        </p:nvSpPr>
        <p:spPr/>
        <p:txBody>
          <a:bodyPr/>
          <a:lstStyle/>
          <a:p>
            <a:fld id="{E79B61DE-1D46-4752-AF65-FA2C4EB0D1D0}" type="slidenum">
              <a:rPr lang="en-GB" smtClean="0"/>
              <a:t>12</a:t>
            </a:fld>
            <a:endParaRPr lang="en-GB"/>
          </a:p>
        </p:txBody>
      </p:sp>
    </p:spTree>
    <p:extLst>
      <p:ext uri="{BB962C8B-B14F-4D97-AF65-F5344CB8AC3E}">
        <p14:creationId xmlns:p14="http://schemas.microsoft.com/office/powerpoint/2010/main" val="6031751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BAB1A5-FB6D-3C6A-8F5B-90B3F90BAA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D32E20-62CF-E243-B9B8-60F7BDEC43A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C7FAB8-9B34-A165-1DC3-90D39E3A9F10}"/>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A3338493-D8AE-9AE8-319B-00083DF335E8}"/>
              </a:ext>
            </a:extLst>
          </p:cNvPr>
          <p:cNvSpPr>
            <a:spLocks noGrp="1"/>
          </p:cNvSpPr>
          <p:nvPr>
            <p:ph type="sldNum" sz="quarter" idx="5"/>
          </p:nvPr>
        </p:nvSpPr>
        <p:spPr/>
        <p:txBody>
          <a:bodyPr/>
          <a:lstStyle/>
          <a:p>
            <a:fld id="{E79B61DE-1D46-4752-AF65-FA2C4EB0D1D0}" type="slidenum">
              <a:rPr lang="en-GB" smtClean="0"/>
              <a:t>17</a:t>
            </a:fld>
            <a:endParaRPr lang="en-GB"/>
          </a:p>
        </p:txBody>
      </p:sp>
    </p:spTree>
    <p:extLst>
      <p:ext uri="{BB962C8B-B14F-4D97-AF65-F5344CB8AC3E}">
        <p14:creationId xmlns:p14="http://schemas.microsoft.com/office/powerpoint/2010/main" val="322427267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E79B61DE-1D46-4752-AF65-FA2C4EB0D1D0}" type="slidenum">
              <a:rPr lang="en-GB" smtClean="0"/>
              <a:t>24</a:t>
            </a:fld>
            <a:endParaRPr lang="en-GB"/>
          </a:p>
        </p:txBody>
      </p:sp>
    </p:spTree>
    <p:extLst>
      <p:ext uri="{BB962C8B-B14F-4D97-AF65-F5344CB8AC3E}">
        <p14:creationId xmlns:p14="http://schemas.microsoft.com/office/powerpoint/2010/main" val="263896321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E79B61DE-1D46-4752-AF65-FA2C4EB0D1D0}" type="slidenum">
              <a:rPr lang="en-GB" smtClean="0"/>
              <a:t>25</a:t>
            </a:fld>
            <a:endParaRPr lang="en-GB"/>
          </a:p>
        </p:txBody>
      </p:sp>
    </p:spTree>
    <p:extLst>
      <p:ext uri="{BB962C8B-B14F-4D97-AF65-F5344CB8AC3E}">
        <p14:creationId xmlns:p14="http://schemas.microsoft.com/office/powerpoint/2010/main" val="357465861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E79B61DE-1D46-4752-AF65-FA2C4EB0D1D0}" type="slidenum">
              <a:rPr lang="en-GB" smtClean="0"/>
              <a:t>32</a:t>
            </a:fld>
            <a:endParaRPr lang="en-GB"/>
          </a:p>
        </p:txBody>
      </p:sp>
    </p:spTree>
    <p:extLst>
      <p:ext uri="{BB962C8B-B14F-4D97-AF65-F5344CB8AC3E}">
        <p14:creationId xmlns:p14="http://schemas.microsoft.com/office/powerpoint/2010/main" val="15192036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
        <p:cNvGrpSpPr/>
        <p:nvPr/>
      </p:nvGrpSpPr>
      <p:grpSpPr>
        <a:xfrm>
          <a:off x="0" y="0"/>
          <a:ext cx="0" cy="0"/>
          <a:chOff x="0" y="0"/>
          <a:chExt cx="0" cy="0"/>
        </a:xfrm>
      </p:grpSpPr>
      <p:sp>
        <p:nvSpPr>
          <p:cNvPr id="57" name="Google Shape;57;h707b966a909a7ece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 name="Google Shape;58;h707b966a909a7ece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
        <p:cNvGrpSpPr/>
        <p:nvPr/>
      </p:nvGrpSpPr>
      <p:grpSpPr>
        <a:xfrm>
          <a:off x="0" y="0"/>
          <a:ext cx="0" cy="0"/>
          <a:chOff x="0" y="0"/>
          <a:chExt cx="0" cy="0"/>
        </a:xfrm>
      </p:grpSpPr>
      <p:sp>
        <p:nvSpPr>
          <p:cNvPr id="62" name="Google Shape;62;h707b966a909a7ece_0_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 name="Google Shape;63;h707b966a909a7ece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
        <p:cNvGrpSpPr/>
        <p:nvPr/>
      </p:nvGrpSpPr>
      <p:grpSpPr>
        <a:xfrm>
          <a:off x="0" y="0"/>
          <a:ext cx="0" cy="0"/>
          <a:chOff x="0" y="0"/>
          <a:chExt cx="0" cy="0"/>
        </a:xfrm>
      </p:grpSpPr>
      <p:sp>
        <p:nvSpPr>
          <p:cNvPr id="67" name="Google Shape;67;h707b966a909a7ece_0_1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 name="Google Shape;68;h707b966a909a7ece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
        <p:cNvGrpSpPr/>
        <p:nvPr/>
      </p:nvGrpSpPr>
      <p:grpSpPr>
        <a:xfrm>
          <a:off x="0" y="0"/>
          <a:ext cx="0" cy="0"/>
          <a:chOff x="0" y="0"/>
          <a:chExt cx="0" cy="0"/>
        </a:xfrm>
      </p:grpSpPr>
      <p:sp>
        <p:nvSpPr>
          <p:cNvPr id="72" name="Google Shape;72;h35ac55a9428e81f3_2_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 name="Google Shape;73;h35ac55a9428e81f3_2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
        <p:cNvGrpSpPr/>
        <p:nvPr/>
      </p:nvGrpSpPr>
      <p:grpSpPr>
        <a:xfrm>
          <a:off x="0" y="0"/>
          <a:ext cx="0" cy="0"/>
          <a:chOff x="0" y="0"/>
          <a:chExt cx="0" cy="0"/>
        </a:xfrm>
      </p:grpSpPr>
      <p:sp>
        <p:nvSpPr>
          <p:cNvPr id="77" name="Google Shape;77;h35ac55a9428e81f3_2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8" name="Google Shape;78;h35ac55a9428e81f3_2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h35ac55a9428e81f3_0_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h35ac55a9428e81f3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h35ac55a9428e81f3_2_5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 name="Google Shape;88;h35ac55a9428e81f3_2_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h35ac55a9428e81f3_2_1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 name="Google Shape;93;h35ac55a9428e81f3_2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h35ac55a9428e81f3_2_1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 name="Google Shape;98;h35ac55a9428e81f3_2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p:cNvGrpSpPr/>
        <p:nvPr/>
      </p:nvGrpSpPr>
      <p:grpSpPr>
        <a:xfrm>
          <a:off x="0" y="0"/>
          <a:ext cx="0" cy="0"/>
          <a:chOff x="0" y="0"/>
          <a:chExt cx="0" cy="0"/>
        </a:xfrm>
      </p:grpSpPr>
      <p:sp>
        <p:nvSpPr>
          <p:cNvPr id="102" name="Google Shape;102;h165a2c3b06a58bca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 name="Google Shape;103;h165a2c3b06a58bca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p:cNvGrpSpPr/>
        <p:nvPr/>
      </p:nvGrpSpPr>
      <p:grpSpPr>
        <a:xfrm>
          <a:off x="0" y="0"/>
          <a:ext cx="0" cy="0"/>
          <a:chOff x="0" y="0"/>
          <a:chExt cx="0" cy="0"/>
        </a:xfrm>
      </p:grpSpPr>
      <p:sp>
        <p:nvSpPr>
          <p:cNvPr id="107" name="Google Shape;107;h35ac55a9428e81f3_2_2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8" name="Google Shape;108;h35ac55a9428e81f3_2_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h35ac55a9428e81f3_2_2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4" name="Google Shape;114;h35ac55a9428e81f3_2_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
        <p:cNvGrpSpPr/>
        <p:nvPr/>
      </p:nvGrpSpPr>
      <p:grpSpPr>
        <a:xfrm>
          <a:off x="0" y="0"/>
          <a:ext cx="0" cy="0"/>
          <a:chOff x="0" y="0"/>
          <a:chExt cx="0" cy="0"/>
        </a:xfrm>
      </p:grpSpPr>
      <p:sp>
        <p:nvSpPr>
          <p:cNvPr id="119" name="Google Shape;119;h165a2c3b06a58bca_3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 name="Google Shape;120;h165a2c3b06a58bca_3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p:cNvGrpSpPr/>
        <p:nvPr/>
      </p:nvGrpSpPr>
      <p:grpSpPr>
        <a:xfrm>
          <a:off x="0" y="0"/>
          <a:ext cx="0" cy="0"/>
          <a:chOff x="0" y="0"/>
          <a:chExt cx="0" cy="0"/>
        </a:xfrm>
      </p:grpSpPr>
      <p:sp>
        <p:nvSpPr>
          <p:cNvPr id="124" name="Google Shape;124;h35ac55a9428e81f3_2_3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5" name="Google Shape;125;h35ac55a9428e81f3_2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E79B61DE-1D46-4752-AF65-FA2C4EB0D1D0}" type="slidenum">
              <a:rPr lang="en-GB" smtClean="0"/>
              <a:t>57</a:t>
            </a:fld>
            <a:endParaRPr lang="en-GB"/>
          </a:p>
        </p:txBody>
      </p:sp>
    </p:spTree>
    <p:extLst>
      <p:ext uri="{BB962C8B-B14F-4D97-AF65-F5344CB8AC3E}">
        <p14:creationId xmlns:p14="http://schemas.microsoft.com/office/powerpoint/2010/main" val="6921748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GB"/>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GB"/>
              <a:t>Click to edit Master subtitle style</a:t>
            </a:r>
          </a:p>
        </p:txBody>
      </p:sp>
      <p:sp>
        <p:nvSpPr>
          <p:cNvPr id="4" name="Date Placeholder 3"/>
          <p:cNvSpPr>
            <a:spLocks noGrp="1"/>
          </p:cNvSpPr>
          <p:nvPr>
            <p:ph type="dt" sz="half" idx="10"/>
          </p:nvPr>
        </p:nvSpPr>
        <p:spPr/>
        <p:txBody>
          <a:bodyPr/>
          <a:lstStyle/>
          <a:p>
            <a:fld id="{26EA1CF3-4A15-4CBF-9A5A-6A56C368BE71}" type="datetimeFigureOut">
              <a:rPr lang="en-GB" smtClean="0"/>
              <a:pPr/>
              <a:t>17/10/2026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BDD929FA-79A7-47B7-BF4C-8C146230B1E4}" type="slidenum">
              <a:rPr lang="en-GB" smtClean="0"/>
              <a:pPr/>
              <a:t>‹#›</a:t>
            </a:fld>
            <a:endParaRPr lang="en-GB"/>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26EA1CF3-4A15-4CBF-9A5A-6A56C368BE71}" type="datetimeFigureOut">
              <a:rPr lang="en-GB" smtClean="0"/>
              <a:pPr/>
              <a:t>17/10/2026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BDD929FA-79A7-47B7-BF4C-8C146230B1E4}" type="slidenum">
              <a:rPr lang="en-GB" smtClean="0"/>
              <a:pPr/>
              <a:t>‹#›</a:t>
            </a:fld>
            <a:endParaRPr lang="en-GB"/>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GB"/>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26EA1CF3-4A15-4CBF-9A5A-6A56C368BE71}" type="datetimeFigureOut">
              <a:rPr lang="en-GB" smtClean="0"/>
              <a:pPr/>
              <a:t>17/10/2026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BDD929FA-79A7-47B7-BF4C-8C146230B1E4}" type="slidenum">
              <a:rPr lang="en-GB" smtClean="0"/>
              <a:pPr/>
              <a:t>‹#›</a:t>
            </a:fld>
            <a:endParaRPr lang="en-GB"/>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Date Placeholder 4"/>
          <p:cNvSpPr>
            <a:spLocks noGrp="1"/>
          </p:cNvSpPr>
          <p:nvPr>
            <p:ph type="dt" sz="half" idx="10"/>
          </p:nvPr>
        </p:nvSpPr>
        <p:spPr/>
        <p:txBody>
          <a:bodyPr/>
          <a:lstStyle/>
          <a:p>
            <a:fld id="{26EA1CF3-4A15-4CBF-9A5A-6A56C368BE71}" type="datetimeFigureOut">
              <a:rPr lang="en-GB" smtClean="0"/>
              <a:pPr/>
              <a:t>17/10/2026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BDD929FA-79A7-47B7-BF4C-8C146230B1E4}" type="slidenum">
              <a:rPr lang="en-GB" smtClean="0"/>
              <a:pPr/>
              <a:t>‹#›</a:t>
            </a:fld>
            <a:endParaRPr lang="en-GB"/>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GB"/>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7" name="Date Placeholder 6"/>
          <p:cNvSpPr>
            <a:spLocks noGrp="1"/>
          </p:cNvSpPr>
          <p:nvPr>
            <p:ph type="dt" sz="half" idx="10"/>
          </p:nvPr>
        </p:nvSpPr>
        <p:spPr/>
        <p:txBody>
          <a:bodyPr/>
          <a:lstStyle/>
          <a:p>
            <a:fld id="{26EA1CF3-4A15-4CBF-9A5A-6A56C368BE71}" type="datetimeFigureOut">
              <a:rPr lang="en-GB" smtClean="0"/>
              <a:pPr/>
              <a:t>17/10/2026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BDD929FA-79A7-47B7-BF4C-8C146230B1E4}" type="slidenum">
              <a:rPr lang="en-GB" smtClean="0"/>
              <a:pPr/>
              <a:t>‹#›</a:t>
            </a:fld>
            <a:endParaRPr lang="en-GB"/>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p>
        </p:txBody>
      </p:sp>
      <p:sp>
        <p:nvSpPr>
          <p:cNvPr id="3" name="Date Placeholder 2"/>
          <p:cNvSpPr>
            <a:spLocks noGrp="1"/>
          </p:cNvSpPr>
          <p:nvPr>
            <p:ph type="dt" sz="half" idx="10"/>
          </p:nvPr>
        </p:nvSpPr>
        <p:spPr/>
        <p:txBody>
          <a:bodyPr/>
          <a:lstStyle/>
          <a:p>
            <a:fld id="{26EA1CF3-4A15-4CBF-9A5A-6A56C368BE71}" type="datetimeFigureOut">
              <a:rPr lang="en-GB" smtClean="0"/>
              <a:pPr/>
              <a:t>17/10/2026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BDD929FA-79A7-47B7-BF4C-8C146230B1E4}" type="slidenum">
              <a:rPr lang="en-GB" smtClean="0"/>
              <a:pPr/>
              <a:t>‹#›</a:t>
            </a:fld>
            <a:endParaRPr lang="en-GB"/>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6EA1CF3-4A15-4CBF-9A5A-6A56C368BE71}" type="datetimeFigureOut">
              <a:rPr lang="en-GB" smtClean="0"/>
              <a:pPr/>
              <a:t>17/10/2026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BDD929FA-79A7-47B7-BF4C-8C146230B1E4}" type="slidenum">
              <a:rPr lang="en-GB" smtClean="0"/>
              <a:pPr/>
              <a:t>‹#›</a:t>
            </a:fld>
            <a:endParaRPr lang="en-GB"/>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GB"/>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Date Placeholder 4"/>
          <p:cNvSpPr>
            <a:spLocks noGrp="1"/>
          </p:cNvSpPr>
          <p:nvPr>
            <p:ph type="dt" sz="half" idx="10"/>
          </p:nvPr>
        </p:nvSpPr>
        <p:spPr/>
        <p:txBody>
          <a:bodyPr/>
          <a:lstStyle/>
          <a:p>
            <a:fld id="{26EA1CF3-4A15-4CBF-9A5A-6A56C368BE71}" type="datetimeFigureOut">
              <a:rPr lang="en-GB" smtClean="0"/>
              <a:pPr/>
              <a:t>17/10/2026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BDD929FA-79A7-47B7-BF4C-8C146230B1E4}" type="slidenum">
              <a:rPr lang="en-GB" smtClean="0"/>
              <a:pPr/>
              <a:t>‹#›</a:t>
            </a:fld>
            <a:endParaRPr lang="en-GB"/>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GB"/>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Date Placeholder 4"/>
          <p:cNvSpPr>
            <a:spLocks noGrp="1"/>
          </p:cNvSpPr>
          <p:nvPr>
            <p:ph type="dt" sz="half" idx="10"/>
          </p:nvPr>
        </p:nvSpPr>
        <p:spPr/>
        <p:txBody>
          <a:bodyPr/>
          <a:lstStyle/>
          <a:p>
            <a:fld id="{26EA1CF3-4A15-4CBF-9A5A-6A56C368BE71}" type="datetimeFigureOut">
              <a:rPr lang="en-GB" smtClean="0"/>
              <a:pPr/>
              <a:t>17/10/2026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BDD929FA-79A7-47B7-BF4C-8C146230B1E4}" type="slidenum">
              <a:rPr lang="en-GB" smtClean="0"/>
              <a:pPr/>
              <a:t>‹#›</a:t>
            </a:fld>
            <a:endParaRPr lang="en-GB"/>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p:cNvSpPr>
            <a:spLocks noGrp="1"/>
          </p:cNvSpPr>
          <p:nvPr>
            <p:ph type="dt" sz="half" idx="10"/>
          </p:nvPr>
        </p:nvSpPr>
        <p:spPr/>
        <p:txBody>
          <a:bodyPr/>
          <a:lstStyle/>
          <a:p>
            <a:fld id="{26EA1CF3-4A15-4CBF-9A5A-6A56C368BE71}" type="datetimeFigureOut">
              <a:rPr lang="en-GB" smtClean="0"/>
              <a:pPr/>
              <a:t>17/10/2026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BDD929FA-79A7-47B7-BF4C-8C146230B1E4}" type="slidenum">
              <a:rPr lang="en-GB" smtClean="0"/>
              <a:pPr/>
              <a:t>‹#›</a:t>
            </a:fld>
            <a:endParaRPr lang="en-GB"/>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GB"/>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p:cNvSpPr>
            <a:spLocks noGrp="1"/>
          </p:cNvSpPr>
          <p:nvPr>
            <p:ph type="dt" sz="half" idx="10"/>
          </p:nvPr>
        </p:nvSpPr>
        <p:spPr/>
        <p:txBody>
          <a:bodyPr/>
          <a:lstStyle/>
          <a:p>
            <a:fld id="{26EA1CF3-4A15-4CBF-9A5A-6A56C368BE71}" type="datetimeFigureOut">
              <a:rPr lang="en-GB" smtClean="0"/>
              <a:pPr/>
              <a:t>17/10/2026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BDD929FA-79A7-47B7-BF4C-8C146230B1E4}" type="slidenum">
              <a:rPr lang="en-GB" smtClean="0"/>
              <a:pPr/>
              <a:t>‹#›</a:t>
            </a:fld>
            <a:endParaRPr lang="en-GB"/>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43"/>
        <p:cNvGrpSpPr/>
        <p:nvPr/>
      </p:nvGrpSpPr>
      <p:grpSpPr>
        <a:xfrm>
          <a:off x="0" y="0"/>
          <a:ext cx="0" cy="0"/>
          <a:chOff x="0" y="0"/>
          <a:chExt cx="0" cy="0"/>
        </a:xfrm>
      </p:grpSpPr>
      <p:sp>
        <p:nvSpPr>
          <p:cNvPr id="44" name="Google Shape;44;p10"/>
          <p:cNvSpPr txBox="1">
            <a:spLocks noGrp="1"/>
          </p:cNvSpPr>
          <p:nvPr>
            <p:ph type="body" idx="1"/>
          </p:nvPr>
        </p:nvSpPr>
        <p:spPr>
          <a:xfrm>
            <a:off x="319500" y="5640767"/>
            <a:ext cx="5998800" cy="7984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Clr>
                <a:schemeClr val="accent1"/>
              </a:buClr>
              <a:buSzPts val="2400"/>
              <a:buFont typeface="Amatic SC"/>
              <a:buNone/>
              <a:defRPr sz="2400" b="1">
                <a:solidFill>
                  <a:schemeClr val="accent1"/>
                </a:solidFill>
                <a:latin typeface="Amatic SC"/>
                <a:ea typeface="Amatic SC"/>
                <a:cs typeface="Amatic SC"/>
                <a:sym typeface="Amatic SC"/>
              </a:defRPr>
            </a:lvl1pPr>
          </a:lstStyle>
          <a:p>
            <a:endParaRPr/>
          </a:p>
        </p:txBody>
      </p:sp>
      <p:sp>
        <p:nvSpPr>
          <p:cNvPr id="45" name="Google Shape;45;p10"/>
          <p:cNvSpPr txBox="1">
            <a:spLocks noGrp="1"/>
          </p:cNvSpPr>
          <p:nvPr>
            <p:ph type="sldNum" idx="12"/>
          </p:nvPr>
        </p:nvSpPr>
        <p:spPr>
          <a:xfrm>
            <a:off x="8472458" y="6217623"/>
            <a:ext cx="5487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422027720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992767"/>
            <a:ext cx="8520600" cy="27368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3778833"/>
            <a:ext cx="8520600" cy="10568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6217623"/>
            <a:ext cx="5487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GB" smtClean="0"/>
              <a:pPr/>
              <a:t>‹#›</a:t>
            </a:fld>
            <a:endParaRPr lang="en-GB"/>
          </a:p>
        </p:txBody>
      </p:sp>
    </p:spTree>
    <p:extLst>
      <p:ext uri="{BB962C8B-B14F-4D97-AF65-F5344CB8AC3E}">
        <p14:creationId xmlns:p14="http://schemas.microsoft.com/office/powerpoint/2010/main" val="166626699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867800"/>
            <a:ext cx="8520600" cy="11224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6217623"/>
            <a:ext cx="5487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GB" smtClean="0"/>
              <a:pPr/>
              <a:t>‹#›</a:t>
            </a:fld>
            <a:endParaRPr lang="en-GB"/>
          </a:p>
        </p:txBody>
      </p:sp>
    </p:spTree>
    <p:extLst>
      <p:ext uri="{BB962C8B-B14F-4D97-AF65-F5344CB8AC3E}">
        <p14:creationId xmlns:p14="http://schemas.microsoft.com/office/powerpoint/2010/main" val="418822722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593367"/>
            <a:ext cx="85206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536633"/>
            <a:ext cx="8520600" cy="45552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6217623"/>
            <a:ext cx="5487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GB" smtClean="0"/>
              <a:pPr/>
              <a:t>‹#›</a:t>
            </a:fld>
            <a:endParaRPr lang="en-GB"/>
          </a:p>
        </p:txBody>
      </p:sp>
    </p:spTree>
    <p:extLst>
      <p:ext uri="{BB962C8B-B14F-4D97-AF65-F5344CB8AC3E}">
        <p14:creationId xmlns:p14="http://schemas.microsoft.com/office/powerpoint/2010/main" val="368109574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two columns" type="twoColTx">
  <p:cSld name="Title and two 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593367"/>
            <a:ext cx="85206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536633"/>
            <a:ext cx="3999900" cy="45552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536633"/>
            <a:ext cx="3999900" cy="45552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6217623"/>
            <a:ext cx="5487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GB" smtClean="0"/>
              <a:pPr/>
              <a:t>‹#›</a:t>
            </a:fld>
            <a:endParaRPr lang="en-GB"/>
          </a:p>
        </p:txBody>
      </p:sp>
    </p:spTree>
    <p:extLst>
      <p:ext uri="{BB962C8B-B14F-4D97-AF65-F5344CB8AC3E}">
        <p14:creationId xmlns:p14="http://schemas.microsoft.com/office/powerpoint/2010/main" val="252392523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593367"/>
            <a:ext cx="85206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6217623"/>
            <a:ext cx="5487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GB" smtClean="0"/>
              <a:pPr/>
              <a:t>‹#›</a:t>
            </a:fld>
            <a:endParaRPr lang="en-GB"/>
          </a:p>
        </p:txBody>
      </p:sp>
    </p:spTree>
    <p:extLst>
      <p:ext uri="{BB962C8B-B14F-4D97-AF65-F5344CB8AC3E}">
        <p14:creationId xmlns:p14="http://schemas.microsoft.com/office/powerpoint/2010/main" val="125172573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740800"/>
            <a:ext cx="2808000" cy="10076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852800"/>
            <a:ext cx="2808000" cy="42392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6217623"/>
            <a:ext cx="5487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GB" smtClean="0"/>
              <a:pPr/>
              <a:t>‹#›</a:t>
            </a:fld>
            <a:endParaRPr lang="en-GB"/>
          </a:p>
        </p:txBody>
      </p:sp>
    </p:spTree>
    <p:extLst>
      <p:ext uri="{BB962C8B-B14F-4D97-AF65-F5344CB8AC3E}">
        <p14:creationId xmlns:p14="http://schemas.microsoft.com/office/powerpoint/2010/main" val="240880912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600200"/>
            <a:ext cx="63678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6217623"/>
            <a:ext cx="5487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GB" smtClean="0"/>
              <a:pPr/>
              <a:t>‹#›</a:t>
            </a:fld>
            <a:endParaRPr lang="en-GB"/>
          </a:p>
        </p:txBody>
      </p:sp>
    </p:spTree>
    <p:extLst>
      <p:ext uri="{BB962C8B-B14F-4D97-AF65-F5344CB8AC3E}">
        <p14:creationId xmlns:p14="http://schemas.microsoft.com/office/powerpoint/2010/main" val="349844317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35"/>
        <p:cNvGrpSpPr/>
        <p:nvPr/>
      </p:nvGrpSpPr>
      <p:grpSpPr>
        <a:xfrm>
          <a:off x="0" y="0"/>
          <a:ext cx="0" cy="0"/>
          <a:chOff x="0" y="0"/>
          <a:chExt cx="0" cy="0"/>
        </a:xfrm>
      </p:grpSpPr>
      <p:sp>
        <p:nvSpPr>
          <p:cNvPr id="36" name="Google Shape;36;p9"/>
          <p:cNvSpPr/>
          <p:nvPr/>
        </p:nvSpPr>
        <p:spPr>
          <a:xfrm>
            <a:off x="4572000" y="-167"/>
            <a:ext cx="4572000" cy="68580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800"/>
          </a:p>
        </p:txBody>
      </p:sp>
      <p:sp>
        <p:nvSpPr>
          <p:cNvPr id="37" name="Google Shape;37;p9"/>
          <p:cNvSpPr txBox="1">
            <a:spLocks noGrp="1"/>
          </p:cNvSpPr>
          <p:nvPr>
            <p:ph type="title"/>
          </p:nvPr>
        </p:nvSpPr>
        <p:spPr>
          <a:xfrm>
            <a:off x="265500" y="1644233"/>
            <a:ext cx="4045200" cy="19764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3737433"/>
            <a:ext cx="4045200" cy="16468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965433"/>
            <a:ext cx="3837000" cy="49268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6217623"/>
            <a:ext cx="5487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GB" smtClean="0"/>
              <a:pPr/>
              <a:t>‹#›</a:t>
            </a:fld>
            <a:endParaRPr lang="en-GB"/>
          </a:p>
        </p:txBody>
      </p:sp>
    </p:spTree>
    <p:extLst>
      <p:ext uri="{BB962C8B-B14F-4D97-AF65-F5344CB8AC3E}">
        <p14:creationId xmlns:p14="http://schemas.microsoft.com/office/powerpoint/2010/main" val="328022250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5640767"/>
            <a:ext cx="5998800" cy="8068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6217623"/>
            <a:ext cx="5487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GB" smtClean="0"/>
              <a:pPr/>
              <a:t>‹#›</a:t>
            </a:fld>
            <a:endParaRPr lang="en-GB"/>
          </a:p>
        </p:txBody>
      </p:sp>
    </p:spTree>
    <p:extLst>
      <p:ext uri="{BB962C8B-B14F-4D97-AF65-F5344CB8AC3E}">
        <p14:creationId xmlns:p14="http://schemas.microsoft.com/office/powerpoint/2010/main" val="423451214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ig number">
  <p:cSld name="Big 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474833"/>
            <a:ext cx="8520600" cy="26180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4202967"/>
            <a:ext cx="8520600" cy="17344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6217623"/>
            <a:ext cx="5487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GB" smtClean="0"/>
              <a:pPr/>
              <a:t>‹#›</a:t>
            </a:fld>
            <a:endParaRPr lang="en-GB"/>
          </a:p>
        </p:txBody>
      </p:sp>
    </p:spTree>
    <p:extLst>
      <p:ext uri="{BB962C8B-B14F-4D97-AF65-F5344CB8AC3E}">
        <p14:creationId xmlns:p14="http://schemas.microsoft.com/office/powerpoint/2010/main" val="130567969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6217623"/>
            <a:ext cx="5487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GB" smtClean="0"/>
              <a:pPr/>
              <a:t>‹#›</a:t>
            </a:fld>
            <a:endParaRPr lang="en-GB"/>
          </a:p>
        </p:txBody>
      </p:sp>
    </p:spTree>
    <p:extLst>
      <p:ext uri="{BB962C8B-B14F-4D97-AF65-F5344CB8AC3E}">
        <p14:creationId xmlns:p14="http://schemas.microsoft.com/office/powerpoint/2010/main" val="23562716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g"/></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theme" Target="../theme/theme2.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836712"/>
            <a:ext cx="8229600" cy="436909"/>
          </a:xfrm>
          <a:prstGeom prst="rect">
            <a:avLst/>
          </a:prstGeom>
        </p:spPr>
        <p:txBody>
          <a:bodyPr vert="horz" lIns="91440" tIns="45720" rIns="91440" bIns="45720" rtlCol="0" anchor="ctr">
            <a:normAutofit/>
          </a:bodyPr>
          <a:lstStyle/>
          <a:p>
            <a:endParaRPr lang="en-GB" dirty="0"/>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6EA1CF3-4A15-4CBF-9A5A-6A56C368BE71}" type="datetimeFigureOut">
              <a:rPr lang="en-GB" smtClean="0"/>
              <a:pPr/>
              <a:t>17/10/2026</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DD929FA-79A7-47B7-BF4C-8C146230B1E4}" type="slidenum">
              <a:rPr lang="en-GB" smtClean="0"/>
              <a:pPr/>
              <a:t>‹#›</a:t>
            </a:fld>
            <a:endParaRPr lang="en-GB"/>
          </a:p>
        </p:txBody>
      </p:sp>
      <p:sp>
        <p:nvSpPr>
          <p:cNvPr id="7" name="Rectangle 6">
            <a:extLst>
              <a:ext uri="{FF2B5EF4-FFF2-40B4-BE49-F238E27FC236}">
                <a16:creationId xmlns:a16="http://schemas.microsoft.com/office/drawing/2014/main" id="{A81FA438-06AA-FBAF-6598-C474F739A20A}"/>
              </a:ext>
            </a:extLst>
          </p:cNvPr>
          <p:cNvSpPr/>
          <p:nvPr userDrawn="1"/>
        </p:nvSpPr>
        <p:spPr>
          <a:xfrm>
            <a:off x="72008" y="5949280"/>
            <a:ext cx="899592" cy="773808"/>
          </a:xfrm>
          <a:prstGeom prst="rect">
            <a:avLst/>
          </a:prstGeom>
          <a:blipFill>
            <a:blip r:embed="rId14"/>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9" name="Straight Connector 8">
            <a:extLst>
              <a:ext uri="{FF2B5EF4-FFF2-40B4-BE49-F238E27FC236}">
                <a16:creationId xmlns:a16="http://schemas.microsoft.com/office/drawing/2014/main" id="{75A119C8-FA69-A36C-A18F-B470565B9C0C}"/>
              </a:ext>
            </a:extLst>
          </p:cNvPr>
          <p:cNvCxnSpPr>
            <a:cxnSpLocks/>
          </p:cNvCxnSpPr>
          <p:nvPr userDrawn="1"/>
        </p:nvCxnSpPr>
        <p:spPr>
          <a:xfrm>
            <a:off x="971600" y="6237312"/>
            <a:ext cx="7715200" cy="0"/>
          </a:xfrm>
          <a:prstGeom prst="line">
            <a:avLst/>
          </a:prstGeom>
          <a:ln w="19050">
            <a:solidFill>
              <a:srgbClr val="FF990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AFB4C0C-9840-84EC-CAB9-6BA55788BC6D}"/>
              </a:ext>
            </a:extLst>
          </p:cNvPr>
          <p:cNvCxnSpPr>
            <a:cxnSpLocks/>
          </p:cNvCxnSpPr>
          <p:nvPr userDrawn="1"/>
        </p:nvCxnSpPr>
        <p:spPr>
          <a:xfrm>
            <a:off x="457200" y="764704"/>
            <a:ext cx="8229600" cy="0"/>
          </a:xfrm>
          <a:prstGeom prst="line">
            <a:avLst/>
          </a:prstGeom>
          <a:ln w="19050">
            <a:solidFill>
              <a:srgbClr val="FF9900"/>
            </a:solidFill>
          </a:ln>
        </p:spPr>
        <p:style>
          <a:lnRef idx="1">
            <a:schemeClr val="accent1"/>
          </a:lnRef>
          <a:fillRef idx="0">
            <a:schemeClr val="accent1"/>
          </a:fillRef>
          <a:effectRef idx="0">
            <a:schemeClr val="accent1"/>
          </a:effectRef>
          <a:fontRef idx="minor">
            <a:schemeClr val="tx1"/>
          </a:fontRef>
        </p:style>
      </p:cxn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593367"/>
            <a:ext cx="8520600" cy="7636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536633"/>
            <a:ext cx="8520600" cy="45552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6217623"/>
            <a:ext cx="548700" cy="5248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fld id="{00000000-1234-1234-1234-123412341234}" type="slidenum">
              <a:rPr lang="en-GB" smtClean="0"/>
              <a:pPr/>
              <a:t>‹#›</a:t>
            </a:fld>
            <a:endParaRPr lang="en-GB"/>
          </a:p>
        </p:txBody>
      </p:sp>
    </p:spTree>
    <p:extLst>
      <p:ext uri="{BB962C8B-B14F-4D97-AF65-F5344CB8AC3E}">
        <p14:creationId xmlns:p14="http://schemas.microsoft.com/office/powerpoint/2010/main" val="298843368"/>
      </p:ext>
    </p:extLst>
  </p:cSld>
  <p:clrMap bg1="lt1" tx1="dk1" bg2="dk2" tx2="lt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www.ccli.com/" TargetMode="External"/><Relationship Id="rId2" Type="http://schemas.openxmlformats.org/officeDocument/2006/relationships/hyperlink" Target="https://songselect.ccli.com/about/termsofuse" TargetMode="Externa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34.xml.rels><?xml version="1.0" encoding="UTF-8" standalone="yes"?>
<Relationships xmlns="http://schemas.openxmlformats.org/package/2006/relationships"><Relationship Id="rId3" Type="http://schemas.openxmlformats.org/officeDocument/2006/relationships/hyperlink" Target="https://www.biblegateway.com/passage/?search=Acts%2019&amp;version=NIV#fen-NIV-27588a" TargetMode="External"/><Relationship Id="rId2" Type="http://schemas.openxmlformats.org/officeDocument/2006/relationships/notesSlide" Target="../notesSlides/notesSlide9.xml"/><Relationship Id="rId1" Type="http://schemas.openxmlformats.org/officeDocument/2006/relationships/slideLayout" Target="../slideLayouts/slideLayout15.xml"/><Relationship Id="rId4" Type="http://schemas.openxmlformats.org/officeDocument/2006/relationships/hyperlink" Target="https://www.biblegateway.com/passage/?search=Acts%2019&amp;version=NIV#fen-NIV-27592b"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www.biblegateway.com/passage/?search=Acts%2019&amp;version=NIV#fen-NIV-27605c" TargetMode="External"/><Relationship Id="rId2" Type="http://schemas.openxmlformats.org/officeDocument/2006/relationships/notesSlide" Target="../notesSlides/notesSlide10.xml"/><Relationship Id="rId1" Type="http://schemas.openxmlformats.org/officeDocument/2006/relationships/slideLayout" Target="../slideLayouts/slideLayout15.xml"/><Relationship Id="rId4" Type="http://schemas.openxmlformats.org/officeDocument/2006/relationships/hyperlink" Target="https://www.biblegateway.com/passage/?search=Acts%2019&amp;version=NIV#fen-NIV-27607d"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www.biblegateway.com/passage/?search=Acts%2019&amp;version=NIV#fen-NIV-27588a" TargetMode="External"/><Relationship Id="rId2" Type="http://schemas.openxmlformats.org/officeDocument/2006/relationships/notesSlide" Target="../notesSlides/notesSlide11.xml"/><Relationship Id="rId1" Type="http://schemas.openxmlformats.org/officeDocument/2006/relationships/slideLayout" Target="../slideLayouts/slideLayout15.xml"/><Relationship Id="rId4" Type="http://schemas.openxmlformats.org/officeDocument/2006/relationships/hyperlink" Target="https://www.biblegateway.com/passage/?search=Acts%2019&amp;version=NIV#fen-NIV-27592b" TargetMode="Externa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5.xml"/></Relationships>
</file>

<file path=ppt/slides/_rels/slide3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15.xml"/></Relationships>
</file>

<file path=ppt/slides/_rels/slide3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1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5.xml"/></Relationships>
</file>

<file path=ppt/slides/_rels/slide41.xml.rels><?xml version="1.0" encoding="UTF-8" standalone="yes"?>
<Relationships xmlns="http://schemas.openxmlformats.org/package/2006/relationships"><Relationship Id="rId3" Type="http://schemas.openxmlformats.org/officeDocument/2006/relationships/hyperlink" Target="https://www.biblegateway.com/passage/?search=galations%205&amp;version=NIV#fen-NIV-29180c" TargetMode="External"/><Relationship Id="rId2" Type="http://schemas.openxmlformats.org/officeDocument/2006/relationships/notesSlide" Target="../notesSlides/notesSlide16.xml"/><Relationship Id="rId1" Type="http://schemas.openxmlformats.org/officeDocument/2006/relationships/slideLayout" Target="../slideLayouts/slideLayout15.xml"/></Relationships>
</file>

<file path=ppt/slides/_rels/slide42.xml.rels><?xml version="1.0" encoding="UTF-8" standalone="yes"?>
<Relationships xmlns="http://schemas.openxmlformats.org/package/2006/relationships"><Relationship Id="rId3" Type="http://schemas.openxmlformats.org/officeDocument/2006/relationships/hyperlink" Target="https://www.biblegateway.com/passage/?search=acts%202&amp;version=NIV#fen-NIV-26954a" TargetMode="External"/><Relationship Id="rId2" Type="http://schemas.openxmlformats.org/officeDocument/2006/relationships/notesSlide" Target="../notesSlides/notesSlide17.xml"/><Relationship Id="rId1" Type="http://schemas.openxmlformats.org/officeDocument/2006/relationships/slideLayout" Target="../slideLayouts/slideLayout15.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5.xml"/></Relationships>
</file>

<file path=ppt/slides/_rels/slide4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9.xml"/><Relationship Id="rId1" Type="http://schemas.openxmlformats.org/officeDocument/2006/relationships/slideLayout" Target="../slideLayouts/slideLayout15.xml"/></Relationships>
</file>

<file path=ppt/slides/_rels/slide4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0.xml"/><Relationship Id="rId1" Type="http://schemas.openxmlformats.org/officeDocument/2006/relationships/slideLayout" Target="../slideLayouts/slideLayout15.xml"/><Relationship Id="rId4" Type="http://schemas.openxmlformats.org/officeDocument/2006/relationships/image" Target="../media/image16.png"/></Relationships>
</file>

<file path=ppt/slides/_rels/slide46.xml.rels><?xml version="1.0" encoding="UTF-8" standalone="yes"?>
<Relationships xmlns="http://schemas.openxmlformats.org/package/2006/relationships"><Relationship Id="rId3" Type="http://schemas.openxmlformats.org/officeDocument/2006/relationships/hyperlink" Target="https://www.biblegateway.com/passage/?search=Acts%2019&amp;version=NIV#fen-NIV-27605c" TargetMode="External"/><Relationship Id="rId2" Type="http://schemas.openxmlformats.org/officeDocument/2006/relationships/notesSlide" Target="../notesSlides/notesSlide21.xml"/><Relationship Id="rId1" Type="http://schemas.openxmlformats.org/officeDocument/2006/relationships/slideLayout" Target="../slideLayouts/slideLayout15.xml"/></Relationships>
</file>

<file path=ppt/slides/_rels/slide47.xml.rels><?xml version="1.0" encoding="UTF-8" standalone="yes"?>
<Relationships xmlns="http://schemas.openxmlformats.org/package/2006/relationships"><Relationship Id="rId3" Type="http://schemas.openxmlformats.org/officeDocument/2006/relationships/hyperlink" Target="https://www.biblegateway.com/passage/?search=acts%2019&amp;version=NIV#fen-NIV-27607d" TargetMode="External"/><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906D2A-5E68-F15C-89E4-2DBC4F4793A3}"/>
              </a:ext>
            </a:extLst>
          </p:cNvPr>
          <p:cNvSpPr txBox="1">
            <a:spLocks/>
          </p:cNvSpPr>
          <p:nvPr/>
        </p:nvSpPr>
        <p:spPr bwMode="auto">
          <a:xfrm>
            <a:off x="457200" y="836712"/>
            <a:ext cx="8229600" cy="4893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90000" lnSpcReduction="10000"/>
          </a:bodyPr>
          <a:lstStyle>
            <a:lvl1pPr algn="l" defTabSz="457200" rtl="0" eaLnBrk="1" fontAlgn="base" hangingPunct="1">
              <a:spcBef>
                <a:spcPct val="0"/>
              </a:spcBef>
              <a:spcAft>
                <a:spcPct val="0"/>
              </a:spcAft>
              <a:defRPr sz="3200" kern="1200">
                <a:solidFill>
                  <a:srgbClr val="58595B"/>
                </a:solidFill>
                <a:latin typeface="Rockwell"/>
                <a:ea typeface="+mj-ea"/>
                <a:cs typeface="+mj-cs"/>
              </a:defRPr>
            </a:lvl1pPr>
            <a:lvl2pPr algn="l" defTabSz="457200" rtl="0" eaLnBrk="1" fontAlgn="base" hangingPunct="1">
              <a:spcBef>
                <a:spcPct val="0"/>
              </a:spcBef>
              <a:spcAft>
                <a:spcPct val="0"/>
              </a:spcAft>
              <a:defRPr sz="4400">
                <a:solidFill>
                  <a:srgbClr val="58595B"/>
                </a:solidFill>
                <a:latin typeface="Rockwell" panose="02060603020205020403" pitchFamily="18" charset="0"/>
              </a:defRPr>
            </a:lvl2pPr>
            <a:lvl3pPr algn="l" defTabSz="457200" rtl="0" eaLnBrk="1" fontAlgn="base" hangingPunct="1">
              <a:spcBef>
                <a:spcPct val="0"/>
              </a:spcBef>
              <a:spcAft>
                <a:spcPct val="0"/>
              </a:spcAft>
              <a:defRPr sz="4400">
                <a:solidFill>
                  <a:srgbClr val="58595B"/>
                </a:solidFill>
                <a:latin typeface="Rockwell" panose="02060603020205020403" pitchFamily="18" charset="0"/>
              </a:defRPr>
            </a:lvl3pPr>
            <a:lvl4pPr algn="l" defTabSz="457200" rtl="0" eaLnBrk="1" fontAlgn="base" hangingPunct="1">
              <a:spcBef>
                <a:spcPct val="0"/>
              </a:spcBef>
              <a:spcAft>
                <a:spcPct val="0"/>
              </a:spcAft>
              <a:defRPr sz="4400">
                <a:solidFill>
                  <a:srgbClr val="58595B"/>
                </a:solidFill>
                <a:latin typeface="Rockwell" panose="02060603020205020403" pitchFamily="18" charset="0"/>
              </a:defRPr>
            </a:lvl4pPr>
            <a:lvl5pPr algn="l" defTabSz="457200" rtl="0" eaLnBrk="1" fontAlgn="base" hangingPunct="1">
              <a:spcBef>
                <a:spcPct val="0"/>
              </a:spcBef>
              <a:spcAft>
                <a:spcPct val="0"/>
              </a:spcAft>
              <a:defRPr sz="4400">
                <a:solidFill>
                  <a:srgbClr val="58595B"/>
                </a:solidFill>
                <a:latin typeface="Rockwell" panose="02060603020205020403" pitchFamily="18" charset="0"/>
              </a:defRPr>
            </a:lvl5pPr>
            <a:lvl6pPr marL="457200" algn="l" defTabSz="457200" rtl="0" eaLnBrk="1" fontAlgn="base" hangingPunct="1">
              <a:spcBef>
                <a:spcPct val="0"/>
              </a:spcBef>
              <a:spcAft>
                <a:spcPct val="0"/>
              </a:spcAft>
              <a:defRPr sz="4400">
                <a:solidFill>
                  <a:srgbClr val="58595B"/>
                </a:solidFill>
                <a:latin typeface="Rockwell" panose="02060603020205020403" pitchFamily="18" charset="0"/>
              </a:defRPr>
            </a:lvl6pPr>
            <a:lvl7pPr marL="914400" algn="l" defTabSz="457200" rtl="0" eaLnBrk="1" fontAlgn="base" hangingPunct="1">
              <a:spcBef>
                <a:spcPct val="0"/>
              </a:spcBef>
              <a:spcAft>
                <a:spcPct val="0"/>
              </a:spcAft>
              <a:defRPr sz="4400">
                <a:solidFill>
                  <a:srgbClr val="58595B"/>
                </a:solidFill>
                <a:latin typeface="Rockwell" panose="02060603020205020403" pitchFamily="18" charset="0"/>
              </a:defRPr>
            </a:lvl7pPr>
            <a:lvl8pPr marL="1371600" algn="l" defTabSz="457200" rtl="0" eaLnBrk="1" fontAlgn="base" hangingPunct="1">
              <a:spcBef>
                <a:spcPct val="0"/>
              </a:spcBef>
              <a:spcAft>
                <a:spcPct val="0"/>
              </a:spcAft>
              <a:defRPr sz="4400">
                <a:solidFill>
                  <a:srgbClr val="58595B"/>
                </a:solidFill>
                <a:latin typeface="Rockwell" panose="02060603020205020403" pitchFamily="18" charset="0"/>
              </a:defRPr>
            </a:lvl8pPr>
            <a:lvl9pPr marL="1828800" algn="l" defTabSz="457200" rtl="0" eaLnBrk="1" fontAlgn="base" hangingPunct="1">
              <a:spcBef>
                <a:spcPct val="0"/>
              </a:spcBef>
              <a:spcAft>
                <a:spcPct val="0"/>
              </a:spcAft>
              <a:defRPr sz="4400">
                <a:solidFill>
                  <a:srgbClr val="58595B"/>
                </a:solidFill>
                <a:latin typeface="Rockwell" panose="02060603020205020403" pitchFamily="18" charset="0"/>
              </a:defRPr>
            </a:lvl9pPr>
          </a:lstStyle>
          <a:p>
            <a:pPr marL="0" marR="0" lvl="0" indent="0" algn="l" defTabSz="457200" rtl="0" eaLnBrk="1" fontAlgn="base" latinLnBrk="0" hangingPunct="1">
              <a:lnSpc>
                <a:spcPct val="100000"/>
              </a:lnSpc>
              <a:spcBef>
                <a:spcPct val="0"/>
              </a:spcBef>
              <a:spcAft>
                <a:spcPct val="0"/>
              </a:spcAft>
              <a:buClrTx/>
              <a:buSzTx/>
              <a:buFontTx/>
              <a:buNone/>
              <a:tabLst/>
              <a:defRPr/>
            </a:pPr>
            <a:endParaRPr kumimoji="0" lang="en-GB" sz="3200" b="0" i="0" u="none" strike="noStrike" kern="1200" cap="none" spc="0" normalizeH="0" baseline="0" noProof="0" dirty="0">
              <a:ln>
                <a:noFill/>
              </a:ln>
              <a:solidFill>
                <a:schemeClr val="bg1"/>
              </a:solidFill>
              <a:effectLst/>
              <a:uLnTx/>
              <a:uFillTx/>
              <a:latin typeface="Rockwell"/>
              <a:ea typeface="+mj-ea"/>
              <a:cs typeface="+mj-cs"/>
            </a:endParaRPr>
          </a:p>
        </p:txBody>
      </p:sp>
      <p:sp>
        <p:nvSpPr>
          <p:cNvPr id="4" name="Title 1">
            <a:extLst>
              <a:ext uri="{FF2B5EF4-FFF2-40B4-BE49-F238E27FC236}">
                <a16:creationId xmlns:a16="http://schemas.microsoft.com/office/drawing/2014/main" id="{89C6AC8B-4AF1-9B45-6683-F14ED4AE0E1F}"/>
              </a:ext>
            </a:extLst>
          </p:cNvPr>
          <p:cNvSpPr txBox="1">
            <a:spLocks/>
          </p:cNvSpPr>
          <p:nvPr/>
        </p:nvSpPr>
        <p:spPr bwMode="auto">
          <a:xfrm>
            <a:off x="435852" y="1484784"/>
            <a:ext cx="8229600" cy="46805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a:bodyPr>
          <a:lstStyle>
            <a:lvl1pPr algn="l" defTabSz="457200" rtl="0" eaLnBrk="1" fontAlgn="base" hangingPunct="1">
              <a:spcBef>
                <a:spcPct val="0"/>
              </a:spcBef>
              <a:spcAft>
                <a:spcPct val="0"/>
              </a:spcAft>
              <a:defRPr sz="3200" kern="1200">
                <a:solidFill>
                  <a:srgbClr val="58595B"/>
                </a:solidFill>
                <a:latin typeface="Rockwell"/>
                <a:ea typeface="+mj-ea"/>
                <a:cs typeface="+mj-cs"/>
              </a:defRPr>
            </a:lvl1pPr>
            <a:lvl2pPr algn="l" defTabSz="457200" rtl="0" eaLnBrk="1" fontAlgn="base" hangingPunct="1">
              <a:spcBef>
                <a:spcPct val="0"/>
              </a:spcBef>
              <a:spcAft>
                <a:spcPct val="0"/>
              </a:spcAft>
              <a:defRPr sz="4400">
                <a:solidFill>
                  <a:srgbClr val="58595B"/>
                </a:solidFill>
                <a:latin typeface="Rockwell" panose="02060603020205020403" pitchFamily="18" charset="0"/>
              </a:defRPr>
            </a:lvl2pPr>
            <a:lvl3pPr algn="l" defTabSz="457200" rtl="0" eaLnBrk="1" fontAlgn="base" hangingPunct="1">
              <a:spcBef>
                <a:spcPct val="0"/>
              </a:spcBef>
              <a:spcAft>
                <a:spcPct val="0"/>
              </a:spcAft>
              <a:defRPr sz="4400">
                <a:solidFill>
                  <a:srgbClr val="58595B"/>
                </a:solidFill>
                <a:latin typeface="Rockwell" panose="02060603020205020403" pitchFamily="18" charset="0"/>
              </a:defRPr>
            </a:lvl3pPr>
            <a:lvl4pPr algn="l" defTabSz="457200" rtl="0" eaLnBrk="1" fontAlgn="base" hangingPunct="1">
              <a:spcBef>
                <a:spcPct val="0"/>
              </a:spcBef>
              <a:spcAft>
                <a:spcPct val="0"/>
              </a:spcAft>
              <a:defRPr sz="4400">
                <a:solidFill>
                  <a:srgbClr val="58595B"/>
                </a:solidFill>
                <a:latin typeface="Rockwell" panose="02060603020205020403" pitchFamily="18" charset="0"/>
              </a:defRPr>
            </a:lvl4pPr>
            <a:lvl5pPr algn="l" defTabSz="457200" rtl="0" eaLnBrk="1" fontAlgn="base" hangingPunct="1">
              <a:spcBef>
                <a:spcPct val="0"/>
              </a:spcBef>
              <a:spcAft>
                <a:spcPct val="0"/>
              </a:spcAft>
              <a:defRPr sz="4400">
                <a:solidFill>
                  <a:srgbClr val="58595B"/>
                </a:solidFill>
                <a:latin typeface="Rockwell" panose="02060603020205020403" pitchFamily="18" charset="0"/>
              </a:defRPr>
            </a:lvl5pPr>
            <a:lvl6pPr marL="457200" algn="l" defTabSz="457200" rtl="0" eaLnBrk="1" fontAlgn="base" hangingPunct="1">
              <a:spcBef>
                <a:spcPct val="0"/>
              </a:spcBef>
              <a:spcAft>
                <a:spcPct val="0"/>
              </a:spcAft>
              <a:defRPr sz="4400">
                <a:solidFill>
                  <a:srgbClr val="58595B"/>
                </a:solidFill>
                <a:latin typeface="Rockwell" panose="02060603020205020403" pitchFamily="18" charset="0"/>
              </a:defRPr>
            </a:lvl6pPr>
            <a:lvl7pPr marL="914400" algn="l" defTabSz="457200" rtl="0" eaLnBrk="1" fontAlgn="base" hangingPunct="1">
              <a:spcBef>
                <a:spcPct val="0"/>
              </a:spcBef>
              <a:spcAft>
                <a:spcPct val="0"/>
              </a:spcAft>
              <a:defRPr sz="4400">
                <a:solidFill>
                  <a:srgbClr val="58595B"/>
                </a:solidFill>
                <a:latin typeface="Rockwell" panose="02060603020205020403" pitchFamily="18" charset="0"/>
              </a:defRPr>
            </a:lvl7pPr>
            <a:lvl8pPr marL="1371600" algn="l" defTabSz="457200" rtl="0" eaLnBrk="1" fontAlgn="base" hangingPunct="1">
              <a:spcBef>
                <a:spcPct val="0"/>
              </a:spcBef>
              <a:spcAft>
                <a:spcPct val="0"/>
              </a:spcAft>
              <a:defRPr sz="4400">
                <a:solidFill>
                  <a:srgbClr val="58595B"/>
                </a:solidFill>
                <a:latin typeface="Rockwell" panose="02060603020205020403" pitchFamily="18" charset="0"/>
              </a:defRPr>
            </a:lvl8pPr>
            <a:lvl9pPr marL="1828800" algn="l" defTabSz="457200" rtl="0" eaLnBrk="1" fontAlgn="base" hangingPunct="1">
              <a:spcBef>
                <a:spcPct val="0"/>
              </a:spcBef>
              <a:spcAft>
                <a:spcPct val="0"/>
              </a:spcAft>
              <a:defRPr sz="4400">
                <a:solidFill>
                  <a:srgbClr val="58595B"/>
                </a:solidFill>
                <a:latin typeface="Rockwell" panose="02060603020205020403" pitchFamily="18" charset="0"/>
              </a:defRPr>
            </a:lvl9pPr>
          </a:lstStyle>
          <a:p>
            <a:pPr marL="0" marR="0" lvl="0" indent="0" algn="ctr" defTabSz="457200" rtl="0" eaLnBrk="1" fontAlgn="base" latinLnBrk="0" hangingPunct="1">
              <a:lnSpc>
                <a:spcPct val="100000"/>
              </a:lnSpc>
              <a:spcBef>
                <a:spcPct val="0"/>
              </a:spcBef>
              <a:spcAft>
                <a:spcPct val="0"/>
              </a:spcAft>
              <a:buClrTx/>
              <a:buSzTx/>
              <a:buFontTx/>
              <a:buNone/>
              <a:tabLst/>
              <a:defRPr/>
            </a:pPr>
            <a:r>
              <a:rPr kumimoji="0" lang="en-US" sz="4000" b="1" i="0" u="none" strike="noStrike" kern="1200" cap="none" spc="0" normalizeH="0" baseline="0" noProof="0" dirty="0">
                <a:ln>
                  <a:noFill/>
                </a:ln>
                <a:solidFill>
                  <a:schemeClr val="bg1"/>
                </a:solidFill>
                <a:effectLst/>
                <a:uLnTx/>
                <a:uFillTx/>
                <a:latin typeface="Rockwell"/>
                <a:ea typeface="+mj-ea"/>
                <a:cs typeface="+mj-cs"/>
              </a:rPr>
              <a:t>Cornerstone City Church</a:t>
            </a:r>
            <a:br>
              <a:rPr kumimoji="0" lang="en-US" sz="4000" b="1" i="0" u="none" strike="noStrike" kern="1200" cap="none" spc="0" normalizeH="0" baseline="0" noProof="0" dirty="0">
                <a:ln>
                  <a:noFill/>
                </a:ln>
                <a:solidFill>
                  <a:schemeClr val="bg1"/>
                </a:solidFill>
                <a:effectLst/>
                <a:uLnTx/>
                <a:uFillTx/>
                <a:latin typeface="Rockwell"/>
                <a:ea typeface="+mj-ea"/>
                <a:cs typeface="+mj-cs"/>
              </a:rPr>
            </a:br>
            <a:r>
              <a:rPr kumimoji="0" lang="en-US" sz="4000" b="1" i="0" u="none" strike="noStrike" kern="1200" cap="none" spc="0" normalizeH="0" baseline="0" noProof="0" dirty="0">
                <a:ln>
                  <a:noFill/>
                </a:ln>
                <a:solidFill>
                  <a:schemeClr val="bg1"/>
                </a:solidFill>
                <a:effectLst/>
                <a:uLnTx/>
                <a:uFillTx/>
                <a:latin typeface="Rockwell"/>
                <a:ea typeface="+mj-ea"/>
                <a:cs typeface="+mj-cs"/>
              </a:rPr>
              <a:t>Peninsula Plus Community</a:t>
            </a:r>
            <a:br>
              <a:rPr kumimoji="0" lang="en-US" sz="3200" b="1" i="0" u="none" strike="noStrike" kern="1200" cap="none" spc="0" normalizeH="0" baseline="0" noProof="0" dirty="0">
                <a:ln>
                  <a:noFill/>
                </a:ln>
                <a:solidFill>
                  <a:schemeClr val="bg1"/>
                </a:solidFill>
                <a:effectLst/>
                <a:uLnTx/>
                <a:uFillTx/>
                <a:latin typeface="Rockwell"/>
                <a:ea typeface="+mj-ea"/>
                <a:cs typeface="+mj-cs"/>
              </a:rPr>
            </a:br>
            <a:br>
              <a:rPr kumimoji="0" lang="en-US" sz="3200" b="1" i="0" u="none" strike="noStrike" kern="1200" cap="none" spc="0" normalizeH="0" baseline="0" noProof="0" dirty="0">
                <a:ln>
                  <a:noFill/>
                </a:ln>
                <a:solidFill>
                  <a:schemeClr val="bg1"/>
                </a:solidFill>
                <a:effectLst/>
                <a:uLnTx/>
                <a:uFillTx/>
                <a:latin typeface="Rockwell"/>
                <a:ea typeface="+mj-ea"/>
                <a:cs typeface="+mj-cs"/>
              </a:rPr>
            </a:br>
            <a:r>
              <a:rPr kumimoji="0" lang="en-US" sz="3600" b="0" i="0" u="none" strike="noStrike" kern="1200" cap="none" spc="0" normalizeH="0" baseline="0" noProof="0" dirty="0">
                <a:ln>
                  <a:noFill/>
                </a:ln>
                <a:solidFill>
                  <a:schemeClr val="bg1"/>
                </a:solidFill>
                <a:effectLst/>
                <a:uLnTx/>
                <a:uFillTx/>
                <a:latin typeface="Rockwell"/>
                <a:ea typeface="+mj-ea"/>
                <a:cs typeface="+mj-cs"/>
              </a:rPr>
              <a:t>Hoo Are Ya</a:t>
            </a:r>
            <a:br>
              <a:rPr kumimoji="0" lang="en-US" sz="3200" b="0" i="0" u="none" strike="noStrike" kern="1200" cap="none" spc="0" normalizeH="0" baseline="0" noProof="0" dirty="0">
                <a:ln>
                  <a:noFill/>
                </a:ln>
                <a:solidFill>
                  <a:schemeClr val="bg1"/>
                </a:solidFill>
                <a:effectLst/>
                <a:uLnTx/>
                <a:uFillTx/>
                <a:latin typeface="Rockwell"/>
                <a:ea typeface="+mj-ea"/>
                <a:cs typeface="+mj-cs"/>
              </a:rPr>
            </a:br>
            <a:endParaRPr kumimoji="0" lang="en-US" sz="3200" b="0" i="0" u="none" strike="noStrike" kern="1200" cap="none" spc="0" normalizeH="0" baseline="0" noProof="0" dirty="0">
              <a:ln>
                <a:noFill/>
              </a:ln>
              <a:solidFill>
                <a:schemeClr val="bg1"/>
              </a:solidFill>
              <a:effectLst/>
              <a:uLnTx/>
              <a:uFillTx/>
              <a:latin typeface="Rockwell"/>
              <a:ea typeface="+mj-ea"/>
              <a:cs typeface="+mj-cs"/>
            </a:endParaRPr>
          </a:p>
          <a:p>
            <a:pPr marL="0" marR="0" lvl="0" indent="0" algn="ctr" defTabSz="457200" rtl="0" eaLnBrk="1" fontAlgn="base" latinLnBrk="0" hangingPunct="1">
              <a:lnSpc>
                <a:spcPct val="100000"/>
              </a:lnSpc>
              <a:spcBef>
                <a:spcPct val="0"/>
              </a:spcBef>
              <a:spcAft>
                <a:spcPct val="0"/>
              </a:spcAft>
              <a:buClrTx/>
              <a:buSzTx/>
              <a:buFontTx/>
              <a:buNone/>
              <a:tabLst/>
              <a:defRPr/>
            </a:pPr>
            <a:r>
              <a:rPr lang="en-US" sz="2400" dirty="0">
                <a:solidFill>
                  <a:schemeClr val="bg1"/>
                </a:solidFill>
              </a:rPr>
              <a:t>  11</a:t>
            </a:r>
            <a:r>
              <a:rPr lang="en-US" sz="2400" baseline="30000" dirty="0">
                <a:solidFill>
                  <a:schemeClr val="bg1"/>
                </a:solidFill>
              </a:rPr>
              <a:t>th</a:t>
            </a:r>
            <a:r>
              <a:rPr lang="en-US" sz="2400" dirty="0">
                <a:solidFill>
                  <a:schemeClr val="bg1"/>
                </a:solidFill>
              </a:rPr>
              <a:t> October 2026</a:t>
            </a:r>
            <a:endParaRPr kumimoji="0" lang="en-US" sz="2400" b="0" i="0" u="none" strike="noStrike" kern="1200" cap="none" spc="0" normalizeH="0" baseline="0" noProof="0" dirty="0">
              <a:ln>
                <a:noFill/>
              </a:ln>
              <a:solidFill>
                <a:schemeClr val="bg1"/>
              </a:solidFill>
              <a:effectLst/>
              <a:uLnTx/>
              <a:uFillTx/>
              <a:latin typeface="Rockwell"/>
              <a:ea typeface="+mj-ea"/>
              <a:cs typeface="+mj-cs"/>
            </a:endParaRPr>
          </a:p>
        </p:txBody>
      </p:sp>
    </p:spTree>
    <p:extLst>
      <p:ext uri="{BB962C8B-B14F-4D97-AF65-F5344CB8AC3E}">
        <p14:creationId xmlns:p14="http://schemas.microsoft.com/office/powerpoint/2010/main" val="190252957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E5352-9A8B-9D8C-A0B7-67A2B262E7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51B248-B4EE-1D0D-D485-E66A9A0CC880}"/>
              </a:ext>
            </a:extLst>
          </p:cNvPr>
          <p:cNvSpPr txBox="1">
            <a:spLocks/>
          </p:cNvSpPr>
          <p:nvPr/>
        </p:nvSpPr>
        <p:spPr bwMode="auto">
          <a:xfrm>
            <a:off x="457200" y="836712"/>
            <a:ext cx="8229600" cy="4893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90000" lnSpcReduction="10000"/>
          </a:bodyPr>
          <a:lstStyle>
            <a:lvl1pPr algn="l" defTabSz="457200" rtl="0" eaLnBrk="1" fontAlgn="base" hangingPunct="1">
              <a:spcBef>
                <a:spcPct val="0"/>
              </a:spcBef>
              <a:spcAft>
                <a:spcPct val="0"/>
              </a:spcAft>
              <a:defRPr sz="3200" kern="1200">
                <a:solidFill>
                  <a:srgbClr val="58595B"/>
                </a:solidFill>
                <a:latin typeface="Rockwell"/>
                <a:ea typeface="+mj-ea"/>
                <a:cs typeface="+mj-cs"/>
              </a:defRPr>
            </a:lvl1pPr>
            <a:lvl2pPr algn="l" defTabSz="457200" rtl="0" eaLnBrk="1" fontAlgn="base" hangingPunct="1">
              <a:spcBef>
                <a:spcPct val="0"/>
              </a:spcBef>
              <a:spcAft>
                <a:spcPct val="0"/>
              </a:spcAft>
              <a:defRPr sz="4400">
                <a:solidFill>
                  <a:srgbClr val="58595B"/>
                </a:solidFill>
                <a:latin typeface="Rockwell" panose="02060603020205020403" pitchFamily="18" charset="0"/>
              </a:defRPr>
            </a:lvl2pPr>
            <a:lvl3pPr algn="l" defTabSz="457200" rtl="0" eaLnBrk="1" fontAlgn="base" hangingPunct="1">
              <a:spcBef>
                <a:spcPct val="0"/>
              </a:spcBef>
              <a:spcAft>
                <a:spcPct val="0"/>
              </a:spcAft>
              <a:defRPr sz="4400">
                <a:solidFill>
                  <a:srgbClr val="58595B"/>
                </a:solidFill>
                <a:latin typeface="Rockwell" panose="02060603020205020403" pitchFamily="18" charset="0"/>
              </a:defRPr>
            </a:lvl3pPr>
            <a:lvl4pPr algn="l" defTabSz="457200" rtl="0" eaLnBrk="1" fontAlgn="base" hangingPunct="1">
              <a:spcBef>
                <a:spcPct val="0"/>
              </a:spcBef>
              <a:spcAft>
                <a:spcPct val="0"/>
              </a:spcAft>
              <a:defRPr sz="4400">
                <a:solidFill>
                  <a:srgbClr val="58595B"/>
                </a:solidFill>
                <a:latin typeface="Rockwell" panose="02060603020205020403" pitchFamily="18" charset="0"/>
              </a:defRPr>
            </a:lvl4pPr>
            <a:lvl5pPr algn="l" defTabSz="457200" rtl="0" eaLnBrk="1" fontAlgn="base" hangingPunct="1">
              <a:spcBef>
                <a:spcPct val="0"/>
              </a:spcBef>
              <a:spcAft>
                <a:spcPct val="0"/>
              </a:spcAft>
              <a:defRPr sz="4400">
                <a:solidFill>
                  <a:srgbClr val="58595B"/>
                </a:solidFill>
                <a:latin typeface="Rockwell" panose="02060603020205020403" pitchFamily="18" charset="0"/>
              </a:defRPr>
            </a:lvl5pPr>
            <a:lvl6pPr marL="457200" algn="l" defTabSz="457200" rtl="0" eaLnBrk="1" fontAlgn="base" hangingPunct="1">
              <a:spcBef>
                <a:spcPct val="0"/>
              </a:spcBef>
              <a:spcAft>
                <a:spcPct val="0"/>
              </a:spcAft>
              <a:defRPr sz="4400">
                <a:solidFill>
                  <a:srgbClr val="58595B"/>
                </a:solidFill>
                <a:latin typeface="Rockwell" panose="02060603020205020403" pitchFamily="18" charset="0"/>
              </a:defRPr>
            </a:lvl6pPr>
            <a:lvl7pPr marL="914400" algn="l" defTabSz="457200" rtl="0" eaLnBrk="1" fontAlgn="base" hangingPunct="1">
              <a:spcBef>
                <a:spcPct val="0"/>
              </a:spcBef>
              <a:spcAft>
                <a:spcPct val="0"/>
              </a:spcAft>
              <a:defRPr sz="4400">
                <a:solidFill>
                  <a:srgbClr val="58595B"/>
                </a:solidFill>
                <a:latin typeface="Rockwell" panose="02060603020205020403" pitchFamily="18" charset="0"/>
              </a:defRPr>
            </a:lvl7pPr>
            <a:lvl8pPr marL="1371600" algn="l" defTabSz="457200" rtl="0" eaLnBrk="1" fontAlgn="base" hangingPunct="1">
              <a:spcBef>
                <a:spcPct val="0"/>
              </a:spcBef>
              <a:spcAft>
                <a:spcPct val="0"/>
              </a:spcAft>
              <a:defRPr sz="4400">
                <a:solidFill>
                  <a:srgbClr val="58595B"/>
                </a:solidFill>
                <a:latin typeface="Rockwell" panose="02060603020205020403" pitchFamily="18" charset="0"/>
              </a:defRPr>
            </a:lvl8pPr>
            <a:lvl9pPr marL="1828800" algn="l" defTabSz="457200" rtl="0" eaLnBrk="1" fontAlgn="base" hangingPunct="1">
              <a:spcBef>
                <a:spcPct val="0"/>
              </a:spcBef>
              <a:spcAft>
                <a:spcPct val="0"/>
              </a:spcAft>
              <a:defRPr sz="4400">
                <a:solidFill>
                  <a:srgbClr val="58595B"/>
                </a:solidFill>
                <a:latin typeface="Rockwell" panose="02060603020205020403" pitchFamily="18" charset="0"/>
              </a:defRPr>
            </a:lvl9pPr>
          </a:lstStyle>
          <a:p>
            <a:pPr marL="0" marR="0" lvl="0" indent="0" algn="l" defTabSz="457200" rtl="0" eaLnBrk="1" fontAlgn="base" latinLnBrk="0" hangingPunct="1">
              <a:lnSpc>
                <a:spcPct val="100000"/>
              </a:lnSpc>
              <a:spcBef>
                <a:spcPct val="0"/>
              </a:spcBef>
              <a:spcAft>
                <a:spcPct val="0"/>
              </a:spcAft>
              <a:buClrTx/>
              <a:buSzTx/>
              <a:buFontTx/>
              <a:buNone/>
              <a:tabLst/>
              <a:defRPr/>
            </a:pPr>
            <a:endParaRPr kumimoji="0" lang="en-GB" sz="3200" b="0" i="0" u="none" strike="noStrike" kern="1200" cap="none" spc="0" normalizeH="0" baseline="0" noProof="0" dirty="0">
              <a:ln>
                <a:noFill/>
              </a:ln>
              <a:solidFill>
                <a:schemeClr val="bg1"/>
              </a:solidFill>
              <a:effectLst/>
              <a:uLnTx/>
              <a:uFillTx/>
              <a:latin typeface="Rockwell"/>
              <a:ea typeface="+mj-ea"/>
              <a:cs typeface="+mj-cs"/>
            </a:endParaRPr>
          </a:p>
        </p:txBody>
      </p:sp>
      <p:sp>
        <p:nvSpPr>
          <p:cNvPr id="4" name="Title 1">
            <a:extLst>
              <a:ext uri="{FF2B5EF4-FFF2-40B4-BE49-F238E27FC236}">
                <a16:creationId xmlns:a16="http://schemas.microsoft.com/office/drawing/2014/main" id="{600EDFEF-D004-BA25-5891-3BCB2A09D886}"/>
              </a:ext>
            </a:extLst>
          </p:cNvPr>
          <p:cNvSpPr txBox="1">
            <a:spLocks/>
          </p:cNvSpPr>
          <p:nvPr/>
        </p:nvSpPr>
        <p:spPr bwMode="auto">
          <a:xfrm>
            <a:off x="435852" y="1484784"/>
            <a:ext cx="8229600" cy="46805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a:bodyPr>
          <a:lstStyle>
            <a:lvl1pPr algn="l" defTabSz="457200" rtl="0" eaLnBrk="1" fontAlgn="base" hangingPunct="1">
              <a:spcBef>
                <a:spcPct val="0"/>
              </a:spcBef>
              <a:spcAft>
                <a:spcPct val="0"/>
              </a:spcAft>
              <a:defRPr sz="3200" kern="1200">
                <a:solidFill>
                  <a:srgbClr val="58595B"/>
                </a:solidFill>
                <a:latin typeface="Rockwell"/>
                <a:ea typeface="+mj-ea"/>
                <a:cs typeface="+mj-cs"/>
              </a:defRPr>
            </a:lvl1pPr>
            <a:lvl2pPr algn="l" defTabSz="457200" rtl="0" eaLnBrk="1" fontAlgn="base" hangingPunct="1">
              <a:spcBef>
                <a:spcPct val="0"/>
              </a:spcBef>
              <a:spcAft>
                <a:spcPct val="0"/>
              </a:spcAft>
              <a:defRPr sz="4400">
                <a:solidFill>
                  <a:srgbClr val="58595B"/>
                </a:solidFill>
                <a:latin typeface="Rockwell" panose="02060603020205020403" pitchFamily="18" charset="0"/>
              </a:defRPr>
            </a:lvl2pPr>
            <a:lvl3pPr algn="l" defTabSz="457200" rtl="0" eaLnBrk="1" fontAlgn="base" hangingPunct="1">
              <a:spcBef>
                <a:spcPct val="0"/>
              </a:spcBef>
              <a:spcAft>
                <a:spcPct val="0"/>
              </a:spcAft>
              <a:defRPr sz="4400">
                <a:solidFill>
                  <a:srgbClr val="58595B"/>
                </a:solidFill>
                <a:latin typeface="Rockwell" panose="02060603020205020403" pitchFamily="18" charset="0"/>
              </a:defRPr>
            </a:lvl3pPr>
            <a:lvl4pPr algn="l" defTabSz="457200" rtl="0" eaLnBrk="1" fontAlgn="base" hangingPunct="1">
              <a:spcBef>
                <a:spcPct val="0"/>
              </a:spcBef>
              <a:spcAft>
                <a:spcPct val="0"/>
              </a:spcAft>
              <a:defRPr sz="4400">
                <a:solidFill>
                  <a:srgbClr val="58595B"/>
                </a:solidFill>
                <a:latin typeface="Rockwell" panose="02060603020205020403" pitchFamily="18" charset="0"/>
              </a:defRPr>
            </a:lvl4pPr>
            <a:lvl5pPr algn="l" defTabSz="457200" rtl="0" eaLnBrk="1" fontAlgn="base" hangingPunct="1">
              <a:spcBef>
                <a:spcPct val="0"/>
              </a:spcBef>
              <a:spcAft>
                <a:spcPct val="0"/>
              </a:spcAft>
              <a:defRPr sz="4400">
                <a:solidFill>
                  <a:srgbClr val="58595B"/>
                </a:solidFill>
                <a:latin typeface="Rockwell" panose="02060603020205020403" pitchFamily="18" charset="0"/>
              </a:defRPr>
            </a:lvl5pPr>
            <a:lvl6pPr marL="457200" algn="l" defTabSz="457200" rtl="0" eaLnBrk="1" fontAlgn="base" hangingPunct="1">
              <a:spcBef>
                <a:spcPct val="0"/>
              </a:spcBef>
              <a:spcAft>
                <a:spcPct val="0"/>
              </a:spcAft>
              <a:defRPr sz="4400">
                <a:solidFill>
                  <a:srgbClr val="58595B"/>
                </a:solidFill>
                <a:latin typeface="Rockwell" panose="02060603020205020403" pitchFamily="18" charset="0"/>
              </a:defRPr>
            </a:lvl6pPr>
            <a:lvl7pPr marL="914400" algn="l" defTabSz="457200" rtl="0" eaLnBrk="1" fontAlgn="base" hangingPunct="1">
              <a:spcBef>
                <a:spcPct val="0"/>
              </a:spcBef>
              <a:spcAft>
                <a:spcPct val="0"/>
              </a:spcAft>
              <a:defRPr sz="4400">
                <a:solidFill>
                  <a:srgbClr val="58595B"/>
                </a:solidFill>
                <a:latin typeface="Rockwell" panose="02060603020205020403" pitchFamily="18" charset="0"/>
              </a:defRPr>
            </a:lvl7pPr>
            <a:lvl8pPr marL="1371600" algn="l" defTabSz="457200" rtl="0" eaLnBrk="1" fontAlgn="base" hangingPunct="1">
              <a:spcBef>
                <a:spcPct val="0"/>
              </a:spcBef>
              <a:spcAft>
                <a:spcPct val="0"/>
              </a:spcAft>
              <a:defRPr sz="4400">
                <a:solidFill>
                  <a:srgbClr val="58595B"/>
                </a:solidFill>
                <a:latin typeface="Rockwell" panose="02060603020205020403" pitchFamily="18" charset="0"/>
              </a:defRPr>
            </a:lvl8pPr>
            <a:lvl9pPr marL="1828800" algn="l" defTabSz="457200" rtl="0" eaLnBrk="1" fontAlgn="base" hangingPunct="1">
              <a:spcBef>
                <a:spcPct val="0"/>
              </a:spcBef>
              <a:spcAft>
                <a:spcPct val="0"/>
              </a:spcAft>
              <a:defRPr sz="4400">
                <a:solidFill>
                  <a:srgbClr val="58595B"/>
                </a:solidFill>
                <a:latin typeface="Rockwell" panose="02060603020205020403" pitchFamily="18" charset="0"/>
              </a:defRPr>
            </a:lvl9pPr>
          </a:lstStyle>
          <a:p>
            <a:pPr marL="0" marR="0" lvl="0" indent="0" algn="ctr" defTabSz="457200" rtl="0" eaLnBrk="1" fontAlgn="base" latinLnBrk="0" hangingPunct="1">
              <a:lnSpc>
                <a:spcPct val="100000"/>
              </a:lnSpc>
              <a:spcBef>
                <a:spcPct val="0"/>
              </a:spcBef>
              <a:spcAft>
                <a:spcPct val="0"/>
              </a:spcAft>
              <a:buClrTx/>
              <a:buSzTx/>
              <a:buFontTx/>
              <a:buNone/>
              <a:tabLst/>
              <a:defRPr/>
            </a:pPr>
            <a:endParaRPr kumimoji="0" lang="en-GB" sz="3200" b="0" i="0" u="none" strike="noStrike" kern="1200" cap="none" spc="0" normalizeH="0" baseline="0" noProof="0" dirty="0">
              <a:ln>
                <a:noFill/>
              </a:ln>
              <a:solidFill>
                <a:schemeClr val="bg1"/>
              </a:solidFill>
              <a:effectLst/>
              <a:uLnTx/>
              <a:uFillTx/>
              <a:latin typeface="Rockwell"/>
              <a:ea typeface="+mj-ea"/>
              <a:cs typeface="+mj-cs"/>
            </a:endParaRPr>
          </a:p>
        </p:txBody>
      </p:sp>
      <p:pic>
        <p:nvPicPr>
          <p:cNvPr id="3" name="Picture 2">
            <a:extLst>
              <a:ext uri="{FF2B5EF4-FFF2-40B4-BE49-F238E27FC236}">
                <a16:creationId xmlns:a16="http://schemas.microsoft.com/office/drawing/2014/main" id="{EE39A73C-3530-0721-C3BF-72AF8847966C}"/>
              </a:ext>
            </a:extLst>
          </p:cNvPr>
          <p:cNvPicPr>
            <a:picLocks noChangeAspect="1"/>
          </p:cNvPicPr>
          <p:nvPr/>
        </p:nvPicPr>
        <p:blipFill>
          <a:blip r:embed="rId3"/>
          <a:stretch>
            <a:fillRect/>
          </a:stretch>
        </p:blipFill>
        <p:spPr>
          <a:xfrm>
            <a:off x="0" y="857250"/>
            <a:ext cx="9144000" cy="5143500"/>
          </a:xfrm>
          <a:prstGeom prst="rect">
            <a:avLst/>
          </a:prstGeom>
        </p:spPr>
      </p:pic>
    </p:spTree>
    <p:extLst>
      <p:ext uri="{BB962C8B-B14F-4D97-AF65-F5344CB8AC3E}">
        <p14:creationId xmlns:p14="http://schemas.microsoft.com/office/powerpoint/2010/main" val="34315862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323528" y="188640"/>
            <a:ext cx="8640960" cy="6480720"/>
          </a:xfrm>
        </p:spPr>
        <p:txBody>
          <a:bodyPr>
            <a:noAutofit/>
          </a:bodyPr>
          <a:lstStyle/>
          <a:p>
            <a:endParaRPr lang="en-GB" sz="5400" dirty="0">
              <a:solidFill>
                <a:schemeClr val="bg1"/>
              </a:solidFill>
            </a:endParaRPr>
          </a:p>
          <a:p>
            <a:r>
              <a:rPr lang="en-GB" sz="6600" b="0" i="0" dirty="0">
                <a:solidFill>
                  <a:srgbClr val="00A3E0"/>
                </a:solidFill>
                <a:effectLst/>
                <a:latin typeface="akagi_probook"/>
              </a:rPr>
              <a:t>My Redeemer Lives</a:t>
            </a:r>
          </a:p>
          <a:p>
            <a:r>
              <a:rPr lang="en-GB" sz="900" b="0" i="0" dirty="0">
                <a:solidFill>
                  <a:srgbClr val="717171"/>
                </a:solidFill>
                <a:effectLst/>
                <a:latin typeface="akagi_probook"/>
              </a:rPr>
              <a:t>CCLI Song # 2397964</a:t>
            </a:r>
          </a:p>
          <a:p>
            <a:r>
              <a:rPr lang="en-GB" sz="900" b="0" i="0" dirty="0">
                <a:solidFill>
                  <a:srgbClr val="717171"/>
                </a:solidFill>
                <a:effectLst/>
                <a:latin typeface="akagi_probook"/>
              </a:rPr>
              <a:t>Reuben Morgan</a:t>
            </a:r>
          </a:p>
          <a:p>
            <a:pPr>
              <a:buFont typeface="Arial" panose="020B0604020202020204" pitchFamily="34" charset="0"/>
              <a:buChar char="•"/>
            </a:pPr>
            <a:r>
              <a:rPr lang="en-GB" sz="900" b="0" i="0" dirty="0">
                <a:solidFill>
                  <a:srgbClr val="717171"/>
                </a:solidFill>
                <a:effectLst/>
                <a:latin typeface="akagi_probook"/>
              </a:rPr>
              <a:t>© 1998 Hillsong Music Publishing Australia (Admin. by Hillsong Music Publishing UK)</a:t>
            </a:r>
          </a:p>
          <a:p>
            <a:r>
              <a:rPr lang="en-GB" sz="900" b="0" i="1" dirty="0">
                <a:solidFill>
                  <a:srgbClr val="717171"/>
                </a:solidFill>
                <a:effectLst/>
                <a:latin typeface="akagi_probook"/>
              </a:rPr>
              <a:t>For use solely with the </a:t>
            </a:r>
            <a:r>
              <a:rPr lang="en-GB" sz="900" b="0" i="1" dirty="0" err="1">
                <a:solidFill>
                  <a:srgbClr val="717171"/>
                </a:solidFill>
                <a:effectLst/>
                <a:latin typeface="akagi_probook"/>
              </a:rPr>
              <a:t>SongSelect</a:t>
            </a:r>
            <a:r>
              <a:rPr lang="en-GB" sz="900" b="0" i="1" dirty="0">
                <a:solidFill>
                  <a:srgbClr val="717171"/>
                </a:solidFill>
                <a:effectLst/>
                <a:latin typeface="akagi_probook"/>
              </a:rPr>
              <a:t>® </a:t>
            </a:r>
            <a:r>
              <a:rPr lang="en-GB" sz="900" b="0" i="1" u="none" strike="noStrike" dirty="0">
                <a:solidFill>
                  <a:srgbClr val="00A3E0"/>
                </a:solidFill>
                <a:effectLst/>
                <a:latin typeface="akagi_probook"/>
                <a:hlinkClick r:id="rId2"/>
              </a:rPr>
              <a:t>Terms of Use</a:t>
            </a:r>
            <a:r>
              <a:rPr lang="en-GB" sz="900" b="0" i="1" dirty="0">
                <a:solidFill>
                  <a:srgbClr val="717171"/>
                </a:solidFill>
                <a:effectLst/>
                <a:latin typeface="akagi_probook"/>
              </a:rPr>
              <a:t>. All rights reserved. </a:t>
            </a:r>
            <a:r>
              <a:rPr lang="en-GB" sz="900" b="0" i="1" u="none" strike="noStrike" dirty="0">
                <a:solidFill>
                  <a:srgbClr val="00A3E0"/>
                </a:solidFill>
                <a:effectLst/>
                <a:latin typeface="akagi_probook"/>
                <a:hlinkClick r:id="rId3"/>
              </a:rPr>
              <a:t>www.ccli.com</a:t>
            </a:r>
            <a:endParaRPr lang="en-GB" sz="900" b="0" i="1" dirty="0">
              <a:solidFill>
                <a:srgbClr val="717171"/>
              </a:solidFill>
              <a:effectLst/>
              <a:latin typeface="akagi_probook"/>
            </a:endParaRPr>
          </a:p>
          <a:p>
            <a:r>
              <a:rPr lang="en-GB" sz="900" b="0" i="0" dirty="0">
                <a:solidFill>
                  <a:srgbClr val="717171"/>
                </a:solidFill>
                <a:effectLst/>
                <a:latin typeface="akagi_probook"/>
              </a:rPr>
              <a:t>CCLI Licence No. 33265</a:t>
            </a:r>
          </a:p>
          <a:p>
            <a:endParaRPr lang="en-GB" sz="1200" dirty="0">
              <a:solidFill>
                <a:schemeClr val="bg1"/>
              </a:solidFill>
            </a:endParaRPr>
          </a:p>
        </p:txBody>
      </p:sp>
    </p:spTree>
    <p:extLst>
      <p:ext uri="{BB962C8B-B14F-4D97-AF65-F5344CB8AC3E}">
        <p14:creationId xmlns:p14="http://schemas.microsoft.com/office/powerpoint/2010/main" val="387464760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203118" y="692696"/>
            <a:ext cx="8640960" cy="6480720"/>
          </a:xfrm>
        </p:spPr>
        <p:txBody>
          <a:bodyPr>
            <a:noAutofit/>
          </a:bodyPr>
          <a:lstStyle/>
          <a:p>
            <a:r>
              <a:rPr lang="en-GB" sz="3600" i="0" dirty="0">
                <a:solidFill>
                  <a:schemeClr val="bg1"/>
                </a:solidFill>
                <a:effectLst/>
                <a:latin typeface="akagi_probook"/>
              </a:rPr>
              <a:t>I know He rescued my soul</a:t>
            </a:r>
            <a:br>
              <a:rPr lang="en-GB" sz="3600" i="0" dirty="0">
                <a:solidFill>
                  <a:schemeClr val="bg1"/>
                </a:solidFill>
                <a:effectLst/>
                <a:latin typeface="akagi_probook"/>
              </a:rPr>
            </a:br>
            <a:r>
              <a:rPr lang="en-GB" sz="3600" i="0" dirty="0">
                <a:solidFill>
                  <a:schemeClr val="bg1"/>
                </a:solidFill>
                <a:effectLst/>
                <a:latin typeface="akagi_probook"/>
              </a:rPr>
              <a:t>His blood has covered my sin</a:t>
            </a:r>
            <a:br>
              <a:rPr lang="en-GB" sz="3600" i="0" dirty="0">
                <a:solidFill>
                  <a:schemeClr val="bg1"/>
                </a:solidFill>
                <a:effectLst/>
                <a:latin typeface="akagi_probook"/>
              </a:rPr>
            </a:br>
            <a:r>
              <a:rPr lang="en-GB" sz="3600" i="0" dirty="0">
                <a:solidFill>
                  <a:schemeClr val="bg1"/>
                </a:solidFill>
                <a:effectLst/>
                <a:latin typeface="akagi_probook"/>
              </a:rPr>
              <a:t>I believe I believe</a:t>
            </a:r>
            <a:br>
              <a:rPr lang="en-GB" sz="3600" i="0" dirty="0">
                <a:solidFill>
                  <a:schemeClr val="bg1"/>
                </a:solidFill>
                <a:effectLst/>
                <a:latin typeface="akagi_probook"/>
              </a:rPr>
            </a:br>
            <a:r>
              <a:rPr lang="en-GB" sz="3600" i="0" dirty="0">
                <a:solidFill>
                  <a:schemeClr val="bg1"/>
                </a:solidFill>
                <a:effectLst/>
                <a:latin typeface="akagi_probook"/>
              </a:rPr>
              <a:t>My shame He's taken away</a:t>
            </a:r>
            <a:br>
              <a:rPr lang="en-GB" sz="3600" i="0" dirty="0">
                <a:solidFill>
                  <a:schemeClr val="bg1"/>
                </a:solidFill>
                <a:effectLst/>
                <a:latin typeface="akagi_probook"/>
              </a:rPr>
            </a:br>
            <a:r>
              <a:rPr lang="en-GB" sz="3600" i="0" dirty="0">
                <a:solidFill>
                  <a:schemeClr val="bg1"/>
                </a:solidFill>
                <a:effectLst/>
                <a:latin typeface="akagi_probook"/>
              </a:rPr>
              <a:t>My pain is healed in His name</a:t>
            </a:r>
            <a:br>
              <a:rPr lang="en-GB" sz="3600" i="0" dirty="0">
                <a:solidFill>
                  <a:schemeClr val="bg1"/>
                </a:solidFill>
                <a:effectLst/>
                <a:latin typeface="akagi_probook"/>
              </a:rPr>
            </a:br>
            <a:r>
              <a:rPr lang="en-GB" sz="3600" i="0" dirty="0">
                <a:solidFill>
                  <a:schemeClr val="bg1"/>
                </a:solidFill>
                <a:effectLst/>
                <a:latin typeface="akagi_probook"/>
              </a:rPr>
              <a:t>I believe I believe</a:t>
            </a:r>
          </a:p>
          <a:p>
            <a:r>
              <a:rPr lang="en-GB" sz="3600" i="0" dirty="0">
                <a:solidFill>
                  <a:schemeClr val="bg1"/>
                </a:solidFill>
                <a:effectLst/>
                <a:latin typeface="akagi_probook"/>
              </a:rPr>
              <a:t>I'll raise a banner</a:t>
            </a:r>
            <a:br>
              <a:rPr lang="en-GB" sz="3600" i="0" dirty="0">
                <a:solidFill>
                  <a:schemeClr val="bg1"/>
                </a:solidFill>
                <a:effectLst/>
                <a:latin typeface="akagi_probook"/>
              </a:rPr>
            </a:br>
            <a:r>
              <a:rPr lang="en-GB" sz="3600" i="0" dirty="0" err="1">
                <a:solidFill>
                  <a:schemeClr val="bg1"/>
                </a:solidFill>
                <a:effectLst/>
                <a:latin typeface="akagi_probook"/>
              </a:rPr>
              <a:t>'Cause</a:t>
            </a:r>
            <a:r>
              <a:rPr lang="en-GB" sz="3600" i="0" dirty="0">
                <a:solidFill>
                  <a:schemeClr val="bg1"/>
                </a:solidFill>
                <a:effectLst/>
                <a:latin typeface="akagi_probook"/>
              </a:rPr>
              <a:t> my Lord has conquered the grave</a:t>
            </a:r>
          </a:p>
        </p:txBody>
      </p:sp>
      <p:sp>
        <p:nvSpPr>
          <p:cNvPr id="4" name="TextBox 3"/>
          <p:cNvSpPr txBox="1"/>
          <p:nvPr/>
        </p:nvSpPr>
        <p:spPr>
          <a:xfrm>
            <a:off x="8529729" y="0"/>
            <a:ext cx="628698" cy="461665"/>
          </a:xfrm>
          <a:prstGeom prst="rect">
            <a:avLst/>
          </a:prstGeom>
          <a:noFill/>
        </p:spPr>
        <p:txBody>
          <a:bodyPr wrap="none" rtlCol="0">
            <a:spAutoFit/>
          </a:bodyPr>
          <a:lstStyle/>
          <a:p>
            <a:r>
              <a:rPr lang="en-GB" sz="2400" b="1" dirty="0">
                <a:solidFill>
                  <a:schemeClr val="bg1"/>
                </a:solidFill>
              </a:rPr>
              <a:t>1/4</a:t>
            </a:r>
          </a:p>
        </p:txBody>
      </p:sp>
    </p:spTree>
    <p:extLst>
      <p:ext uri="{BB962C8B-B14F-4D97-AF65-F5344CB8AC3E}">
        <p14:creationId xmlns:p14="http://schemas.microsoft.com/office/powerpoint/2010/main" val="37594070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251520" y="692696"/>
            <a:ext cx="8640960" cy="6480720"/>
          </a:xfrm>
        </p:spPr>
        <p:txBody>
          <a:bodyPr>
            <a:noAutofit/>
          </a:bodyPr>
          <a:lstStyle/>
          <a:p>
            <a:r>
              <a:rPr lang="en-GB" sz="3600" dirty="0">
                <a:solidFill>
                  <a:schemeClr val="bg1"/>
                </a:solidFill>
              </a:rPr>
              <a:t>My Redeemer lives</a:t>
            </a:r>
          </a:p>
          <a:p>
            <a:r>
              <a:rPr lang="en-GB" sz="3600" dirty="0">
                <a:solidFill>
                  <a:schemeClr val="bg1"/>
                </a:solidFill>
              </a:rPr>
              <a:t>My Redeemer lives</a:t>
            </a:r>
          </a:p>
          <a:p>
            <a:r>
              <a:rPr lang="en-GB" sz="3600" dirty="0">
                <a:solidFill>
                  <a:schemeClr val="bg1"/>
                </a:solidFill>
              </a:rPr>
              <a:t>My Redeemer lives</a:t>
            </a:r>
          </a:p>
          <a:p>
            <a:r>
              <a:rPr lang="en-GB" sz="3600" dirty="0">
                <a:solidFill>
                  <a:schemeClr val="bg1"/>
                </a:solidFill>
              </a:rPr>
              <a:t>My Redeemer lives</a:t>
            </a:r>
          </a:p>
        </p:txBody>
      </p:sp>
      <p:sp>
        <p:nvSpPr>
          <p:cNvPr id="4" name="TextBox 3"/>
          <p:cNvSpPr txBox="1"/>
          <p:nvPr/>
        </p:nvSpPr>
        <p:spPr>
          <a:xfrm>
            <a:off x="8529729" y="0"/>
            <a:ext cx="628698" cy="461665"/>
          </a:xfrm>
          <a:prstGeom prst="rect">
            <a:avLst/>
          </a:prstGeom>
          <a:noFill/>
        </p:spPr>
        <p:txBody>
          <a:bodyPr wrap="none" rtlCol="0">
            <a:spAutoFit/>
          </a:bodyPr>
          <a:lstStyle/>
          <a:p>
            <a:r>
              <a:rPr lang="en-GB" sz="2400" b="1" dirty="0">
                <a:solidFill>
                  <a:schemeClr val="bg1"/>
                </a:solidFill>
              </a:rPr>
              <a:t>2/4</a:t>
            </a:r>
          </a:p>
        </p:txBody>
      </p:sp>
    </p:spTree>
    <p:extLst>
      <p:ext uri="{BB962C8B-B14F-4D97-AF65-F5344CB8AC3E}">
        <p14:creationId xmlns:p14="http://schemas.microsoft.com/office/powerpoint/2010/main" val="42608693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108520" y="836712"/>
            <a:ext cx="8856984" cy="6480720"/>
          </a:xfrm>
        </p:spPr>
        <p:txBody>
          <a:bodyPr>
            <a:noAutofit/>
          </a:bodyPr>
          <a:lstStyle/>
          <a:p>
            <a:r>
              <a:rPr lang="en-GB" sz="3600" dirty="0">
                <a:solidFill>
                  <a:schemeClr val="bg1"/>
                </a:solidFill>
              </a:rPr>
              <a:t>You lift my burdens</a:t>
            </a:r>
          </a:p>
          <a:p>
            <a:r>
              <a:rPr lang="en-GB" sz="3600" dirty="0">
                <a:solidFill>
                  <a:schemeClr val="bg1"/>
                </a:solidFill>
              </a:rPr>
              <a:t>I'll rise with You</a:t>
            </a:r>
          </a:p>
          <a:p>
            <a:r>
              <a:rPr lang="en-GB" sz="3600" dirty="0">
                <a:solidFill>
                  <a:schemeClr val="bg1"/>
                </a:solidFill>
              </a:rPr>
              <a:t>I'm dancing on this mountain top</a:t>
            </a:r>
          </a:p>
          <a:p>
            <a:r>
              <a:rPr lang="en-GB" sz="3600" dirty="0">
                <a:solidFill>
                  <a:schemeClr val="bg1"/>
                </a:solidFill>
              </a:rPr>
              <a:t>To see Your kingdom come</a:t>
            </a:r>
          </a:p>
        </p:txBody>
      </p:sp>
      <p:sp>
        <p:nvSpPr>
          <p:cNvPr id="4" name="TextBox 3"/>
          <p:cNvSpPr txBox="1"/>
          <p:nvPr/>
        </p:nvSpPr>
        <p:spPr>
          <a:xfrm>
            <a:off x="8529729" y="0"/>
            <a:ext cx="628698" cy="461665"/>
          </a:xfrm>
          <a:prstGeom prst="rect">
            <a:avLst/>
          </a:prstGeom>
          <a:noFill/>
        </p:spPr>
        <p:txBody>
          <a:bodyPr wrap="none" rtlCol="0">
            <a:spAutoFit/>
          </a:bodyPr>
          <a:lstStyle/>
          <a:p>
            <a:r>
              <a:rPr lang="en-GB" sz="2400" b="1" dirty="0">
                <a:solidFill>
                  <a:schemeClr val="bg1"/>
                </a:solidFill>
              </a:rPr>
              <a:t>3/4</a:t>
            </a:r>
          </a:p>
        </p:txBody>
      </p:sp>
    </p:spTree>
    <p:extLst>
      <p:ext uri="{BB962C8B-B14F-4D97-AF65-F5344CB8AC3E}">
        <p14:creationId xmlns:p14="http://schemas.microsoft.com/office/powerpoint/2010/main" val="444330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203118" y="764704"/>
            <a:ext cx="8640960" cy="6480720"/>
          </a:xfrm>
        </p:spPr>
        <p:txBody>
          <a:bodyPr>
            <a:noAutofit/>
          </a:bodyPr>
          <a:lstStyle/>
          <a:p>
            <a:r>
              <a:rPr lang="en-GB" sz="3600" dirty="0">
                <a:solidFill>
                  <a:schemeClr val="bg1"/>
                </a:solidFill>
              </a:rPr>
              <a:t>My Redeemer lives</a:t>
            </a:r>
          </a:p>
          <a:p>
            <a:r>
              <a:rPr lang="en-GB" sz="3600" dirty="0">
                <a:solidFill>
                  <a:schemeClr val="bg1"/>
                </a:solidFill>
              </a:rPr>
              <a:t>My Redeemer lives</a:t>
            </a:r>
          </a:p>
          <a:p>
            <a:r>
              <a:rPr lang="en-GB" sz="3600" dirty="0">
                <a:solidFill>
                  <a:schemeClr val="bg1"/>
                </a:solidFill>
              </a:rPr>
              <a:t>My Redeemer lives</a:t>
            </a:r>
          </a:p>
          <a:p>
            <a:r>
              <a:rPr lang="en-GB" sz="3600" dirty="0">
                <a:solidFill>
                  <a:schemeClr val="bg1"/>
                </a:solidFill>
              </a:rPr>
              <a:t>My Redeemer lives</a:t>
            </a:r>
          </a:p>
        </p:txBody>
      </p:sp>
      <p:sp>
        <p:nvSpPr>
          <p:cNvPr id="4" name="TextBox 3"/>
          <p:cNvSpPr txBox="1"/>
          <p:nvPr/>
        </p:nvSpPr>
        <p:spPr>
          <a:xfrm>
            <a:off x="8529729" y="0"/>
            <a:ext cx="628698" cy="461665"/>
          </a:xfrm>
          <a:prstGeom prst="rect">
            <a:avLst/>
          </a:prstGeom>
          <a:noFill/>
        </p:spPr>
        <p:txBody>
          <a:bodyPr wrap="none" rtlCol="0">
            <a:spAutoFit/>
          </a:bodyPr>
          <a:lstStyle/>
          <a:p>
            <a:r>
              <a:rPr lang="en-GB" sz="2400" b="1" dirty="0">
                <a:solidFill>
                  <a:schemeClr val="bg1"/>
                </a:solidFill>
              </a:rPr>
              <a:t>4/4</a:t>
            </a:r>
          </a:p>
        </p:txBody>
      </p:sp>
    </p:spTree>
    <p:extLst>
      <p:ext uri="{BB962C8B-B14F-4D97-AF65-F5344CB8AC3E}">
        <p14:creationId xmlns:p14="http://schemas.microsoft.com/office/powerpoint/2010/main" val="73246968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323528" y="188640"/>
            <a:ext cx="8640960" cy="6480720"/>
          </a:xfrm>
        </p:spPr>
        <p:txBody>
          <a:bodyPr>
            <a:noAutofit/>
          </a:bodyPr>
          <a:lstStyle/>
          <a:p>
            <a:endParaRPr lang="en-GB" sz="5400" dirty="0">
              <a:solidFill>
                <a:schemeClr val="bg1"/>
              </a:solidFill>
            </a:endParaRPr>
          </a:p>
          <a:p>
            <a:r>
              <a:rPr lang="en-GB" sz="4400" b="0" i="0" dirty="0">
                <a:solidFill>
                  <a:srgbClr val="00A3E0"/>
                </a:solidFill>
                <a:effectLst/>
                <a:latin typeface="akagi_probook"/>
              </a:rPr>
              <a:t>Open The Eyes of My Heart</a:t>
            </a:r>
          </a:p>
          <a:p>
            <a:r>
              <a:rPr lang="en-GB" sz="1200" dirty="0">
                <a:solidFill>
                  <a:schemeClr val="bg1"/>
                </a:solidFill>
              </a:rPr>
              <a:t>CCLI Song # 2298355</a:t>
            </a:r>
          </a:p>
          <a:p>
            <a:endParaRPr lang="en-GB" sz="1200" dirty="0">
              <a:solidFill>
                <a:schemeClr val="bg1"/>
              </a:solidFill>
            </a:endParaRPr>
          </a:p>
          <a:p>
            <a:r>
              <a:rPr lang="en-GB" sz="1200" dirty="0">
                <a:solidFill>
                  <a:schemeClr val="bg1"/>
                </a:solidFill>
              </a:rPr>
              <a:t>Paul </a:t>
            </a:r>
            <a:r>
              <a:rPr lang="en-GB" sz="1200" dirty="0" err="1">
                <a:solidFill>
                  <a:schemeClr val="bg1"/>
                </a:solidFill>
              </a:rPr>
              <a:t>Baloche</a:t>
            </a:r>
            <a:endParaRPr lang="en-GB" sz="1200" dirty="0">
              <a:solidFill>
                <a:schemeClr val="bg1"/>
              </a:solidFill>
            </a:endParaRPr>
          </a:p>
          <a:p>
            <a:endParaRPr lang="en-GB" sz="1200" dirty="0">
              <a:solidFill>
                <a:schemeClr val="bg1"/>
              </a:solidFill>
            </a:endParaRPr>
          </a:p>
          <a:p>
            <a:r>
              <a:rPr lang="en-GB" sz="1200" dirty="0">
                <a:solidFill>
                  <a:schemeClr val="bg1"/>
                </a:solidFill>
              </a:rPr>
              <a:t>© 1997 Integrity's Hosanna! Music (Admin. by Integrity Music Ltd)</a:t>
            </a:r>
          </a:p>
          <a:p>
            <a:r>
              <a:rPr lang="en-GB" sz="1200" dirty="0">
                <a:solidFill>
                  <a:schemeClr val="bg1"/>
                </a:solidFill>
              </a:rPr>
              <a:t>For use solely with the </a:t>
            </a:r>
            <a:r>
              <a:rPr lang="en-GB" sz="1200" dirty="0" err="1">
                <a:solidFill>
                  <a:schemeClr val="bg1"/>
                </a:solidFill>
              </a:rPr>
              <a:t>SongSelect</a:t>
            </a:r>
            <a:r>
              <a:rPr lang="en-GB" sz="1200" dirty="0">
                <a:solidFill>
                  <a:schemeClr val="bg1"/>
                </a:solidFill>
              </a:rPr>
              <a:t>® Terms of Use. All rights reserved. www.ccli.com</a:t>
            </a:r>
          </a:p>
          <a:p>
            <a:endParaRPr lang="en-GB" sz="1200" dirty="0">
              <a:solidFill>
                <a:schemeClr val="bg1"/>
              </a:solidFill>
            </a:endParaRPr>
          </a:p>
          <a:p>
            <a:r>
              <a:rPr lang="en-GB" sz="1200" dirty="0">
                <a:solidFill>
                  <a:schemeClr val="bg1"/>
                </a:solidFill>
              </a:rPr>
              <a:t>CCLI Licence No. 33265</a:t>
            </a:r>
          </a:p>
        </p:txBody>
      </p:sp>
    </p:spTree>
    <p:extLst>
      <p:ext uri="{BB962C8B-B14F-4D97-AF65-F5344CB8AC3E}">
        <p14:creationId xmlns:p14="http://schemas.microsoft.com/office/powerpoint/2010/main" val="22407964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251520" y="692696"/>
            <a:ext cx="8640960" cy="6480720"/>
          </a:xfrm>
        </p:spPr>
        <p:txBody>
          <a:bodyPr>
            <a:noAutofit/>
          </a:bodyPr>
          <a:lstStyle/>
          <a:p>
            <a:r>
              <a:rPr lang="en-GB" sz="4000" dirty="0">
                <a:solidFill>
                  <a:schemeClr val="bg1"/>
                </a:solidFill>
              </a:rPr>
              <a:t>Open the eyes of my heart Lord</a:t>
            </a:r>
          </a:p>
          <a:p>
            <a:r>
              <a:rPr lang="en-GB" sz="4000" dirty="0">
                <a:solidFill>
                  <a:schemeClr val="bg1"/>
                </a:solidFill>
              </a:rPr>
              <a:t>Open the eyes of my heart</a:t>
            </a:r>
          </a:p>
          <a:p>
            <a:r>
              <a:rPr lang="en-GB" sz="4000" dirty="0">
                <a:solidFill>
                  <a:schemeClr val="bg1"/>
                </a:solidFill>
              </a:rPr>
              <a:t>I want to see You</a:t>
            </a:r>
          </a:p>
          <a:p>
            <a:r>
              <a:rPr lang="en-GB" sz="4000" dirty="0">
                <a:solidFill>
                  <a:schemeClr val="bg1"/>
                </a:solidFill>
              </a:rPr>
              <a:t>I want to see You</a:t>
            </a:r>
          </a:p>
        </p:txBody>
      </p:sp>
      <p:sp>
        <p:nvSpPr>
          <p:cNvPr id="4" name="TextBox 3"/>
          <p:cNvSpPr txBox="1"/>
          <p:nvPr/>
        </p:nvSpPr>
        <p:spPr>
          <a:xfrm>
            <a:off x="8529729" y="0"/>
            <a:ext cx="628698" cy="461665"/>
          </a:xfrm>
          <a:prstGeom prst="rect">
            <a:avLst/>
          </a:prstGeom>
          <a:noFill/>
        </p:spPr>
        <p:txBody>
          <a:bodyPr wrap="none" rtlCol="0">
            <a:spAutoFit/>
          </a:bodyPr>
          <a:lstStyle/>
          <a:p>
            <a:r>
              <a:rPr lang="en-GB" sz="2400" b="1" dirty="0">
                <a:solidFill>
                  <a:schemeClr val="bg1"/>
                </a:solidFill>
              </a:rPr>
              <a:t>1/3</a:t>
            </a:r>
          </a:p>
        </p:txBody>
      </p:sp>
    </p:spTree>
    <p:extLst>
      <p:ext uri="{BB962C8B-B14F-4D97-AF65-F5344CB8AC3E}">
        <p14:creationId xmlns:p14="http://schemas.microsoft.com/office/powerpoint/2010/main" val="41815109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323528" y="692696"/>
            <a:ext cx="8640960" cy="6480720"/>
          </a:xfrm>
        </p:spPr>
        <p:txBody>
          <a:bodyPr>
            <a:noAutofit/>
          </a:bodyPr>
          <a:lstStyle/>
          <a:p>
            <a:r>
              <a:rPr lang="en-GB" sz="4000" dirty="0">
                <a:solidFill>
                  <a:schemeClr val="bg1"/>
                </a:solidFill>
              </a:rPr>
              <a:t>To see You high and lifted up</a:t>
            </a:r>
          </a:p>
          <a:p>
            <a:r>
              <a:rPr lang="en-GB" sz="4000" dirty="0">
                <a:solidFill>
                  <a:schemeClr val="bg1"/>
                </a:solidFill>
              </a:rPr>
              <a:t>Shining in the light of Your glory</a:t>
            </a:r>
          </a:p>
          <a:p>
            <a:r>
              <a:rPr lang="en-GB" sz="4000" dirty="0">
                <a:solidFill>
                  <a:schemeClr val="bg1"/>
                </a:solidFill>
              </a:rPr>
              <a:t>Pour out Your power and love</a:t>
            </a:r>
          </a:p>
          <a:p>
            <a:r>
              <a:rPr lang="en-GB" sz="4000" dirty="0">
                <a:solidFill>
                  <a:schemeClr val="bg1"/>
                </a:solidFill>
              </a:rPr>
              <a:t>As we sing holy </a:t>
            </a:r>
            <a:r>
              <a:rPr lang="en-GB" sz="4000" dirty="0" err="1">
                <a:solidFill>
                  <a:schemeClr val="bg1"/>
                </a:solidFill>
              </a:rPr>
              <a:t>holy</a:t>
            </a:r>
            <a:r>
              <a:rPr lang="en-GB" sz="4000" dirty="0">
                <a:solidFill>
                  <a:schemeClr val="bg1"/>
                </a:solidFill>
              </a:rPr>
              <a:t> </a:t>
            </a:r>
            <a:r>
              <a:rPr lang="en-GB" sz="4000" dirty="0" err="1">
                <a:solidFill>
                  <a:schemeClr val="bg1"/>
                </a:solidFill>
              </a:rPr>
              <a:t>holy</a:t>
            </a:r>
            <a:endParaRPr lang="en-GB" sz="4000" dirty="0">
              <a:solidFill>
                <a:schemeClr val="bg1"/>
              </a:solidFill>
            </a:endParaRPr>
          </a:p>
        </p:txBody>
      </p:sp>
      <p:sp>
        <p:nvSpPr>
          <p:cNvPr id="4" name="TextBox 3"/>
          <p:cNvSpPr txBox="1"/>
          <p:nvPr/>
        </p:nvSpPr>
        <p:spPr>
          <a:xfrm>
            <a:off x="8529729" y="0"/>
            <a:ext cx="628698" cy="461665"/>
          </a:xfrm>
          <a:prstGeom prst="rect">
            <a:avLst/>
          </a:prstGeom>
          <a:noFill/>
        </p:spPr>
        <p:txBody>
          <a:bodyPr wrap="none" rtlCol="0">
            <a:spAutoFit/>
          </a:bodyPr>
          <a:lstStyle/>
          <a:p>
            <a:r>
              <a:rPr lang="en-GB" sz="2400" b="1" dirty="0">
                <a:solidFill>
                  <a:schemeClr val="bg1"/>
                </a:solidFill>
              </a:rPr>
              <a:t>2/3</a:t>
            </a:r>
          </a:p>
        </p:txBody>
      </p:sp>
    </p:spTree>
    <p:extLst>
      <p:ext uri="{BB962C8B-B14F-4D97-AF65-F5344CB8AC3E}">
        <p14:creationId xmlns:p14="http://schemas.microsoft.com/office/powerpoint/2010/main" val="214479973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251520" y="764704"/>
            <a:ext cx="8640960" cy="6480720"/>
          </a:xfrm>
        </p:spPr>
        <p:txBody>
          <a:bodyPr>
            <a:noAutofit/>
          </a:bodyPr>
          <a:lstStyle/>
          <a:p>
            <a:r>
              <a:rPr lang="en-GB" sz="4000" dirty="0">
                <a:solidFill>
                  <a:schemeClr val="bg1"/>
                </a:solidFill>
              </a:rPr>
              <a:t>Holy </a:t>
            </a:r>
            <a:r>
              <a:rPr lang="en-GB" sz="4000" dirty="0" err="1">
                <a:solidFill>
                  <a:schemeClr val="bg1"/>
                </a:solidFill>
              </a:rPr>
              <a:t>holy</a:t>
            </a:r>
            <a:r>
              <a:rPr lang="en-GB" sz="4000" dirty="0">
                <a:solidFill>
                  <a:schemeClr val="bg1"/>
                </a:solidFill>
              </a:rPr>
              <a:t> </a:t>
            </a:r>
            <a:r>
              <a:rPr lang="en-GB" sz="4000" dirty="0" err="1">
                <a:solidFill>
                  <a:schemeClr val="bg1"/>
                </a:solidFill>
              </a:rPr>
              <a:t>holy</a:t>
            </a:r>
            <a:endParaRPr lang="en-GB" sz="4000" dirty="0">
              <a:solidFill>
                <a:schemeClr val="bg1"/>
              </a:solidFill>
            </a:endParaRPr>
          </a:p>
          <a:p>
            <a:r>
              <a:rPr lang="en-GB" sz="4000" dirty="0">
                <a:solidFill>
                  <a:schemeClr val="bg1"/>
                </a:solidFill>
              </a:rPr>
              <a:t>Holy </a:t>
            </a:r>
            <a:r>
              <a:rPr lang="en-GB" sz="4000" dirty="0" err="1">
                <a:solidFill>
                  <a:schemeClr val="bg1"/>
                </a:solidFill>
              </a:rPr>
              <a:t>holy</a:t>
            </a:r>
            <a:r>
              <a:rPr lang="en-GB" sz="4000" dirty="0">
                <a:solidFill>
                  <a:schemeClr val="bg1"/>
                </a:solidFill>
              </a:rPr>
              <a:t> </a:t>
            </a:r>
            <a:r>
              <a:rPr lang="en-GB" sz="4000" dirty="0" err="1">
                <a:solidFill>
                  <a:schemeClr val="bg1"/>
                </a:solidFill>
              </a:rPr>
              <a:t>holy</a:t>
            </a:r>
            <a:endParaRPr lang="en-GB" sz="4000" dirty="0">
              <a:solidFill>
                <a:schemeClr val="bg1"/>
              </a:solidFill>
            </a:endParaRPr>
          </a:p>
          <a:p>
            <a:r>
              <a:rPr lang="en-GB" sz="4000" dirty="0">
                <a:solidFill>
                  <a:schemeClr val="bg1"/>
                </a:solidFill>
              </a:rPr>
              <a:t>Holy </a:t>
            </a:r>
            <a:r>
              <a:rPr lang="en-GB" sz="4000" dirty="0" err="1">
                <a:solidFill>
                  <a:schemeClr val="bg1"/>
                </a:solidFill>
              </a:rPr>
              <a:t>holy</a:t>
            </a:r>
            <a:r>
              <a:rPr lang="en-GB" sz="4000" dirty="0">
                <a:solidFill>
                  <a:schemeClr val="bg1"/>
                </a:solidFill>
              </a:rPr>
              <a:t> </a:t>
            </a:r>
            <a:r>
              <a:rPr lang="en-GB" sz="4000" dirty="0" err="1">
                <a:solidFill>
                  <a:schemeClr val="bg1"/>
                </a:solidFill>
              </a:rPr>
              <a:t>holy</a:t>
            </a:r>
            <a:endParaRPr lang="en-GB" sz="4000" dirty="0">
              <a:solidFill>
                <a:schemeClr val="bg1"/>
              </a:solidFill>
            </a:endParaRPr>
          </a:p>
          <a:p>
            <a:r>
              <a:rPr lang="en-GB" sz="4000" dirty="0">
                <a:solidFill>
                  <a:schemeClr val="bg1"/>
                </a:solidFill>
              </a:rPr>
              <a:t>I want to see You</a:t>
            </a:r>
          </a:p>
        </p:txBody>
      </p:sp>
      <p:sp>
        <p:nvSpPr>
          <p:cNvPr id="4" name="TextBox 3"/>
          <p:cNvSpPr txBox="1"/>
          <p:nvPr/>
        </p:nvSpPr>
        <p:spPr>
          <a:xfrm>
            <a:off x="8529729" y="0"/>
            <a:ext cx="628698" cy="461665"/>
          </a:xfrm>
          <a:prstGeom prst="rect">
            <a:avLst/>
          </a:prstGeom>
          <a:noFill/>
        </p:spPr>
        <p:txBody>
          <a:bodyPr wrap="none" rtlCol="0">
            <a:spAutoFit/>
          </a:bodyPr>
          <a:lstStyle/>
          <a:p>
            <a:r>
              <a:rPr lang="en-GB" sz="2400" b="1" dirty="0">
                <a:solidFill>
                  <a:schemeClr val="bg1"/>
                </a:solidFill>
              </a:rPr>
              <a:t>3/3</a:t>
            </a:r>
          </a:p>
        </p:txBody>
      </p:sp>
    </p:spTree>
    <p:extLst>
      <p:ext uri="{BB962C8B-B14F-4D97-AF65-F5344CB8AC3E}">
        <p14:creationId xmlns:p14="http://schemas.microsoft.com/office/powerpoint/2010/main" val="9618610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86A4C3-4644-046D-323E-D475A8A02E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DA5063-D7A9-E9C9-206A-AC2F2E97E01D}"/>
              </a:ext>
            </a:extLst>
          </p:cNvPr>
          <p:cNvSpPr txBox="1">
            <a:spLocks/>
          </p:cNvSpPr>
          <p:nvPr/>
        </p:nvSpPr>
        <p:spPr bwMode="auto">
          <a:xfrm>
            <a:off x="457200" y="836712"/>
            <a:ext cx="8229600" cy="4893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90000" lnSpcReduction="10000"/>
          </a:bodyPr>
          <a:lstStyle>
            <a:lvl1pPr algn="l" defTabSz="457200" rtl="0" eaLnBrk="1" fontAlgn="base" hangingPunct="1">
              <a:spcBef>
                <a:spcPct val="0"/>
              </a:spcBef>
              <a:spcAft>
                <a:spcPct val="0"/>
              </a:spcAft>
              <a:defRPr sz="3200" kern="1200">
                <a:solidFill>
                  <a:srgbClr val="58595B"/>
                </a:solidFill>
                <a:latin typeface="Rockwell"/>
                <a:ea typeface="+mj-ea"/>
                <a:cs typeface="+mj-cs"/>
              </a:defRPr>
            </a:lvl1pPr>
            <a:lvl2pPr algn="l" defTabSz="457200" rtl="0" eaLnBrk="1" fontAlgn="base" hangingPunct="1">
              <a:spcBef>
                <a:spcPct val="0"/>
              </a:spcBef>
              <a:spcAft>
                <a:spcPct val="0"/>
              </a:spcAft>
              <a:defRPr sz="4400">
                <a:solidFill>
                  <a:srgbClr val="58595B"/>
                </a:solidFill>
                <a:latin typeface="Rockwell" panose="02060603020205020403" pitchFamily="18" charset="0"/>
              </a:defRPr>
            </a:lvl2pPr>
            <a:lvl3pPr algn="l" defTabSz="457200" rtl="0" eaLnBrk="1" fontAlgn="base" hangingPunct="1">
              <a:spcBef>
                <a:spcPct val="0"/>
              </a:spcBef>
              <a:spcAft>
                <a:spcPct val="0"/>
              </a:spcAft>
              <a:defRPr sz="4400">
                <a:solidFill>
                  <a:srgbClr val="58595B"/>
                </a:solidFill>
                <a:latin typeface="Rockwell" panose="02060603020205020403" pitchFamily="18" charset="0"/>
              </a:defRPr>
            </a:lvl3pPr>
            <a:lvl4pPr algn="l" defTabSz="457200" rtl="0" eaLnBrk="1" fontAlgn="base" hangingPunct="1">
              <a:spcBef>
                <a:spcPct val="0"/>
              </a:spcBef>
              <a:spcAft>
                <a:spcPct val="0"/>
              </a:spcAft>
              <a:defRPr sz="4400">
                <a:solidFill>
                  <a:srgbClr val="58595B"/>
                </a:solidFill>
                <a:latin typeface="Rockwell" panose="02060603020205020403" pitchFamily="18" charset="0"/>
              </a:defRPr>
            </a:lvl4pPr>
            <a:lvl5pPr algn="l" defTabSz="457200" rtl="0" eaLnBrk="1" fontAlgn="base" hangingPunct="1">
              <a:spcBef>
                <a:spcPct val="0"/>
              </a:spcBef>
              <a:spcAft>
                <a:spcPct val="0"/>
              </a:spcAft>
              <a:defRPr sz="4400">
                <a:solidFill>
                  <a:srgbClr val="58595B"/>
                </a:solidFill>
                <a:latin typeface="Rockwell" panose="02060603020205020403" pitchFamily="18" charset="0"/>
              </a:defRPr>
            </a:lvl5pPr>
            <a:lvl6pPr marL="457200" algn="l" defTabSz="457200" rtl="0" eaLnBrk="1" fontAlgn="base" hangingPunct="1">
              <a:spcBef>
                <a:spcPct val="0"/>
              </a:spcBef>
              <a:spcAft>
                <a:spcPct val="0"/>
              </a:spcAft>
              <a:defRPr sz="4400">
                <a:solidFill>
                  <a:srgbClr val="58595B"/>
                </a:solidFill>
                <a:latin typeface="Rockwell" panose="02060603020205020403" pitchFamily="18" charset="0"/>
              </a:defRPr>
            </a:lvl6pPr>
            <a:lvl7pPr marL="914400" algn="l" defTabSz="457200" rtl="0" eaLnBrk="1" fontAlgn="base" hangingPunct="1">
              <a:spcBef>
                <a:spcPct val="0"/>
              </a:spcBef>
              <a:spcAft>
                <a:spcPct val="0"/>
              </a:spcAft>
              <a:defRPr sz="4400">
                <a:solidFill>
                  <a:srgbClr val="58595B"/>
                </a:solidFill>
                <a:latin typeface="Rockwell" panose="02060603020205020403" pitchFamily="18" charset="0"/>
              </a:defRPr>
            </a:lvl7pPr>
            <a:lvl8pPr marL="1371600" algn="l" defTabSz="457200" rtl="0" eaLnBrk="1" fontAlgn="base" hangingPunct="1">
              <a:spcBef>
                <a:spcPct val="0"/>
              </a:spcBef>
              <a:spcAft>
                <a:spcPct val="0"/>
              </a:spcAft>
              <a:defRPr sz="4400">
                <a:solidFill>
                  <a:srgbClr val="58595B"/>
                </a:solidFill>
                <a:latin typeface="Rockwell" panose="02060603020205020403" pitchFamily="18" charset="0"/>
              </a:defRPr>
            </a:lvl8pPr>
            <a:lvl9pPr marL="1828800" algn="l" defTabSz="457200" rtl="0" eaLnBrk="1" fontAlgn="base" hangingPunct="1">
              <a:spcBef>
                <a:spcPct val="0"/>
              </a:spcBef>
              <a:spcAft>
                <a:spcPct val="0"/>
              </a:spcAft>
              <a:defRPr sz="4400">
                <a:solidFill>
                  <a:srgbClr val="58595B"/>
                </a:solidFill>
                <a:latin typeface="Rockwell" panose="02060603020205020403" pitchFamily="18" charset="0"/>
              </a:defRPr>
            </a:lvl9pPr>
          </a:lstStyle>
          <a:p>
            <a:pPr marL="0" marR="0" lvl="0" indent="0" algn="l" defTabSz="457200" rtl="0" eaLnBrk="1" fontAlgn="base" latinLnBrk="0" hangingPunct="1">
              <a:lnSpc>
                <a:spcPct val="100000"/>
              </a:lnSpc>
              <a:spcBef>
                <a:spcPct val="0"/>
              </a:spcBef>
              <a:spcAft>
                <a:spcPct val="0"/>
              </a:spcAft>
              <a:buClrTx/>
              <a:buSzTx/>
              <a:buFontTx/>
              <a:buNone/>
              <a:tabLst/>
              <a:defRPr/>
            </a:pPr>
            <a:endParaRPr kumimoji="0" lang="en-GB" sz="3200" b="0" i="0" u="none" strike="noStrike" kern="1200" cap="none" spc="0" normalizeH="0" baseline="0" noProof="0" dirty="0">
              <a:ln>
                <a:noFill/>
              </a:ln>
              <a:solidFill>
                <a:schemeClr val="bg1"/>
              </a:solidFill>
              <a:effectLst/>
              <a:uLnTx/>
              <a:uFillTx/>
              <a:latin typeface="Rockwell"/>
              <a:ea typeface="+mj-ea"/>
              <a:cs typeface="+mj-cs"/>
            </a:endParaRPr>
          </a:p>
        </p:txBody>
      </p:sp>
      <p:sp>
        <p:nvSpPr>
          <p:cNvPr id="4" name="Title 1">
            <a:extLst>
              <a:ext uri="{FF2B5EF4-FFF2-40B4-BE49-F238E27FC236}">
                <a16:creationId xmlns:a16="http://schemas.microsoft.com/office/drawing/2014/main" id="{6222FC65-E57B-5A77-8EFB-B6EB184B3E29}"/>
              </a:ext>
            </a:extLst>
          </p:cNvPr>
          <p:cNvSpPr txBox="1">
            <a:spLocks/>
          </p:cNvSpPr>
          <p:nvPr/>
        </p:nvSpPr>
        <p:spPr bwMode="auto">
          <a:xfrm>
            <a:off x="435852" y="1484784"/>
            <a:ext cx="8229600" cy="46805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a:bodyPr>
          <a:lstStyle>
            <a:lvl1pPr algn="l" defTabSz="457200" rtl="0" eaLnBrk="1" fontAlgn="base" hangingPunct="1">
              <a:spcBef>
                <a:spcPct val="0"/>
              </a:spcBef>
              <a:spcAft>
                <a:spcPct val="0"/>
              </a:spcAft>
              <a:defRPr sz="3200" kern="1200">
                <a:solidFill>
                  <a:srgbClr val="58595B"/>
                </a:solidFill>
                <a:latin typeface="Rockwell"/>
                <a:ea typeface="+mj-ea"/>
                <a:cs typeface="+mj-cs"/>
              </a:defRPr>
            </a:lvl1pPr>
            <a:lvl2pPr algn="l" defTabSz="457200" rtl="0" eaLnBrk="1" fontAlgn="base" hangingPunct="1">
              <a:spcBef>
                <a:spcPct val="0"/>
              </a:spcBef>
              <a:spcAft>
                <a:spcPct val="0"/>
              </a:spcAft>
              <a:defRPr sz="4400">
                <a:solidFill>
                  <a:srgbClr val="58595B"/>
                </a:solidFill>
                <a:latin typeface="Rockwell" panose="02060603020205020403" pitchFamily="18" charset="0"/>
              </a:defRPr>
            </a:lvl2pPr>
            <a:lvl3pPr algn="l" defTabSz="457200" rtl="0" eaLnBrk="1" fontAlgn="base" hangingPunct="1">
              <a:spcBef>
                <a:spcPct val="0"/>
              </a:spcBef>
              <a:spcAft>
                <a:spcPct val="0"/>
              </a:spcAft>
              <a:defRPr sz="4400">
                <a:solidFill>
                  <a:srgbClr val="58595B"/>
                </a:solidFill>
                <a:latin typeface="Rockwell" panose="02060603020205020403" pitchFamily="18" charset="0"/>
              </a:defRPr>
            </a:lvl3pPr>
            <a:lvl4pPr algn="l" defTabSz="457200" rtl="0" eaLnBrk="1" fontAlgn="base" hangingPunct="1">
              <a:spcBef>
                <a:spcPct val="0"/>
              </a:spcBef>
              <a:spcAft>
                <a:spcPct val="0"/>
              </a:spcAft>
              <a:defRPr sz="4400">
                <a:solidFill>
                  <a:srgbClr val="58595B"/>
                </a:solidFill>
                <a:latin typeface="Rockwell" panose="02060603020205020403" pitchFamily="18" charset="0"/>
              </a:defRPr>
            </a:lvl4pPr>
            <a:lvl5pPr algn="l" defTabSz="457200" rtl="0" eaLnBrk="1" fontAlgn="base" hangingPunct="1">
              <a:spcBef>
                <a:spcPct val="0"/>
              </a:spcBef>
              <a:spcAft>
                <a:spcPct val="0"/>
              </a:spcAft>
              <a:defRPr sz="4400">
                <a:solidFill>
                  <a:srgbClr val="58595B"/>
                </a:solidFill>
                <a:latin typeface="Rockwell" panose="02060603020205020403" pitchFamily="18" charset="0"/>
              </a:defRPr>
            </a:lvl5pPr>
            <a:lvl6pPr marL="457200" algn="l" defTabSz="457200" rtl="0" eaLnBrk="1" fontAlgn="base" hangingPunct="1">
              <a:spcBef>
                <a:spcPct val="0"/>
              </a:spcBef>
              <a:spcAft>
                <a:spcPct val="0"/>
              </a:spcAft>
              <a:defRPr sz="4400">
                <a:solidFill>
                  <a:srgbClr val="58595B"/>
                </a:solidFill>
                <a:latin typeface="Rockwell" panose="02060603020205020403" pitchFamily="18" charset="0"/>
              </a:defRPr>
            </a:lvl6pPr>
            <a:lvl7pPr marL="914400" algn="l" defTabSz="457200" rtl="0" eaLnBrk="1" fontAlgn="base" hangingPunct="1">
              <a:spcBef>
                <a:spcPct val="0"/>
              </a:spcBef>
              <a:spcAft>
                <a:spcPct val="0"/>
              </a:spcAft>
              <a:defRPr sz="4400">
                <a:solidFill>
                  <a:srgbClr val="58595B"/>
                </a:solidFill>
                <a:latin typeface="Rockwell" panose="02060603020205020403" pitchFamily="18" charset="0"/>
              </a:defRPr>
            </a:lvl7pPr>
            <a:lvl8pPr marL="1371600" algn="l" defTabSz="457200" rtl="0" eaLnBrk="1" fontAlgn="base" hangingPunct="1">
              <a:spcBef>
                <a:spcPct val="0"/>
              </a:spcBef>
              <a:spcAft>
                <a:spcPct val="0"/>
              </a:spcAft>
              <a:defRPr sz="4400">
                <a:solidFill>
                  <a:srgbClr val="58595B"/>
                </a:solidFill>
                <a:latin typeface="Rockwell" panose="02060603020205020403" pitchFamily="18" charset="0"/>
              </a:defRPr>
            </a:lvl8pPr>
            <a:lvl9pPr marL="1828800" algn="l" defTabSz="457200" rtl="0" eaLnBrk="1" fontAlgn="base" hangingPunct="1">
              <a:spcBef>
                <a:spcPct val="0"/>
              </a:spcBef>
              <a:spcAft>
                <a:spcPct val="0"/>
              </a:spcAft>
              <a:defRPr sz="4400">
                <a:solidFill>
                  <a:srgbClr val="58595B"/>
                </a:solidFill>
                <a:latin typeface="Rockwell" panose="02060603020205020403" pitchFamily="18" charset="0"/>
              </a:defRPr>
            </a:lvl9pPr>
          </a:lstStyle>
          <a:p>
            <a:pPr marL="0" marR="0" lvl="0" indent="0" algn="ctr" defTabSz="457200" rtl="0" eaLnBrk="1" fontAlgn="base" latinLnBrk="0" hangingPunct="1">
              <a:lnSpc>
                <a:spcPct val="100000"/>
              </a:lnSpc>
              <a:spcBef>
                <a:spcPct val="0"/>
              </a:spcBef>
              <a:spcAft>
                <a:spcPct val="0"/>
              </a:spcAft>
              <a:buClrTx/>
              <a:buSzTx/>
              <a:buFontTx/>
              <a:buNone/>
              <a:tabLst/>
              <a:defRPr/>
            </a:pPr>
            <a:endParaRPr kumimoji="0" lang="en-GB" sz="3200" b="0" i="0" u="none" strike="noStrike" kern="1200" cap="none" spc="0" normalizeH="0" baseline="0" noProof="0" dirty="0">
              <a:ln>
                <a:noFill/>
              </a:ln>
              <a:solidFill>
                <a:schemeClr val="bg1"/>
              </a:solidFill>
              <a:effectLst/>
              <a:uLnTx/>
              <a:uFillTx/>
              <a:latin typeface="Rockwell"/>
              <a:ea typeface="+mj-ea"/>
              <a:cs typeface="+mj-cs"/>
            </a:endParaRPr>
          </a:p>
        </p:txBody>
      </p:sp>
      <p:pic>
        <p:nvPicPr>
          <p:cNvPr id="3" name="Picture 2">
            <a:extLst>
              <a:ext uri="{FF2B5EF4-FFF2-40B4-BE49-F238E27FC236}">
                <a16:creationId xmlns:a16="http://schemas.microsoft.com/office/drawing/2014/main" id="{7014AFBD-0121-0467-7E2A-7E954FC34070}"/>
              </a:ext>
            </a:extLst>
          </p:cNvPr>
          <p:cNvPicPr>
            <a:picLocks noChangeAspect="1"/>
          </p:cNvPicPr>
          <p:nvPr/>
        </p:nvPicPr>
        <p:blipFill>
          <a:blip r:embed="rId3"/>
          <a:stretch>
            <a:fillRect/>
          </a:stretch>
        </p:blipFill>
        <p:spPr>
          <a:xfrm>
            <a:off x="0" y="857250"/>
            <a:ext cx="9144000" cy="5143500"/>
          </a:xfrm>
          <a:prstGeom prst="rect">
            <a:avLst/>
          </a:prstGeom>
        </p:spPr>
      </p:pic>
    </p:spTree>
    <p:extLst>
      <p:ext uri="{BB962C8B-B14F-4D97-AF65-F5344CB8AC3E}">
        <p14:creationId xmlns:p14="http://schemas.microsoft.com/office/powerpoint/2010/main" val="57336035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323528" y="188640"/>
            <a:ext cx="8640960" cy="6480720"/>
          </a:xfrm>
        </p:spPr>
        <p:txBody>
          <a:bodyPr>
            <a:noAutofit/>
          </a:bodyPr>
          <a:lstStyle/>
          <a:p>
            <a:endParaRPr lang="en-GB" sz="5400" dirty="0">
              <a:solidFill>
                <a:schemeClr val="bg1"/>
              </a:solidFill>
            </a:endParaRPr>
          </a:p>
          <a:p>
            <a:r>
              <a:rPr lang="en-GB" sz="6600" dirty="0">
                <a:solidFill>
                  <a:srgbClr val="00A3E0"/>
                </a:solidFill>
                <a:latin typeface="akagi_probook"/>
              </a:rPr>
              <a:t>Great Are You Lord</a:t>
            </a:r>
            <a:endParaRPr lang="en-GB" sz="6600" b="0" i="0" dirty="0">
              <a:solidFill>
                <a:srgbClr val="00A3E0"/>
              </a:solidFill>
              <a:effectLst/>
              <a:latin typeface="akagi_probook"/>
            </a:endParaRPr>
          </a:p>
          <a:p>
            <a:br>
              <a:rPr lang="en-GB" sz="1200" b="0" i="0" dirty="0">
                <a:solidFill>
                  <a:srgbClr val="717171"/>
                </a:solidFill>
                <a:effectLst/>
                <a:latin typeface="akagi_probook"/>
              </a:rPr>
            </a:br>
            <a:r>
              <a:rPr lang="en-GB" sz="1200" b="0" i="0" dirty="0">
                <a:solidFill>
                  <a:srgbClr val="717171"/>
                </a:solidFill>
                <a:effectLst/>
                <a:latin typeface="akagi_probook"/>
              </a:rPr>
              <a:t>CCLI Song # 6460220</a:t>
            </a:r>
          </a:p>
          <a:p>
            <a:endParaRPr lang="en-GB" sz="1200" b="0" i="0" dirty="0">
              <a:solidFill>
                <a:srgbClr val="717171"/>
              </a:solidFill>
              <a:effectLst/>
              <a:latin typeface="akagi_probook"/>
            </a:endParaRPr>
          </a:p>
          <a:p>
            <a:r>
              <a:rPr lang="en-GB" sz="1200" b="0" i="0" dirty="0">
                <a:solidFill>
                  <a:srgbClr val="717171"/>
                </a:solidFill>
                <a:effectLst/>
                <a:latin typeface="akagi_probook"/>
              </a:rPr>
              <a:t>David Leonard | Jason Ingram | Leslie Jordan</a:t>
            </a:r>
          </a:p>
          <a:p>
            <a:endParaRPr lang="en-GB" sz="1200" b="0" i="0" dirty="0">
              <a:solidFill>
                <a:srgbClr val="717171"/>
              </a:solidFill>
              <a:effectLst/>
              <a:latin typeface="akagi_probook"/>
            </a:endParaRPr>
          </a:p>
          <a:p>
            <a:r>
              <a:rPr lang="en-GB" sz="1200" b="0" i="0" dirty="0">
                <a:solidFill>
                  <a:srgbClr val="717171"/>
                </a:solidFill>
                <a:effectLst/>
                <a:latin typeface="akagi_probook"/>
              </a:rPr>
              <a:t>© 2012 Open Hands Music (Admin. by Essential Music Publishing LLC)</a:t>
            </a:r>
          </a:p>
          <a:p>
            <a:r>
              <a:rPr lang="en-GB" sz="1200" b="0" i="0" dirty="0">
                <a:solidFill>
                  <a:srgbClr val="717171"/>
                </a:solidFill>
                <a:effectLst/>
                <a:latin typeface="akagi_probook"/>
              </a:rPr>
              <a:t>So Essential Tunes (Admin. by Essential Music Publishing LLC)</a:t>
            </a:r>
          </a:p>
          <a:p>
            <a:r>
              <a:rPr lang="en-GB" sz="1200" b="0" i="0" dirty="0">
                <a:solidFill>
                  <a:srgbClr val="717171"/>
                </a:solidFill>
                <a:effectLst/>
                <a:latin typeface="akagi_probook"/>
              </a:rPr>
              <a:t>Integrity's Praise! Music (Admin. by Integrity Music Ltd)</a:t>
            </a:r>
          </a:p>
          <a:p>
            <a:r>
              <a:rPr lang="en-GB" sz="1200" b="0" i="0" dirty="0">
                <a:solidFill>
                  <a:srgbClr val="717171"/>
                </a:solidFill>
                <a:effectLst/>
                <a:latin typeface="akagi_probook"/>
              </a:rPr>
              <a:t>Little Way Creative (Admin. by Integrity Music Ltd)</a:t>
            </a:r>
          </a:p>
          <a:p>
            <a:r>
              <a:rPr lang="en-GB" sz="1200" b="0" i="0" dirty="0">
                <a:solidFill>
                  <a:srgbClr val="717171"/>
                </a:solidFill>
                <a:effectLst/>
                <a:latin typeface="akagi_probook"/>
              </a:rPr>
              <a:t>For use solely with the </a:t>
            </a:r>
            <a:r>
              <a:rPr lang="en-GB" sz="1200" b="0" i="0" dirty="0" err="1">
                <a:solidFill>
                  <a:srgbClr val="717171"/>
                </a:solidFill>
                <a:effectLst/>
                <a:latin typeface="akagi_probook"/>
              </a:rPr>
              <a:t>SongSelect</a:t>
            </a:r>
            <a:r>
              <a:rPr lang="en-GB" sz="1200" b="0" i="0" dirty="0">
                <a:solidFill>
                  <a:srgbClr val="717171"/>
                </a:solidFill>
                <a:effectLst/>
                <a:latin typeface="akagi_probook"/>
              </a:rPr>
              <a:t>® Terms of Use. All rights reserved. www.ccli.com</a:t>
            </a:r>
          </a:p>
          <a:p>
            <a:endParaRPr lang="en-GB" sz="1200" b="0" i="0" dirty="0">
              <a:solidFill>
                <a:srgbClr val="717171"/>
              </a:solidFill>
              <a:effectLst/>
              <a:latin typeface="akagi_probook"/>
            </a:endParaRPr>
          </a:p>
          <a:p>
            <a:r>
              <a:rPr lang="en-GB" sz="1200" b="0" i="0" dirty="0">
                <a:solidFill>
                  <a:srgbClr val="717171"/>
                </a:solidFill>
                <a:effectLst/>
                <a:latin typeface="akagi_probook"/>
              </a:rPr>
              <a:t>CCLI Licence No. 33265</a:t>
            </a:r>
            <a:br>
              <a:rPr lang="en-GB" sz="900" b="0" i="0" dirty="0">
                <a:solidFill>
                  <a:srgbClr val="717171"/>
                </a:solidFill>
                <a:effectLst/>
                <a:latin typeface="akagi_probook"/>
              </a:rPr>
            </a:br>
            <a:endParaRPr lang="en-GB" sz="1200" dirty="0">
              <a:solidFill>
                <a:schemeClr val="bg1"/>
              </a:solidFill>
            </a:endParaRPr>
          </a:p>
        </p:txBody>
      </p:sp>
    </p:spTree>
    <p:extLst>
      <p:ext uri="{BB962C8B-B14F-4D97-AF65-F5344CB8AC3E}">
        <p14:creationId xmlns:p14="http://schemas.microsoft.com/office/powerpoint/2010/main" val="358948709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234964" y="764704"/>
            <a:ext cx="8640960" cy="6480720"/>
          </a:xfrm>
        </p:spPr>
        <p:txBody>
          <a:bodyPr>
            <a:noAutofit/>
          </a:bodyPr>
          <a:lstStyle/>
          <a:p>
            <a:r>
              <a:rPr lang="en-GB" sz="3600" dirty="0">
                <a:solidFill>
                  <a:schemeClr val="bg1"/>
                </a:solidFill>
              </a:rPr>
              <a:t>You give life You are love</a:t>
            </a:r>
          </a:p>
          <a:p>
            <a:r>
              <a:rPr lang="en-GB" sz="3600" dirty="0">
                <a:solidFill>
                  <a:schemeClr val="bg1"/>
                </a:solidFill>
              </a:rPr>
              <a:t>You bring light to the darkness</a:t>
            </a:r>
          </a:p>
          <a:p>
            <a:r>
              <a:rPr lang="en-GB" sz="3600" dirty="0">
                <a:solidFill>
                  <a:schemeClr val="bg1"/>
                </a:solidFill>
              </a:rPr>
              <a:t>You give hope You restore </a:t>
            </a:r>
            <a:r>
              <a:rPr lang="en-GB" sz="3600" dirty="0" err="1">
                <a:solidFill>
                  <a:schemeClr val="bg1"/>
                </a:solidFill>
              </a:rPr>
              <a:t>ev'ry</a:t>
            </a:r>
            <a:r>
              <a:rPr lang="en-GB" sz="3600" dirty="0">
                <a:solidFill>
                  <a:schemeClr val="bg1"/>
                </a:solidFill>
              </a:rPr>
              <a:t> heart that is broken</a:t>
            </a:r>
          </a:p>
          <a:p>
            <a:r>
              <a:rPr lang="en-GB" sz="3600" dirty="0">
                <a:solidFill>
                  <a:schemeClr val="bg1"/>
                </a:solidFill>
              </a:rPr>
              <a:t>And great are You Lord</a:t>
            </a:r>
          </a:p>
        </p:txBody>
      </p:sp>
      <p:sp>
        <p:nvSpPr>
          <p:cNvPr id="4" name="TextBox 3"/>
          <p:cNvSpPr txBox="1"/>
          <p:nvPr/>
        </p:nvSpPr>
        <p:spPr>
          <a:xfrm>
            <a:off x="8529729" y="0"/>
            <a:ext cx="628698" cy="461665"/>
          </a:xfrm>
          <a:prstGeom prst="rect">
            <a:avLst/>
          </a:prstGeom>
          <a:noFill/>
        </p:spPr>
        <p:txBody>
          <a:bodyPr wrap="none" rtlCol="0">
            <a:spAutoFit/>
          </a:bodyPr>
          <a:lstStyle/>
          <a:p>
            <a:r>
              <a:rPr lang="en-GB" sz="2400" b="1" dirty="0">
                <a:solidFill>
                  <a:schemeClr val="bg1"/>
                </a:solidFill>
              </a:rPr>
              <a:t>1/3</a:t>
            </a:r>
          </a:p>
        </p:txBody>
      </p:sp>
    </p:spTree>
    <p:extLst>
      <p:ext uri="{BB962C8B-B14F-4D97-AF65-F5344CB8AC3E}">
        <p14:creationId xmlns:p14="http://schemas.microsoft.com/office/powerpoint/2010/main" val="1802098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251520" y="692696"/>
            <a:ext cx="8640960" cy="6480720"/>
          </a:xfrm>
        </p:spPr>
        <p:txBody>
          <a:bodyPr>
            <a:noAutofit/>
          </a:bodyPr>
          <a:lstStyle/>
          <a:p>
            <a:r>
              <a:rPr lang="en-GB" sz="3600" dirty="0">
                <a:solidFill>
                  <a:schemeClr val="bg1"/>
                </a:solidFill>
              </a:rPr>
              <a:t>It's Your breath in our lungs</a:t>
            </a:r>
          </a:p>
          <a:p>
            <a:r>
              <a:rPr lang="en-GB" sz="3600" dirty="0">
                <a:solidFill>
                  <a:schemeClr val="bg1"/>
                </a:solidFill>
              </a:rPr>
              <a:t>So we pour out our praise</a:t>
            </a:r>
          </a:p>
          <a:p>
            <a:r>
              <a:rPr lang="en-GB" sz="3600" dirty="0">
                <a:solidFill>
                  <a:schemeClr val="bg1"/>
                </a:solidFill>
              </a:rPr>
              <a:t>We pour out our praise</a:t>
            </a:r>
          </a:p>
          <a:p>
            <a:r>
              <a:rPr lang="en-GB" sz="3600" dirty="0">
                <a:solidFill>
                  <a:schemeClr val="bg1"/>
                </a:solidFill>
              </a:rPr>
              <a:t>It's Your breath in our lungs</a:t>
            </a:r>
          </a:p>
          <a:p>
            <a:r>
              <a:rPr lang="en-GB" sz="3600" dirty="0">
                <a:solidFill>
                  <a:schemeClr val="bg1"/>
                </a:solidFill>
              </a:rPr>
              <a:t>So we pour out our praise to You only</a:t>
            </a:r>
          </a:p>
        </p:txBody>
      </p:sp>
      <p:sp>
        <p:nvSpPr>
          <p:cNvPr id="4" name="TextBox 3"/>
          <p:cNvSpPr txBox="1"/>
          <p:nvPr/>
        </p:nvSpPr>
        <p:spPr>
          <a:xfrm>
            <a:off x="8529729" y="0"/>
            <a:ext cx="628698" cy="461665"/>
          </a:xfrm>
          <a:prstGeom prst="rect">
            <a:avLst/>
          </a:prstGeom>
          <a:noFill/>
        </p:spPr>
        <p:txBody>
          <a:bodyPr wrap="none" rtlCol="0">
            <a:spAutoFit/>
          </a:bodyPr>
          <a:lstStyle/>
          <a:p>
            <a:r>
              <a:rPr lang="en-GB" sz="2400" b="1" dirty="0">
                <a:solidFill>
                  <a:schemeClr val="bg1"/>
                </a:solidFill>
              </a:rPr>
              <a:t>2/3</a:t>
            </a:r>
          </a:p>
        </p:txBody>
      </p:sp>
    </p:spTree>
    <p:extLst>
      <p:ext uri="{BB962C8B-B14F-4D97-AF65-F5344CB8AC3E}">
        <p14:creationId xmlns:p14="http://schemas.microsoft.com/office/powerpoint/2010/main" val="36948519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251520" y="764704"/>
            <a:ext cx="8640960" cy="6480720"/>
          </a:xfrm>
        </p:spPr>
        <p:txBody>
          <a:bodyPr>
            <a:noAutofit/>
          </a:bodyPr>
          <a:lstStyle/>
          <a:p>
            <a:r>
              <a:rPr lang="en-GB" sz="3600" dirty="0">
                <a:solidFill>
                  <a:schemeClr val="bg1"/>
                </a:solidFill>
              </a:rPr>
              <a:t>And all the earth will shout Your praise</a:t>
            </a:r>
          </a:p>
          <a:p>
            <a:r>
              <a:rPr lang="en-GB" sz="3600" dirty="0">
                <a:solidFill>
                  <a:schemeClr val="bg1"/>
                </a:solidFill>
              </a:rPr>
              <a:t>Our hearts will cry these bones will sing</a:t>
            </a:r>
          </a:p>
          <a:p>
            <a:r>
              <a:rPr lang="en-GB" sz="3600" dirty="0">
                <a:solidFill>
                  <a:schemeClr val="bg1"/>
                </a:solidFill>
              </a:rPr>
              <a:t>Great are You Lord</a:t>
            </a:r>
          </a:p>
          <a:p>
            <a:r>
              <a:rPr lang="en-GB" sz="3600" dirty="0">
                <a:solidFill>
                  <a:schemeClr val="bg1"/>
                </a:solidFill>
              </a:rPr>
              <a:t>(REPEAT)</a:t>
            </a:r>
          </a:p>
        </p:txBody>
      </p:sp>
      <p:sp>
        <p:nvSpPr>
          <p:cNvPr id="4" name="TextBox 3"/>
          <p:cNvSpPr txBox="1"/>
          <p:nvPr/>
        </p:nvSpPr>
        <p:spPr>
          <a:xfrm>
            <a:off x="8529729" y="0"/>
            <a:ext cx="628698" cy="461665"/>
          </a:xfrm>
          <a:prstGeom prst="rect">
            <a:avLst/>
          </a:prstGeom>
          <a:noFill/>
        </p:spPr>
        <p:txBody>
          <a:bodyPr wrap="none" rtlCol="0">
            <a:spAutoFit/>
          </a:bodyPr>
          <a:lstStyle/>
          <a:p>
            <a:r>
              <a:rPr lang="en-GB" sz="2400" b="1" dirty="0">
                <a:solidFill>
                  <a:schemeClr val="bg1"/>
                </a:solidFill>
              </a:rPr>
              <a:t>3/3</a:t>
            </a:r>
          </a:p>
        </p:txBody>
      </p:sp>
    </p:spTree>
    <p:extLst>
      <p:ext uri="{BB962C8B-B14F-4D97-AF65-F5344CB8AC3E}">
        <p14:creationId xmlns:p14="http://schemas.microsoft.com/office/powerpoint/2010/main" val="52841802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174502-4BA8-1DE4-F7F2-B7BA72C73C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563C3B-9372-A767-A137-CC0F3D013ADD}"/>
              </a:ext>
            </a:extLst>
          </p:cNvPr>
          <p:cNvSpPr txBox="1">
            <a:spLocks/>
          </p:cNvSpPr>
          <p:nvPr/>
        </p:nvSpPr>
        <p:spPr bwMode="auto">
          <a:xfrm>
            <a:off x="457200" y="836712"/>
            <a:ext cx="8229600" cy="4893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90000" lnSpcReduction="10000"/>
          </a:bodyPr>
          <a:lstStyle>
            <a:lvl1pPr algn="l" defTabSz="457200" rtl="0" eaLnBrk="1" fontAlgn="base" hangingPunct="1">
              <a:spcBef>
                <a:spcPct val="0"/>
              </a:spcBef>
              <a:spcAft>
                <a:spcPct val="0"/>
              </a:spcAft>
              <a:defRPr sz="3200" kern="1200">
                <a:solidFill>
                  <a:srgbClr val="58595B"/>
                </a:solidFill>
                <a:latin typeface="Rockwell"/>
                <a:ea typeface="+mj-ea"/>
                <a:cs typeface="+mj-cs"/>
              </a:defRPr>
            </a:lvl1pPr>
            <a:lvl2pPr algn="l" defTabSz="457200" rtl="0" eaLnBrk="1" fontAlgn="base" hangingPunct="1">
              <a:spcBef>
                <a:spcPct val="0"/>
              </a:spcBef>
              <a:spcAft>
                <a:spcPct val="0"/>
              </a:spcAft>
              <a:defRPr sz="4400">
                <a:solidFill>
                  <a:srgbClr val="58595B"/>
                </a:solidFill>
                <a:latin typeface="Rockwell" panose="02060603020205020403" pitchFamily="18" charset="0"/>
              </a:defRPr>
            </a:lvl2pPr>
            <a:lvl3pPr algn="l" defTabSz="457200" rtl="0" eaLnBrk="1" fontAlgn="base" hangingPunct="1">
              <a:spcBef>
                <a:spcPct val="0"/>
              </a:spcBef>
              <a:spcAft>
                <a:spcPct val="0"/>
              </a:spcAft>
              <a:defRPr sz="4400">
                <a:solidFill>
                  <a:srgbClr val="58595B"/>
                </a:solidFill>
                <a:latin typeface="Rockwell" panose="02060603020205020403" pitchFamily="18" charset="0"/>
              </a:defRPr>
            </a:lvl3pPr>
            <a:lvl4pPr algn="l" defTabSz="457200" rtl="0" eaLnBrk="1" fontAlgn="base" hangingPunct="1">
              <a:spcBef>
                <a:spcPct val="0"/>
              </a:spcBef>
              <a:spcAft>
                <a:spcPct val="0"/>
              </a:spcAft>
              <a:defRPr sz="4400">
                <a:solidFill>
                  <a:srgbClr val="58595B"/>
                </a:solidFill>
                <a:latin typeface="Rockwell" panose="02060603020205020403" pitchFamily="18" charset="0"/>
              </a:defRPr>
            </a:lvl4pPr>
            <a:lvl5pPr algn="l" defTabSz="457200" rtl="0" eaLnBrk="1" fontAlgn="base" hangingPunct="1">
              <a:spcBef>
                <a:spcPct val="0"/>
              </a:spcBef>
              <a:spcAft>
                <a:spcPct val="0"/>
              </a:spcAft>
              <a:defRPr sz="4400">
                <a:solidFill>
                  <a:srgbClr val="58595B"/>
                </a:solidFill>
                <a:latin typeface="Rockwell" panose="02060603020205020403" pitchFamily="18" charset="0"/>
              </a:defRPr>
            </a:lvl5pPr>
            <a:lvl6pPr marL="457200" algn="l" defTabSz="457200" rtl="0" eaLnBrk="1" fontAlgn="base" hangingPunct="1">
              <a:spcBef>
                <a:spcPct val="0"/>
              </a:spcBef>
              <a:spcAft>
                <a:spcPct val="0"/>
              </a:spcAft>
              <a:defRPr sz="4400">
                <a:solidFill>
                  <a:srgbClr val="58595B"/>
                </a:solidFill>
                <a:latin typeface="Rockwell" panose="02060603020205020403" pitchFamily="18" charset="0"/>
              </a:defRPr>
            </a:lvl6pPr>
            <a:lvl7pPr marL="914400" algn="l" defTabSz="457200" rtl="0" eaLnBrk="1" fontAlgn="base" hangingPunct="1">
              <a:spcBef>
                <a:spcPct val="0"/>
              </a:spcBef>
              <a:spcAft>
                <a:spcPct val="0"/>
              </a:spcAft>
              <a:defRPr sz="4400">
                <a:solidFill>
                  <a:srgbClr val="58595B"/>
                </a:solidFill>
                <a:latin typeface="Rockwell" panose="02060603020205020403" pitchFamily="18" charset="0"/>
              </a:defRPr>
            </a:lvl7pPr>
            <a:lvl8pPr marL="1371600" algn="l" defTabSz="457200" rtl="0" eaLnBrk="1" fontAlgn="base" hangingPunct="1">
              <a:spcBef>
                <a:spcPct val="0"/>
              </a:spcBef>
              <a:spcAft>
                <a:spcPct val="0"/>
              </a:spcAft>
              <a:defRPr sz="4400">
                <a:solidFill>
                  <a:srgbClr val="58595B"/>
                </a:solidFill>
                <a:latin typeface="Rockwell" panose="02060603020205020403" pitchFamily="18" charset="0"/>
              </a:defRPr>
            </a:lvl8pPr>
            <a:lvl9pPr marL="1828800" algn="l" defTabSz="457200" rtl="0" eaLnBrk="1" fontAlgn="base" hangingPunct="1">
              <a:spcBef>
                <a:spcPct val="0"/>
              </a:spcBef>
              <a:spcAft>
                <a:spcPct val="0"/>
              </a:spcAft>
              <a:defRPr sz="4400">
                <a:solidFill>
                  <a:srgbClr val="58595B"/>
                </a:solidFill>
                <a:latin typeface="Rockwell" panose="02060603020205020403" pitchFamily="18" charset="0"/>
              </a:defRPr>
            </a:lvl9pPr>
          </a:lstStyle>
          <a:p>
            <a:pPr marL="0" marR="0" lvl="0" indent="0" algn="l" defTabSz="457200" rtl="0" eaLnBrk="1" fontAlgn="base" latinLnBrk="0" hangingPunct="1">
              <a:lnSpc>
                <a:spcPct val="100000"/>
              </a:lnSpc>
              <a:spcBef>
                <a:spcPct val="0"/>
              </a:spcBef>
              <a:spcAft>
                <a:spcPct val="0"/>
              </a:spcAft>
              <a:buClrTx/>
              <a:buSzTx/>
              <a:buFontTx/>
              <a:buNone/>
              <a:tabLst/>
              <a:defRPr/>
            </a:pPr>
            <a:endParaRPr kumimoji="0" lang="en-GB" sz="3200" b="0" i="0" u="none" strike="noStrike" kern="1200" cap="none" spc="0" normalizeH="0" baseline="0" noProof="0" dirty="0">
              <a:ln>
                <a:noFill/>
              </a:ln>
              <a:solidFill>
                <a:schemeClr val="bg1"/>
              </a:solidFill>
              <a:effectLst/>
              <a:uLnTx/>
              <a:uFillTx/>
              <a:latin typeface="Rockwell"/>
              <a:ea typeface="+mj-ea"/>
              <a:cs typeface="+mj-cs"/>
            </a:endParaRPr>
          </a:p>
        </p:txBody>
      </p:sp>
      <p:sp>
        <p:nvSpPr>
          <p:cNvPr id="4" name="Title 1">
            <a:extLst>
              <a:ext uri="{FF2B5EF4-FFF2-40B4-BE49-F238E27FC236}">
                <a16:creationId xmlns:a16="http://schemas.microsoft.com/office/drawing/2014/main" id="{53BF518B-0319-B87F-EBBB-030999BB595B}"/>
              </a:ext>
            </a:extLst>
          </p:cNvPr>
          <p:cNvSpPr txBox="1">
            <a:spLocks/>
          </p:cNvSpPr>
          <p:nvPr/>
        </p:nvSpPr>
        <p:spPr bwMode="auto">
          <a:xfrm>
            <a:off x="435852" y="1484784"/>
            <a:ext cx="8229600" cy="46805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a:bodyPr>
          <a:lstStyle>
            <a:lvl1pPr algn="l" defTabSz="457200" rtl="0" eaLnBrk="1" fontAlgn="base" hangingPunct="1">
              <a:spcBef>
                <a:spcPct val="0"/>
              </a:spcBef>
              <a:spcAft>
                <a:spcPct val="0"/>
              </a:spcAft>
              <a:defRPr sz="3200" kern="1200">
                <a:solidFill>
                  <a:srgbClr val="58595B"/>
                </a:solidFill>
                <a:latin typeface="Rockwell"/>
                <a:ea typeface="+mj-ea"/>
                <a:cs typeface="+mj-cs"/>
              </a:defRPr>
            </a:lvl1pPr>
            <a:lvl2pPr algn="l" defTabSz="457200" rtl="0" eaLnBrk="1" fontAlgn="base" hangingPunct="1">
              <a:spcBef>
                <a:spcPct val="0"/>
              </a:spcBef>
              <a:spcAft>
                <a:spcPct val="0"/>
              </a:spcAft>
              <a:defRPr sz="4400">
                <a:solidFill>
                  <a:srgbClr val="58595B"/>
                </a:solidFill>
                <a:latin typeface="Rockwell" panose="02060603020205020403" pitchFamily="18" charset="0"/>
              </a:defRPr>
            </a:lvl2pPr>
            <a:lvl3pPr algn="l" defTabSz="457200" rtl="0" eaLnBrk="1" fontAlgn="base" hangingPunct="1">
              <a:spcBef>
                <a:spcPct val="0"/>
              </a:spcBef>
              <a:spcAft>
                <a:spcPct val="0"/>
              </a:spcAft>
              <a:defRPr sz="4400">
                <a:solidFill>
                  <a:srgbClr val="58595B"/>
                </a:solidFill>
                <a:latin typeface="Rockwell" panose="02060603020205020403" pitchFamily="18" charset="0"/>
              </a:defRPr>
            </a:lvl3pPr>
            <a:lvl4pPr algn="l" defTabSz="457200" rtl="0" eaLnBrk="1" fontAlgn="base" hangingPunct="1">
              <a:spcBef>
                <a:spcPct val="0"/>
              </a:spcBef>
              <a:spcAft>
                <a:spcPct val="0"/>
              </a:spcAft>
              <a:defRPr sz="4400">
                <a:solidFill>
                  <a:srgbClr val="58595B"/>
                </a:solidFill>
                <a:latin typeface="Rockwell" panose="02060603020205020403" pitchFamily="18" charset="0"/>
              </a:defRPr>
            </a:lvl4pPr>
            <a:lvl5pPr algn="l" defTabSz="457200" rtl="0" eaLnBrk="1" fontAlgn="base" hangingPunct="1">
              <a:spcBef>
                <a:spcPct val="0"/>
              </a:spcBef>
              <a:spcAft>
                <a:spcPct val="0"/>
              </a:spcAft>
              <a:defRPr sz="4400">
                <a:solidFill>
                  <a:srgbClr val="58595B"/>
                </a:solidFill>
                <a:latin typeface="Rockwell" panose="02060603020205020403" pitchFamily="18" charset="0"/>
              </a:defRPr>
            </a:lvl5pPr>
            <a:lvl6pPr marL="457200" algn="l" defTabSz="457200" rtl="0" eaLnBrk="1" fontAlgn="base" hangingPunct="1">
              <a:spcBef>
                <a:spcPct val="0"/>
              </a:spcBef>
              <a:spcAft>
                <a:spcPct val="0"/>
              </a:spcAft>
              <a:defRPr sz="4400">
                <a:solidFill>
                  <a:srgbClr val="58595B"/>
                </a:solidFill>
                <a:latin typeface="Rockwell" panose="02060603020205020403" pitchFamily="18" charset="0"/>
              </a:defRPr>
            </a:lvl6pPr>
            <a:lvl7pPr marL="914400" algn="l" defTabSz="457200" rtl="0" eaLnBrk="1" fontAlgn="base" hangingPunct="1">
              <a:spcBef>
                <a:spcPct val="0"/>
              </a:spcBef>
              <a:spcAft>
                <a:spcPct val="0"/>
              </a:spcAft>
              <a:defRPr sz="4400">
                <a:solidFill>
                  <a:srgbClr val="58595B"/>
                </a:solidFill>
                <a:latin typeface="Rockwell" panose="02060603020205020403" pitchFamily="18" charset="0"/>
              </a:defRPr>
            </a:lvl7pPr>
            <a:lvl8pPr marL="1371600" algn="l" defTabSz="457200" rtl="0" eaLnBrk="1" fontAlgn="base" hangingPunct="1">
              <a:spcBef>
                <a:spcPct val="0"/>
              </a:spcBef>
              <a:spcAft>
                <a:spcPct val="0"/>
              </a:spcAft>
              <a:defRPr sz="4400">
                <a:solidFill>
                  <a:srgbClr val="58595B"/>
                </a:solidFill>
                <a:latin typeface="Rockwell" panose="02060603020205020403" pitchFamily="18" charset="0"/>
              </a:defRPr>
            </a:lvl8pPr>
            <a:lvl9pPr marL="1828800" algn="l" defTabSz="457200" rtl="0" eaLnBrk="1" fontAlgn="base" hangingPunct="1">
              <a:spcBef>
                <a:spcPct val="0"/>
              </a:spcBef>
              <a:spcAft>
                <a:spcPct val="0"/>
              </a:spcAft>
              <a:defRPr sz="4400">
                <a:solidFill>
                  <a:srgbClr val="58595B"/>
                </a:solidFill>
                <a:latin typeface="Rockwell" panose="02060603020205020403" pitchFamily="18" charset="0"/>
              </a:defRPr>
            </a:lvl9pPr>
          </a:lstStyle>
          <a:p>
            <a:pPr marL="0" marR="0" lvl="0" indent="0" algn="ctr" defTabSz="457200" rtl="0" eaLnBrk="1" fontAlgn="base" latinLnBrk="0" hangingPunct="1">
              <a:lnSpc>
                <a:spcPct val="100000"/>
              </a:lnSpc>
              <a:spcBef>
                <a:spcPct val="0"/>
              </a:spcBef>
              <a:spcAft>
                <a:spcPct val="0"/>
              </a:spcAft>
              <a:buClrTx/>
              <a:buSzTx/>
              <a:buFontTx/>
              <a:buNone/>
              <a:tabLst/>
              <a:defRPr/>
            </a:pPr>
            <a:endParaRPr kumimoji="0" lang="en-GB" sz="3200" b="0" i="0" u="none" strike="noStrike" kern="1200" cap="none" spc="0" normalizeH="0" baseline="0" noProof="0" dirty="0">
              <a:ln>
                <a:noFill/>
              </a:ln>
              <a:solidFill>
                <a:schemeClr val="bg1"/>
              </a:solidFill>
              <a:effectLst/>
              <a:uLnTx/>
              <a:uFillTx/>
              <a:latin typeface="Rockwell"/>
              <a:ea typeface="+mj-ea"/>
              <a:cs typeface="+mj-cs"/>
            </a:endParaRPr>
          </a:p>
        </p:txBody>
      </p:sp>
      <p:pic>
        <p:nvPicPr>
          <p:cNvPr id="3" name="Picture 2">
            <a:extLst>
              <a:ext uri="{FF2B5EF4-FFF2-40B4-BE49-F238E27FC236}">
                <a16:creationId xmlns:a16="http://schemas.microsoft.com/office/drawing/2014/main" id="{4C7FD54D-0A27-9356-E112-F723C423B766}"/>
              </a:ext>
            </a:extLst>
          </p:cNvPr>
          <p:cNvPicPr>
            <a:picLocks noChangeAspect="1"/>
          </p:cNvPicPr>
          <p:nvPr/>
        </p:nvPicPr>
        <p:blipFill>
          <a:blip r:embed="rId3"/>
          <a:stretch>
            <a:fillRect/>
          </a:stretch>
        </p:blipFill>
        <p:spPr>
          <a:xfrm>
            <a:off x="0" y="857250"/>
            <a:ext cx="9144000" cy="5143500"/>
          </a:xfrm>
          <a:prstGeom prst="rect">
            <a:avLst/>
          </a:prstGeom>
        </p:spPr>
      </p:pic>
    </p:spTree>
    <p:extLst>
      <p:ext uri="{BB962C8B-B14F-4D97-AF65-F5344CB8AC3E}">
        <p14:creationId xmlns:p14="http://schemas.microsoft.com/office/powerpoint/2010/main" val="4925308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323528" y="188640"/>
            <a:ext cx="8640960" cy="6480720"/>
          </a:xfrm>
        </p:spPr>
        <p:txBody>
          <a:bodyPr>
            <a:noAutofit/>
          </a:bodyPr>
          <a:lstStyle/>
          <a:p>
            <a:endParaRPr lang="en-GB" sz="5400" dirty="0">
              <a:solidFill>
                <a:schemeClr val="bg1"/>
              </a:solidFill>
            </a:endParaRPr>
          </a:p>
          <a:p>
            <a:r>
              <a:rPr lang="en-GB" sz="6600" dirty="0">
                <a:solidFill>
                  <a:srgbClr val="00A3E0"/>
                </a:solidFill>
                <a:latin typeface="akagi_probook"/>
              </a:rPr>
              <a:t>I Speak Jesus</a:t>
            </a:r>
          </a:p>
          <a:p>
            <a:br>
              <a:rPr lang="en-GB" sz="1200" dirty="0">
                <a:solidFill>
                  <a:schemeClr val="bg1"/>
                </a:solidFill>
              </a:rPr>
            </a:br>
            <a:r>
              <a:rPr lang="en-GB" sz="1200" dirty="0">
                <a:solidFill>
                  <a:schemeClr val="bg1"/>
                </a:solidFill>
              </a:rPr>
              <a:t>CCLI Song # 7136201</a:t>
            </a:r>
          </a:p>
          <a:p>
            <a:endParaRPr lang="en-GB" sz="1200" dirty="0">
              <a:solidFill>
                <a:schemeClr val="bg1"/>
              </a:solidFill>
            </a:endParaRPr>
          </a:p>
          <a:p>
            <a:r>
              <a:rPr lang="en-GB" sz="1200" dirty="0">
                <a:solidFill>
                  <a:schemeClr val="bg1"/>
                </a:solidFill>
              </a:rPr>
              <a:t>Abby Benton | Carlene Prince | Dustin Smith | Jesse Reeves | Kristen Dutton | Raina Pratt</a:t>
            </a:r>
          </a:p>
          <a:p>
            <a:endParaRPr lang="en-GB" sz="1200" dirty="0">
              <a:solidFill>
                <a:schemeClr val="bg1"/>
              </a:solidFill>
            </a:endParaRPr>
          </a:p>
          <a:p>
            <a:r>
              <a:rPr lang="en-GB" sz="1200" dirty="0">
                <a:solidFill>
                  <a:schemeClr val="bg1"/>
                </a:solidFill>
              </a:rPr>
              <a:t>© 2019 Here Be Lions Publishing (Admin. by Integrity Music Ltd)</a:t>
            </a:r>
          </a:p>
          <a:p>
            <a:r>
              <a:rPr lang="en-GB" sz="1200" dirty="0">
                <a:solidFill>
                  <a:schemeClr val="bg1"/>
                </a:solidFill>
              </a:rPr>
              <a:t>Integrity's Praise! Music (Admin. by Integrity Music Ltd)</a:t>
            </a:r>
          </a:p>
          <a:p>
            <a:r>
              <a:rPr lang="en-GB" sz="1200" dirty="0">
                <a:solidFill>
                  <a:schemeClr val="bg1"/>
                </a:solidFill>
              </a:rPr>
              <a:t>BEC Worship (Admin. by Song Solutions)</a:t>
            </a:r>
          </a:p>
          <a:p>
            <a:r>
              <a:rPr lang="en-GB" sz="1200" dirty="0">
                <a:solidFill>
                  <a:schemeClr val="bg1"/>
                </a:solidFill>
              </a:rPr>
              <a:t>Raina Pratt publishing designee (Admin. by Song Solutions www.songsolutions.org)</a:t>
            </a:r>
          </a:p>
          <a:p>
            <a:r>
              <a:rPr lang="en-GB" sz="1200" dirty="0" err="1">
                <a:solidFill>
                  <a:schemeClr val="bg1"/>
                </a:solidFill>
              </a:rPr>
              <a:t>WriterWrong</a:t>
            </a:r>
            <a:r>
              <a:rPr lang="en-GB" sz="1200" dirty="0">
                <a:solidFill>
                  <a:schemeClr val="bg1"/>
                </a:solidFill>
              </a:rPr>
              <a:t> Music (Admin. by Song Solutions www.songsolutions.org)</a:t>
            </a:r>
          </a:p>
          <a:p>
            <a:r>
              <a:rPr lang="en-GB" sz="1200" dirty="0">
                <a:solidFill>
                  <a:schemeClr val="bg1"/>
                </a:solidFill>
              </a:rPr>
              <a:t>Remaining portion is unaffiliated</a:t>
            </a:r>
          </a:p>
          <a:p>
            <a:r>
              <a:rPr lang="en-GB" sz="1200" dirty="0">
                <a:solidFill>
                  <a:schemeClr val="bg1"/>
                </a:solidFill>
              </a:rPr>
              <a:t>For use solely with the </a:t>
            </a:r>
            <a:r>
              <a:rPr lang="en-GB" sz="1200" dirty="0" err="1">
                <a:solidFill>
                  <a:schemeClr val="bg1"/>
                </a:solidFill>
              </a:rPr>
              <a:t>SongSelect</a:t>
            </a:r>
            <a:r>
              <a:rPr lang="en-GB" sz="1200" dirty="0">
                <a:solidFill>
                  <a:schemeClr val="bg1"/>
                </a:solidFill>
              </a:rPr>
              <a:t>® Terms of Use. All rights reserved. www.ccli.com</a:t>
            </a:r>
          </a:p>
          <a:p>
            <a:endParaRPr lang="en-GB" sz="1200" dirty="0">
              <a:solidFill>
                <a:schemeClr val="bg1"/>
              </a:solidFill>
            </a:endParaRPr>
          </a:p>
          <a:p>
            <a:r>
              <a:rPr lang="en-GB" sz="1200" dirty="0">
                <a:solidFill>
                  <a:schemeClr val="bg1"/>
                </a:solidFill>
              </a:rPr>
              <a:t>CCLI Licence No. 33265</a:t>
            </a:r>
          </a:p>
          <a:p>
            <a:endParaRPr lang="en-GB" sz="1200" dirty="0">
              <a:solidFill>
                <a:schemeClr val="bg1"/>
              </a:solidFill>
            </a:endParaRPr>
          </a:p>
          <a:p>
            <a:endParaRPr lang="en-GB" sz="1200" dirty="0">
              <a:solidFill>
                <a:schemeClr val="bg1"/>
              </a:solidFill>
            </a:endParaRPr>
          </a:p>
        </p:txBody>
      </p:sp>
    </p:spTree>
    <p:extLst>
      <p:ext uri="{BB962C8B-B14F-4D97-AF65-F5344CB8AC3E}">
        <p14:creationId xmlns:p14="http://schemas.microsoft.com/office/powerpoint/2010/main" val="35993920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503040" y="764704"/>
            <a:ext cx="8640960" cy="6480720"/>
          </a:xfrm>
        </p:spPr>
        <p:txBody>
          <a:bodyPr>
            <a:noAutofit/>
          </a:bodyPr>
          <a:lstStyle/>
          <a:p>
            <a:r>
              <a:rPr lang="en-GB" sz="3600" dirty="0">
                <a:solidFill>
                  <a:schemeClr val="bg1"/>
                </a:solidFill>
              </a:rPr>
              <a:t>I just want to speak the Name of Jesus</a:t>
            </a:r>
          </a:p>
          <a:p>
            <a:r>
              <a:rPr lang="en-GB" sz="3600" dirty="0">
                <a:solidFill>
                  <a:schemeClr val="bg1"/>
                </a:solidFill>
              </a:rPr>
              <a:t>Over </a:t>
            </a:r>
            <a:r>
              <a:rPr lang="en-GB" sz="3600" dirty="0" err="1">
                <a:solidFill>
                  <a:schemeClr val="bg1"/>
                </a:solidFill>
              </a:rPr>
              <a:t>ev'ry</a:t>
            </a:r>
            <a:r>
              <a:rPr lang="en-GB" sz="3600" dirty="0">
                <a:solidFill>
                  <a:schemeClr val="bg1"/>
                </a:solidFill>
              </a:rPr>
              <a:t> heart and </a:t>
            </a:r>
            <a:r>
              <a:rPr lang="en-GB" sz="3600" dirty="0" err="1">
                <a:solidFill>
                  <a:schemeClr val="bg1"/>
                </a:solidFill>
              </a:rPr>
              <a:t>ev'ry</a:t>
            </a:r>
            <a:r>
              <a:rPr lang="en-GB" sz="3600" dirty="0">
                <a:solidFill>
                  <a:schemeClr val="bg1"/>
                </a:solidFill>
              </a:rPr>
              <a:t> mind</a:t>
            </a:r>
          </a:p>
          <a:p>
            <a:r>
              <a:rPr lang="en-GB" sz="3600" dirty="0" err="1">
                <a:solidFill>
                  <a:schemeClr val="bg1"/>
                </a:solidFill>
              </a:rPr>
              <a:t>'Cause</a:t>
            </a:r>
            <a:r>
              <a:rPr lang="en-GB" sz="3600" dirty="0">
                <a:solidFill>
                  <a:schemeClr val="bg1"/>
                </a:solidFill>
              </a:rPr>
              <a:t> I know there is peace within Your presence</a:t>
            </a:r>
          </a:p>
          <a:p>
            <a:r>
              <a:rPr lang="en-GB" sz="3600" dirty="0">
                <a:solidFill>
                  <a:schemeClr val="bg1"/>
                </a:solidFill>
              </a:rPr>
              <a:t>I speak Jesus</a:t>
            </a:r>
          </a:p>
        </p:txBody>
      </p:sp>
      <p:sp>
        <p:nvSpPr>
          <p:cNvPr id="4" name="TextBox 3"/>
          <p:cNvSpPr txBox="1"/>
          <p:nvPr/>
        </p:nvSpPr>
        <p:spPr>
          <a:xfrm>
            <a:off x="8529729" y="0"/>
            <a:ext cx="628698" cy="461665"/>
          </a:xfrm>
          <a:prstGeom prst="rect">
            <a:avLst/>
          </a:prstGeom>
          <a:noFill/>
        </p:spPr>
        <p:txBody>
          <a:bodyPr wrap="none" rtlCol="0">
            <a:spAutoFit/>
          </a:bodyPr>
          <a:lstStyle/>
          <a:p>
            <a:r>
              <a:rPr lang="en-GB" sz="2400" b="1" dirty="0">
                <a:solidFill>
                  <a:schemeClr val="bg1"/>
                </a:solidFill>
              </a:rPr>
              <a:t>1/5</a:t>
            </a:r>
          </a:p>
        </p:txBody>
      </p:sp>
    </p:spTree>
    <p:extLst>
      <p:ext uri="{BB962C8B-B14F-4D97-AF65-F5344CB8AC3E}">
        <p14:creationId xmlns:p14="http://schemas.microsoft.com/office/powerpoint/2010/main" val="48889638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395536" y="836712"/>
            <a:ext cx="8640960" cy="6480720"/>
          </a:xfrm>
        </p:spPr>
        <p:txBody>
          <a:bodyPr>
            <a:noAutofit/>
          </a:bodyPr>
          <a:lstStyle/>
          <a:p>
            <a:r>
              <a:rPr lang="en-GB" sz="3600" dirty="0">
                <a:solidFill>
                  <a:schemeClr val="bg1"/>
                </a:solidFill>
              </a:rPr>
              <a:t>I just want to speak the Name of Jesus</a:t>
            </a:r>
          </a:p>
          <a:p>
            <a:r>
              <a:rPr lang="en-GB" sz="3600" dirty="0" err="1">
                <a:solidFill>
                  <a:schemeClr val="bg1"/>
                </a:solidFill>
              </a:rPr>
              <a:t>'Til</a:t>
            </a:r>
            <a:r>
              <a:rPr lang="en-GB" sz="3600" dirty="0">
                <a:solidFill>
                  <a:schemeClr val="bg1"/>
                </a:solidFill>
              </a:rPr>
              <a:t> </a:t>
            </a:r>
            <a:r>
              <a:rPr lang="en-GB" sz="3600" dirty="0" err="1">
                <a:solidFill>
                  <a:schemeClr val="bg1"/>
                </a:solidFill>
              </a:rPr>
              <a:t>ev'ry</a:t>
            </a:r>
            <a:r>
              <a:rPr lang="en-GB" sz="3600" dirty="0">
                <a:solidFill>
                  <a:schemeClr val="bg1"/>
                </a:solidFill>
              </a:rPr>
              <a:t> dark addiction starts to break</a:t>
            </a:r>
          </a:p>
          <a:p>
            <a:r>
              <a:rPr lang="en-GB" sz="3600" dirty="0">
                <a:solidFill>
                  <a:schemeClr val="bg1"/>
                </a:solidFill>
              </a:rPr>
              <a:t>Declaring there is hope and there is freedom</a:t>
            </a:r>
          </a:p>
          <a:p>
            <a:r>
              <a:rPr lang="en-GB" sz="3600" dirty="0">
                <a:solidFill>
                  <a:schemeClr val="bg1"/>
                </a:solidFill>
              </a:rPr>
              <a:t>I speak Jesus</a:t>
            </a:r>
          </a:p>
        </p:txBody>
      </p:sp>
      <p:sp>
        <p:nvSpPr>
          <p:cNvPr id="4" name="TextBox 3"/>
          <p:cNvSpPr txBox="1"/>
          <p:nvPr/>
        </p:nvSpPr>
        <p:spPr>
          <a:xfrm>
            <a:off x="8529729" y="0"/>
            <a:ext cx="628698" cy="461665"/>
          </a:xfrm>
          <a:prstGeom prst="rect">
            <a:avLst/>
          </a:prstGeom>
          <a:noFill/>
        </p:spPr>
        <p:txBody>
          <a:bodyPr wrap="none" rtlCol="0">
            <a:spAutoFit/>
          </a:bodyPr>
          <a:lstStyle/>
          <a:p>
            <a:r>
              <a:rPr lang="en-GB" sz="2400" b="1" dirty="0">
                <a:solidFill>
                  <a:schemeClr val="bg1"/>
                </a:solidFill>
              </a:rPr>
              <a:t>2/5</a:t>
            </a:r>
          </a:p>
        </p:txBody>
      </p:sp>
    </p:spTree>
    <p:extLst>
      <p:ext uri="{BB962C8B-B14F-4D97-AF65-F5344CB8AC3E}">
        <p14:creationId xmlns:p14="http://schemas.microsoft.com/office/powerpoint/2010/main" val="347230227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203118" y="692696"/>
            <a:ext cx="8640960" cy="6480720"/>
          </a:xfrm>
        </p:spPr>
        <p:txBody>
          <a:bodyPr>
            <a:noAutofit/>
          </a:bodyPr>
          <a:lstStyle/>
          <a:p>
            <a:r>
              <a:rPr lang="en-GB" sz="3600" dirty="0">
                <a:solidFill>
                  <a:schemeClr val="bg1"/>
                </a:solidFill>
              </a:rPr>
              <a:t>(</a:t>
            </a:r>
            <a:r>
              <a:rPr lang="en-GB" sz="3600" dirty="0" err="1">
                <a:solidFill>
                  <a:schemeClr val="bg1"/>
                </a:solidFill>
              </a:rPr>
              <a:t>'Cause</a:t>
            </a:r>
            <a:r>
              <a:rPr lang="en-GB" sz="3600" dirty="0">
                <a:solidFill>
                  <a:schemeClr val="bg1"/>
                </a:solidFill>
              </a:rPr>
              <a:t>) Your Name is power</a:t>
            </a:r>
          </a:p>
          <a:p>
            <a:r>
              <a:rPr lang="en-GB" sz="3600" dirty="0">
                <a:solidFill>
                  <a:schemeClr val="bg1"/>
                </a:solidFill>
              </a:rPr>
              <a:t>Your Name is healing</a:t>
            </a:r>
          </a:p>
          <a:p>
            <a:r>
              <a:rPr lang="en-GB" sz="3600" dirty="0">
                <a:solidFill>
                  <a:schemeClr val="bg1"/>
                </a:solidFill>
              </a:rPr>
              <a:t>Your Name is life</a:t>
            </a:r>
          </a:p>
          <a:p>
            <a:r>
              <a:rPr lang="en-GB" sz="3600" dirty="0">
                <a:solidFill>
                  <a:schemeClr val="bg1"/>
                </a:solidFill>
              </a:rPr>
              <a:t>Break </a:t>
            </a:r>
            <a:r>
              <a:rPr lang="en-GB" sz="3600" dirty="0" err="1">
                <a:solidFill>
                  <a:schemeClr val="bg1"/>
                </a:solidFill>
              </a:rPr>
              <a:t>ev'ry</a:t>
            </a:r>
            <a:r>
              <a:rPr lang="en-GB" sz="3600" dirty="0">
                <a:solidFill>
                  <a:schemeClr val="bg1"/>
                </a:solidFill>
              </a:rPr>
              <a:t> stronghold</a:t>
            </a:r>
          </a:p>
          <a:p>
            <a:r>
              <a:rPr lang="en-GB" sz="3600" dirty="0">
                <a:solidFill>
                  <a:schemeClr val="bg1"/>
                </a:solidFill>
              </a:rPr>
              <a:t>Shine through the shadows</a:t>
            </a:r>
          </a:p>
          <a:p>
            <a:r>
              <a:rPr lang="en-GB" sz="3600" dirty="0">
                <a:solidFill>
                  <a:schemeClr val="bg1"/>
                </a:solidFill>
              </a:rPr>
              <a:t>Burn like a fire</a:t>
            </a:r>
          </a:p>
        </p:txBody>
      </p:sp>
      <p:sp>
        <p:nvSpPr>
          <p:cNvPr id="4" name="TextBox 3"/>
          <p:cNvSpPr txBox="1"/>
          <p:nvPr/>
        </p:nvSpPr>
        <p:spPr>
          <a:xfrm>
            <a:off x="8529729" y="0"/>
            <a:ext cx="628698" cy="461665"/>
          </a:xfrm>
          <a:prstGeom prst="rect">
            <a:avLst/>
          </a:prstGeom>
          <a:noFill/>
        </p:spPr>
        <p:txBody>
          <a:bodyPr wrap="none" rtlCol="0">
            <a:spAutoFit/>
          </a:bodyPr>
          <a:lstStyle/>
          <a:p>
            <a:r>
              <a:rPr lang="en-GB" sz="2400" b="1" dirty="0">
                <a:solidFill>
                  <a:schemeClr val="bg1"/>
                </a:solidFill>
              </a:rPr>
              <a:t>3/5</a:t>
            </a:r>
          </a:p>
        </p:txBody>
      </p:sp>
    </p:spTree>
    <p:extLst>
      <p:ext uri="{BB962C8B-B14F-4D97-AF65-F5344CB8AC3E}">
        <p14:creationId xmlns:p14="http://schemas.microsoft.com/office/powerpoint/2010/main" val="243477086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203118" y="692696"/>
            <a:ext cx="8640960" cy="6480720"/>
          </a:xfrm>
        </p:spPr>
        <p:txBody>
          <a:bodyPr>
            <a:noAutofit/>
          </a:bodyPr>
          <a:lstStyle/>
          <a:p>
            <a:r>
              <a:rPr lang="en-GB" sz="3600" dirty="0">
                <a:solidFill>
                  <a:schemeClr val="bg1"/>
                </a:solidFill>
              </a:rPr>
              <a:t>I just want to speak the Name of Jesus</a:t>
            </a:r>
          </a:p>
          <a:p>
            <a:r>
              <a:rPr lang="en-GB" sz="3600" dirty="0">
                <a:solidFill>
                  <a:schemeClr val="bg1"/>
                </a:solidFill>
              </a:rPr>
              <a:t>Over fear and all anxiety</a:t>
            </a:r>
          </a:p>
          <a:p>
            <a:r>
              <a:rPr lang="en-GB" sz="3600" dirty="0">
                <a:solidFill>
                  <a:schemeClr val="bg1"/>
                </a:solidFill>
              </a:rPr>
              <a:t>To </a:t>
            </a:r>
            <a:r>
              <a:rPr lang="en-GB" sz="3600" dirty="0" err="1">
                <a:solidFill>
                  <a:schemeClr val="bg1"/>
                </a:solidFill>
              </a:rPr>
              <a:t>ev'ry</a:t>
            </a:r>
            <a:r>
              <a:rPr lang="en-GB" sz="3600" dirty="0">
                <a:solidFill>
                  <a:schemeClr val="bg1"/>
                </a:solidFill>
              </a:rPr>
              <a:t> soul held captive by depression</a:t>
            </a:r>
          </a:p>
          <a:p>
            <a:r>
              <a:rPr lang="en-GB" sz="3600" dirty="0">
                <a:solidFill>
                  <a:schemeClr val="bg1"/>
                </a:solidFill>
              </a:rPr>
              <a:t>I speak Jesus</a:t>
            </a:r>
          </a:p>
        </p:txBody>
      </p:sp>
      <p:sp>
        <p:nvSpPr>
          <p:cNvPr id="4" name="TextBox 3"/>
          <p:cNvSpPr txBox="1"/>
          <p:nvPr/>
        </p:nvSpPr>
        <p:spPr>
          <a:xfrm>
            <a:off x="8529729" y="0"/>
            <a:ext cx="628698" cy="461665"/>
          </a:xfrm>
          <a:prstGeom prst="rect">
            <a:avLst/>
          </a:prstGeom>
          <a:noFill/>
        </p:spPr>
        <p:txBody>
          <a:bodyPr wrap="none" rtlCol="0">
            <a:spAutoFit/>
          </a:bodyPr>
          <a:lstStyle/>
          <a:p>
            <a:r>
              <a:rPr lang="en-GB" sz="2400" b="1" dirty="0">
                <a:solidFill>
                  <a:schemeClr val="bg1"/>
                </a:solidFill>
              </a:rPr>
              <a:t>4/5</a:t>
            </a:r>
          </a:p>
        </p:txBody>
      </p:sp>
    </p:spTree>
    <p:extLst>
      <p:ext uri="{BB962C8B-B14F-4D97-AF65-F5344CB8AC3E}">
        <p14:creationId xmlns:p14="http://schemas.microsoft.com/office/powerpoint/2010/main" val="29390519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395536" y="692696"/>
            <a:ext cx="8640960" cy="6480720"/>
          </a:xfrm>
        </p:spPr>
        <p:txBody>
          <a:bodyPr>
            <a:noAutofit/>
          </a:bodyPr>
          <a:lstStyle/>
          <a:p>
            <a:r>
              <a:rPr lang="en-GB" sz="3600" dirty="0">
                <a:solidFill>
                  <a:schemeClr val="bg1"/>
                </a:solidFill>
              </a:rPr>
              <a:t>Shout Jesus from the mountains</a:t>
            </a:r>
          </a:p>
          <a:p>
            <a:r>
              <a:rPr lang="en-GB" sz="3600" dirty="0">
                <a:solidFill>
                  <a:schemeClr val="bg1"/>
                </a:solidFill>
              </a:rPr>
              <a:t>Jesus in the streets</a:t>
            </a:r>
          </a:p>
          <a:p>
            <a:r>
              <a:rPr lang="en-GB" sz="3600" dirty="0">
                <a:solidFill>
                  <a:schemeClr val="bg1"/>
                </a:solidFill>
              </a:rPr>
              <a:t>Jesus in the darkness over </a:t>
            </a:r>
            <a:r>
              <a:rPr lang="en-GB" sz="3600" dirty="0" err="1">
                <a:solidFill>
                  <a:schemeClr val="bg1"/>
                </a:solidFill>
              </a:rPr>
              <a:t>ev'ry</a:t>
            </a:r>
            <a:r>
              <a:rPr lang="en-GB" sz="3600" dirty="0">
                <a:solidFill>
                  <a:schemeClr val="bg1"/>
                </a:solidFill>
              </a:rPr>
              <a:t> enemy</a:t>
            </a:r>
          </a:p>
          <a:p>
            <a:r>
              <a:rPr lang="en-GB" sz="3600" dirty="0">
                <a:solidFill>
                  <a:schemeClr val="bg1"/>
                </a:solidFill>
              </a:rPr>
              <a:t>Jesus for my </a:t>
            </a:r>
            <a:r>
              <a:rPr lang="en-GB" sz="3600" dirty="0" err="1">
                <a:solidFill>
                  <a:schemeClr val="bg1"/>
                </a:solidFill>
              </a:rPr>
              <a:t>fam'ly</a:t>
            </a:r>
            <a:endParaRPr lang="en-GB" sz="3600" dirty="0">
              <a:solidFill>
                <a:schemeClr val="bg1"/>
              </a:solidFill>
            </a:endParaRPr>
          </a:p>
          <a:p>
            <a:r>
              <a:rPr lang="en-GB" sz="3600" dirty="0">
                <a:solidFill>
                  <a:schemeClr val="bg1"/>
                </a:solidFill>
              </a:rPr>
              <a:t>I speak the holy Name Jesus</a:t>
            </a:r>
          </a:p>
        </p:txBody>
      </p:sp>
      <p:sp>
        <p:nvSpPr>
          <p:cNvPr id="4" name="TextBox 3"/>
          <p:cNvSpPr txBox="1"/>
          <p:nvPr/>
        </p:nvSpPr>
        <p:spPr>
          <a:xfrm>
            <a:off x="8529729" y="0"/>
            <a:ext cx="628698" cy="461665"/>
          </a:xfrm>
          <a:prstGeom prst="rect">
            <a:avLst/>
          </a:prstGeom>
          <a:noFill/>
        </p:spPr>
        <p:txBody>
          <a:bodyPr wrap="none" rtlCol="0">
            <a:spAutoFit/>
          </a:bodyPr>
          <a:lstStyle/>
          <a:p>
            <a:r>
              <a:rPr lang="en-GB" sz="2400" b="1" dirty="0">
                <a:solidFill>
                  <a:schemeClr val="bg1"/>
                </a:solidFill>
              </a:rPr>
              <a:t>5/5</a:t>
            </a:r>
          </a:p>
        </p:txBody>
      </p:sp>
    </p:spTree>
    <p:extLst>
      <p:ext uri="{BB962C8B-B14F-4D97-AF65-F5344CB8AC3E}">
        <p14:creationId xmlns:p14="http://schemas.microsoft.com/office/powerpoint/2010/main" val="408731290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906D2A-5E68-F15C-89E4-2DBC4F4793A3}"/>
              </a:ext>
            </a:extLst>
          </p:cNvPr>
          <p:cNvSpPr txBox="1">
            <a:spLocks/>
          </p:cNvSpPr>
          <p:nvPr/>
        </p:nvSpPr>
        <p:spPr bwMode="auto">
          <a:xfrm>
            <a:off x="457200" y="836712"/>
            <a:ext cx="8229600" cy="4893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90000" lnSpcReduction="10000"/>
          </a:bodyPr>
          <a:lstStyle>
            <a:lvl1pPr algn="l" defTabSz="457200" rtl="0" eaLnBrk="1" fontAlgn="base" hangingPunct="1">
              <a:spcBef>
                <a:spcPct val="0"/>
              </a:spcBef>
              <a:spcAft>
                <a:spcPct val="0"/>
              </a:spcAft>
              <a:defRPr sz="3200" kern="1200">
                <a:solidFill>
                  <a:srgbClr val="58595B"/>
                </a:solidFill>
                <a:latin typeface="Rockwell"/>
                <a:ea typeface="+mj-ea"/>
                <a:cs typeface="+mj-cs"/>
              </a:defRPr>
            </a:lvl1pPr>
            <a:lvl2pPr algn="l" defTabSz="457200" rtl="0" eaLnBrk="1" fontAlgn="base" hangingPunct="1">
              <a:spcBef>
                <a:spcPct val="0"/>
              </a:spcBef>
              <a:spcAft>
                <a:spcPct val="0"/>
              </a:spcAft>
              <a:defRPr sz="4400">
                <a:solidFill>
                  <a:srgbClr val="58595B"/>
                </a:solidFill>
                <a:latin typeface="Rockwell" panose="02060603020205020403" pitchFamily="18" charset="0"/>
              </a:defRPr>
            </a:lvl2pPr>
            <a:lvl3pPr algn="l" defTabSz="457200" rtl="0" eaLnBrk="1" fontAlgn="base" hangingPunct="1">
              <a:spcBef>
                <a:spcPct val="0"/>
              </a:spcBef>
              <a:spcAft>
                <a:spcPct val="0"/>
              </a:spcAft>
              <a:defRPr sz="4400">
                <a:solidFill>
                  <a:srgbClr val="58595B"/>
                </a:solidFill>
                <a:latin typeface="Rockwell" panose="02060603020205020403" pitchFamily="18" charset="0"/>
              </a:defRPr>
            </a:lvl3pPr>
            <a:lvl4pPr algn="l" defTabSz="457200" rtl="0" eaLnBrk="1" fontAlgn="base" hangingPunct="1">
              <a:spcBef>
                <a:spcPct val="0"/>
              </a:spcBef>
              <a:spcAft>
                <a:spcPct val="0"/>
              </a:spcAft>
              <a:defRPr sz="4400">
                <a:solidFill>
                  <a:srgbClr val="58595B"/>
                </a:solidFill>
                <a:latin typeface="Rockwell" panose="02060603020205020403" pitchFamily="18" charset="0"/>
              </a:defRPr>
            </a:lvl4pPr>
            <a:lvl5pPr algn="l" defTabSz="457200" rtl="0" eaLnBrk="1" fontAlgn="base" hangingPunct="1">
              <a:spcBef>
                <a:spcPct val="0"/>
              </a:spcBef>
              <a:spcAft>
                <a:spcPct val="0"/>
              </a:spcAft>
              <a:defRPr sz="4400">
                <a:solidFill>
                  <a:srgbClr val="58595B"/>
                </a:solidFill>
                <a:latin typeface="Rockwell" panose="02060603020205020403" pitchFamily="18" charset="0"/>
              </a:defRPr>
            </a:lvl5pPr>
            <a:lvl6pPr marL="457200" algn="l" defTabSz="457200" rtl="0" eaLnBrk="1" fontAlgn="base" hangingPunct="1">
              <a:spcBef>
                <a:spcPct val="0"/>
              </a:spcBef>
              <a:spcAft>
                <a:spcPct val="0"/>
              </a:spcAft>
              <a:defRPr sz="4400">
                <a:solidFill>
                  <a:srgbClr val="58595B"/>
                </a:solidFill>
                <a:latin typeface="Rockwell" panose="02060603020205020403" pitchFamily="18" charset="0"/>
              </a:defRPr>
            </a:lvl6pPr>
            <a:lvl7pPr marL="914400" algn="l" defTabSz="457200" rtl="0" eaLnBrk="1" fontAlgn="base" hangingPunct="1">
              <a:spcBef>
                <a:spcPct val="0"/>
              </a:spcBef>
              <a:spcAft>
                <a:spcPct val="0"/>
              </a:spcAft>
              <a:defRPr sz="4400">
                <a:solidFill>
                  <a:srgbClr val="58595B"/>
                </a:solidFill>
                <a:latin typeface="Rockwell" panose="02060603020205020403" pitchFamily="18" charset="0"/>
              </a:defRPr>
            </a:lvl7pPr>
            <a:lvl8pPr marL="1371600" algn="l" defTabSz="457200" rtl="0" eaLnBrk="1" fontAlgn="base" hangingPunct="1">
              <a:spcBef>
                <a:spcPct val="0"/>
              </a:spcBef>
              <a:spcAft>
                <a:spcPct val="0"/>
              </a:spcAft>
              <a:defRPr sz="4400">
                <a:solidFill>
                  <a:srgbClr val="58595B"/>
                </a:solidFill>
                <a:latin typeface="Rockwell" panose="02060603020205020403" pitchFamily="18" charset="0"/>
              </a:defRPr>
            </a:lvl8pPr>
            <a:lvl9pPr marL="1828800" algn="l" defTabSz="457200" rtl="0" eaLnBrk="1" fontAlgn="base" hangingPunct="1">
              <a:spcBef>
                <a:spcPct val="0"/>
              </a:spcBef>
              <a:spcAft>
                <a:spcPct val="0"/>
              </a:spcAft>
              <a:defRPr sz="4400">
                <a:solidFill>
                  <a:srgbClr val="58595B"/>
                </a:solidFill>
                <a:latin typeface="Rockwell" panose="02060603020205020403" pitchFamily="18" charset="0"/>
              </a:defRPr>
            </a:lvl9pPr>
          </a:lstStyle>
          <a:p>
            <a:pPr marL="0" marR="0" lvl="0" indent="0" algn="l" defTabSz="457200" rtl="0" eaLnBrk="1" fontAlgn="base" latinLnBrk="0" hangingPunct="1">
              <a:lnSpc>
                <a:spcPct val="100000"/>
              </a:lnSpc>
              <a:spcBef>
                <a:spcPct val="0"/>
              </a:spcBef>
              <a:spcAft>
                <a:spcPct val="0"/>
              </a:spcAft>
              <a:buClrTx/>
              <a:buSzTx/>
              <a:buFontTx/>
              <a:buNone/>
              <a:tabLst/>
              <a:defRPr/>
            </a:pPr>
            <a:endParaRPr kumimoji="0" lang="en-GB" sz="3200" b="0" i="0" u="none" strike="noStrike" kern="1200" cap="none" spc="0" normalizeH="0" baseline="0" noProof="0" dirty="0">
              <a:ln>
                <a:noFill/>
              </a:ln>
              <a:solidFill>
                <a:schemeClr val="bg1"/>
              </a:solidFill>
              <a:effectLst/>
              <a:uLnTx/>
              <a:uFillTx/>
              <a:latin typeface="Rockwell"/>
              <a:ea typeface="+mj-ea"/>
              <a:cs typeface="+mj-cs"/>
            </a:endParaRPr>
          </a:p>
        </p:txBody>
      </p:sp>
      <p:sp>
        <p:nvSpPr>
          <p:cNvPr id="4" name="Title 1">
            <a:extLst>
              <a:ext uri="{FF2B5EF4-FFF2-40B4-BE49-F238E27FC236}">
                <a16:creationId xmlns:a16="http://schemas.microsoft.com/office/drawing/2014/main" id="{89C6AC8B-4AF1-9B45-6683-F14ED4AE0E1F}"/>
              </a:ext>
            </a:extLst>
          </p:cNvPr>
          <p:cNvSpPr txBox="1">
            <a:spLocks/>
          </p:cNvSpPr>
          <p:nvPr/>
        </p:nvSpPr>
        <p:spPr bwMode="auto">
          <a:xfrm>
            <a:off x="435852" y="1484784"/>
            <a:ext cx="8229600" cy="46805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a:bodyPr>
          <a:lstStyle>
            <a:lvl1pPr algn="l" defTabSz="457200" rtl="0" eaLnBrk="1" fontAlgn="base" hangingPunct="1">
              <a:spcBef>
                <a:spcPct val="0"/>
              </a:spcBef>
              <a:spcAft>
                <a:spcPct val="0"/>
              </a:spcAft>
              <a:defRPr sz="3200" kern="1200">
                <a:solidFill>
                  <a:srgbClr val="58595B"/>
                </a:solidFill>
                <a:latin typeface="Rockwell"/>
                <a:ea typeface="+mj-ea"/>
                <a:cs typeface="+mj-cs"/>
              </a:defRPr>
            </a:lvl1pPr>
            <a:lvl2pPr algn="l" defTabSz="457200" rtl="0" eaLnBrk="1" fontAlgn="base" hangingPunct="1">
              <a:spcBef>
                <a:spcPct val="0"/>
              </a:spcBef>
              <a:spcAft>
                <a:spcPct val="0"/>
              </a:spcAft>
              <a:defRPr sz="4400">
                <a:solidFill>
                  <a:srgbClr val="58595B"/>
                </a:solidFill>
                <a:latin typeface="Rockwell" panose="02060603020205020403" pitchFamily="18" charset="0"/>
              </a:defRPr>
            </a:lvl2pPr>
            <a:lvl3pPr algn="l" defTabSz="457200" rtl="0" eaLnBrk="1" fontAlgn="base" hangingPunct="1">
              <a:spcBef>
                <a:spcPct val="0"/>
              </a:spcBef>
              <a:spcAft>
                <a:spcPct val="0"/>
              </a:spcAft>
              <a:defRPr sz="4400">
                <a:solidFill>
                  <a:srgbClr val="58595B"/>
                </a:solidFill>
                <a:latin typeface="Rockwell" panose="02060603020205020403" pitchFamily="18" charset="0"/>
              </a:defRPr>
            </a:lvl3pPr>
            <a:lvl4pPr algn="l" defTabSz="457200" rtl="0" eaLnBrk="1" fontAlgn="base" hangingPunct="1">
              <a:spcBef>
                <a:spcPct val="0"/>
              </a:spcBef>
              <a:spcAft>
                <a:spcPct val="0"/>
              </a:spcAft>
              <a:defRPr sz="4400">
                <a:solidFill>
                  <a:srgbClr val="58595B"/>
                </a:solidFill>
                <a:latin typeface="Rockwell" panose="02060603020205020403" pitchFamily="18" charset="0"/>
              </a:defRPr>
            </a:lvl4pPr>
            <a:lvl5pPr algn="l" defTabSz="457200" rtl="0" eaLnBrk="1" fontAlgn="base" hangingPunct="1">
              <a:spcBef>
                <a:spcPct val="0"/>
              </a:spcBef>
              <a:spcAft>
                <a:spcPct val="0"/>
              </a:spcAft>
              <a:defRPr sz="4400">
                <a:solidFill>
                  <a:srgbClr val="58595B"/>
                </a:solidFill>
                <a:latin typeface="Rockwell" panose="02060603020205020403" pitchFamily="18" charset="0"/>
              </a:defRPr>
            </a:lvl5pPr>
            <a:lvl6pPr marL="457200" algn="l" defTabSz="457200" rtl="0" eaLnBrk="1" fontAlgn="base" hangingPunct="1">
              <a:spcBef>
                <a:spcPct val="0"/>
              </a:spcBef>
              <a:spcAft>
                <a:spcPct val="0"/>
              </a:spcAft>
              <a:defRPr sz="4400">
                <a:solidFill>
                  <a:srgbClr val="58595B"/>
                </a:solidFill>
                <a:latin typeface="Rockwell" panose="02060603020205020403" pitchFamily="18" charset="0"/>
              </a:defRPr>
            </a:lvl6pPr>
            <a:lvl7pPr marL="914400" algn="l" defTabSz="457200" rtl="0" eaLnBrk="1" fontAlgn="base" hangingPunct="1">
              <a:spcBef>
                <a:spcPct val="0"/>
              </a:spcBef>
              <a:spcAft>
                <a:spcPct val="0"/>
              </a:spcAft>
              <a:defRPr sz="4400">
                <a:solidFill>
                  <a:srgbClr val="58595B"/>
                </a:solidFill>
                <a:latin typeface="Rockwell" panose="02060603020205020403" pitchFamily="18" charset="0"/>
              </a:defRPr>
            </a:lvl7pPr>
            <a:lvl8pPr marL="1371600" algn="l" defTabSz="457200" rtl="0" eaLnBrk="1" fontAlgn="base" hangingPunct="1">
              <a:spcBef>
                <a:spcPct val="0"/>
              </a:spcBef>
              <a:spcAft>
                <a:spcPct val="0"/>
              </a:spcAft>
              <a:defRPr sz="4400">
                <a:solidFill>
                  <a:srgbClr val="58595B"/>
                </a:solidFill>
                <a:latin typeface="Rockwell" panose="02060603020205020403" pitchFamily="18" charset="0"/>
              </a:defRPr>
            </a:lvl8pPr>
            <a:lvl9pPr marL="1828800" algn="l" defTabSz="457200" rtl="0" eaLnBrk="1" fontAlgn="base" hangingPunct="1">
              <a:spcBef>
                <a:spcPct val="0"/>
              </a:spcBef>
              <a:spcAft>
                <a:spcPct val="0"/>
              </a:spcAft>
              <a:defRPr sz="4400">
                <a:solidFill>
                  <a:srgbClr val="58595B"/>
                </a:solidFill>
                <a:latin typeface="Rockwell" panose="02060603020205020403" pitchFamily="18" charset="0"/>
              </a:defRPr>
            </a:lvl9pPr>
          </a:lstStyle>
          <a:p>
            <a:pPr marL="0" marR="0" lvl="0" indent="0" algn="ctr" defTabSz="457200" rtl="0" eaLnBrk="1" fontAlgn="base" latinLnBrk="0" hangingPunct="1">
              <a:lnSpc>
                <a:spcPct val="100000"/>
              </a:lnSpc>
              <a:spcBef>
                <a:spcPct val="0"/>
              </a:spcBef>
              <a:spcAft>
                <a:spcPct val="0"/>
              </a:spcAft>
              <a:buClrTx/>
              <a:buSzTx/>
              <a:buFontTx/>
              <a:buNone/>
              <a:tabLst/>
              <a:defRPr/>
            </a:pPr>
            <a:endParaRPr kumimoji="0" lang="en-GB" sz="3200" b="0" i="0" u="none" strike="noStrike" kern="1200" cap="none" spc="0" normalizeH="0" baseline="0" noProof="0" dirty="0">
              <a:ln>
                <a:noFill/>
              </a:ln>
              <a:solidFill>
                <a:schemeClr val="bg1"/>
              </a:solidFill>
              <a:effectLst/>
              <a:uLnTx/>
              <a:uFillTx/>
              <a:latin typeface="Rockwell"/>
              <a:ea typeface="+mj-ea"/>
              <a:cs typeface="+mj-cs"/>
            </a:endParaRPr>
          </a:p>
        </p:txBody>
      </p:sp>
      <p:pic>
        <p:nvPicPr>
          <p:cNvPr id="7170" name="Picture 2" descr="Ainsdale Methodist Church Notices">
            <a:extLst>
              <a:ext uri="{FF2B5EF4-FFF2-40B4-BE49-F238E27FC236}">
                <a16:creationId xmlns:a16="http://schemas.microsoft.com/office/drawing/2014/main" id="{3EEB5152-0F8F-378F-8135-B603334301E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1027113"/>
            <a:ext cx="9144000" cy="48037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7740221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5757F6-55A9-47B0-91CA-75C5DBDC1786}"/>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46936747-D090-4803-C7DC-22BAB5B2694D}"/>
              </a:ext>
            </a:extLst>
          </p:cNvPr>
          <p:cNvPicPr>
            <a:picLocks noChangeAspect="1"/>
          </p:cNvPicPr>
          <p:nvPr/>
        </p:nvPicPr>
        <p:blipFill>
          <a:blip r:embed="rId3"/>
          <a:stretch>
            <a:fillRect/>
          </a:stretch>
        </p:blipFill>
        <p:spPr>
          <a:xfrm>
            <a:off x="0" y="857250"/>
            <a:ext cx="9144000" cy="5143500"/>
          </a:xfrm>
          <a:prstGeom prst="rect">
            <a:avLst/>
          </a:prstGeom>
        </p:spPr>
      </p:pic>
    </p:spTree>
    <p:extLst>
      <p:ext uri="{BB962C8B-B14F-4D97-AF65-F5344CB8AC3E}">
        <p14:creationId xmlns:p14="http://schemas.microsoft.com/office/powerpoint/2010/main" val="93554525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5DDB38-2D92-CDA8-108E-BAB014677C38}"/>
            </a:ext>
          </a:extLst>
        </p:cNvPr>
        <p:cNvGrpSpPr/>
        <p:nvPr/>
      </p:nvGrpSpPr>
      <p:grpSpPr>
        <a:xfrm>
          <a:off x="0" y="0"/>
          <a:ext cx="0" cy="0"/>
          <a:chOff x="0" y="0"/>
          <a:chExt cx="0" cy="0"/>
        </a:xfrm>
      </p:grpSpPr>
      <p:sp>
        <p:nvSpPr>
          <p:cNvPr id="4" name="AutoShape 4">
            <a:extLst>
              <a:ext uri="{FF2B5EF4-FFF2-40B4-BE49-F238E27FC236}">
                <a16:creationId xmlns:a16="http://schemas.microsoft.com/office/drawing/2014/main" id="{FC629845-6805-C1E6-E442-AEA8EF7F5CCC}"/>
              </a:ext>
            </a:extLst>
          </p:cNvPr>
          <p:cNvSpPr>
            <a:spLocks noChangeAspect="1" noChangeArrowheads="1"/>
          </p:cNvSpPr>
          <p:nvPr/>
        </p:nvSpPr>
        <p:spPr bwMode="auto">
          <a:xfrm>
            <a:off x="4419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pic>
        <p:nvPicPr>
          <p:cNvPr id="5" name="Picture 4">
            <a:extLst>
              <a:ext uri="{FF2B5EF4-FFF2-40B4-BE49-F238E27FC236}">
                <a16:creationId xmlns:a16="http://schemas.microsoft.com/office/drawing/2014/main" id="{5B106B2D-5EB4-A907-2876-C5E6CE50C9DA}"/>
              </a:ext>
            </a:extLst>
          </p:cNvPr>
          <p:cNvPicPr>
            <a:picLocks noChangeAspect="1"/>
          </p:cNvPicPr>
          <p:nvPr/>
        </p:nvPicPr>
        <p:blipFill>
          <a:blip r:embed="rId2"/>
          <a:stretch>
            <a:fillRect/>
          </a:stretch>
        </p:blipFill>
        <p:spPr>
          <a:xfrm>
            <a:off x="2147697" y="0"/>
            <a:ext cx="4848606" cy="6858000"/>
          </a:xfrm>
          <a:prstGeom prst="rect">
            <a:avLst/>
          </a:prstGeom>
        </p:spPr>
      </p:pic>
    </p:spTree>
    <p:extLst>
      <p:ext uri="{BB962C8B-B14F-4D97-AF65-F5344CB8AC3E}">
        <p14:creationId xmlns:p14="http://schemas.microsoft.com/office/powerpoint/2010/main" val="66491323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8C3985-8B83-D3B2-292F-E1A59D0A14BF}"/>
            </a:ext>
          </a:extLst>
        </p:cNvPr>
        <p:cNvGrpSpPr/>
        <p:nvPr/>
      </p:nvGrpSpPr>
      <p:grpSpPr>
        <a:xfrm>
          <a:off x="0" y="0"/>
          <a:ext cx="0" cy="0"/>
          <a:chOff x="0" y="0"/>
          <a:chExt cx="0" cy="0"/>
        </a:xfrm>
      </p:grpSpPr>
      <p:sp>
        <p:nvSpPr>
          <p:cNvPr id="4" name="AutoShape 4">
            <a:extLst>
              <a:ext uri="{FF2B5EF4-FFF2-40B4-BE49-F238E27FC236}">
                <a16:creationId xmlns:a16="http://schemas.microsoft.com/office/drawing/2014/main" id="{5A882619-E590-B58F-E69C-A28B83B97ADC}"/>
              </a:ext>
            </a:extLst>
          </p:cNvPr>
          <p:cNvSpPr>
            <a:spLocks noChangeAspect="1" noChangeArrowheads="1"/>
          </p:cNvSpPr>
          <p:nvPr/>
        </p:nvSpPr>
        <p:spPr bwMode="auto">
          <a:xfrm>
            <a:off x="4419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pic>
        <p:nvPicPr>
          <p:cNvPr id="5" name="Picture 4">
            <a:extLst>
              <a:ext uri="{FF2B5EF4-FFF2-40B4-BE49-F238E27FC236}">
                <a16:creationId xmlns:a16="http://schemas.microsoft.com/office/drawing/2014/main" id="{9736EA3C-752F-7FDC-9302-57DAFDDCF019}"/>
              </a:ext>
            </a:extLst>
          </p:cNvPr>
          <p:cNvPicPr>
            <a:picLocks noChangeAspect="1"/>
          </p:cNvPicPr>
          <p:nvPr/>
        </p:nvPicPr>
        <p:blipFill>
          <a:blip r:embed="rId2"/>
          <a:stretch>
            <a:fillRect/>
          </a:stretch>
        </p:blipFill>
        <p:spPr>
          <a:xfrm>
            <a:off x="0" y="197167"/>
            <a:ext cx="9144000" cy="6463665"/>
          </a:xfrm>
          <a:prstGeom prst="rect">
            <a:avLst/>
          </a:prstGeom>
        </p:spPr>
      </p:pic>
    </p:spTree>
    <p:extLst>
      <p:ext uri="{BB962C8B-B14F-4D97-AF65-F5344CB8AC3E}">
        <p14:creationId xmlns:p14="http://schemas.microsoft.com/office/powerpoint/2010/main" val="377673063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935433-DF29-11DE-5734-6D3E1638C42E}"/>
            </a:ext>
          </a:extLst>
        </p:cNvPr>
        <p:cNvGrpSpPr/>
        <p:nvPr/>
      </p:nvGrpSpPr>
      <p:grpSpPr>
        <a:xfrm>
          <a:off x="0" y="0"/>
          <a:ext cx="0" cy="0"/>
          <a:chOff x="0" y="0"/>
          <a:chExt cx="0" cy="0"/>
        </a:xfrm>
      </p:grpSpPr>
      <p:sp>
        <p:nvSpPr>
          <p:cNvPr id="4" name="AutoShape 4">
            <a:extLst>
              <a:ext uri="{FF2B5EF4-FFF2-40B4-BE49-F238E27FC236}">
                <a16:creationId xmlns:a16="http://schemas.microsoft.com/office/drawing/2014/main" id="{4183285E-03CB-0D11-1882-A1BA07545BDC}"/>
              </a:ext>
            </a:extLst>
          </p:cNvPr>
          <p:cNvSpPr>
            <a:spLocks noChangeAspect="1" noChangeArrowheads="1"/>
          </p:cNvSpPr>
          <p:nvPr/>
        </p:nvSpPr>
        <p:spPr bwMode="auto">
          <a:xfrm>
            <a:off x="4419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pic>
        <p:nvPicPr>
          <p:cNvPr id="5" name="Picture 4">
            <a:extLst>
              <a:ext uri="{FF2B5EF4-FFF2-40B4-BE49-F238E27FC236}">
                <a16:creationId xmlns:a16="http://schemas.microsoft.com/office/drawing/2014/main" id="{859A95C5-8E43-DCEF-2140-2EC545BB9A32}"/>
              </a:ext>
            </a:extLst>
          </p:cNvPr>
          <p:cNvPicPr>
            <a:picLocks noChangeAspect="1"/>
          </p:cNvPicPr>
          <p:nvPr/>
        </p:nvPicPr>
        <p:blipFill>
          <a:blip r:embed="rId2"/>
          <a:stretch>
            <a:fillRect/>
          </a:stretch>
        </p:blipFill>
        <p:spPr>
          <a:xfrm>
            <a:off x="2286000" y="0"/>
            <a:ext cx="4572000" cy="6858000"/>
          </a:xfrm>
          <a:prstGeom prst="rect">
            <a:avLst/>
          </a:prstGeom>
        </p:spPr>
      </p:pic>
    </p:spTree>
    <p:extLst>
      <p:ext uri="{BB962C8B-B14F-4D97-AF65-F5344CB8AC3E}">
        <p14:creationId xmlns:p14="http://schemas.microsoft.com/office/powerpoint/2010/main" val="94045079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7BD8729-0A1D-DFE9-0536-CB57BC2FAB99}"/>
              </a:ext>
            </a:extLst>
          </p:cNvPr>
          <p:cNvPicPr>
            <a:picLocks noChangeAspect="1"/>
          </p:cNvPicPr>
          <p:nvPr/>
        </p:nvPicPr>
        <p:blipFill>
          <a:blip r:embed="rId2"/>
          <a:stretch>
            <a:fillRect/>
          </a:stretch>
        </p:blipFill>
        <p:spPr>
          <a:xfrm>
            <a:off x="0" y="857250"/>
            <a:ext cx="9144000" cy="5143500"/>
          </a:xfrm>
          <a:prstGeom prst="rect">
            <a:avLst/>
          </a:prstGeom>
        </p:spPr>
      </p:pic>
    </p:spTree>
    <p:extLst>
      <p:ext uri="{BB962C8B-B14F-4D97-AF65-F5344CB8AC3E}">
        <p14:creationId xmlns:p14="http://schemas.microsoft.com/office/powerpoint/2010/main" val="187263091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B7D4F5-7735-C2A4-5222-746F274368EF}"/>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41AC1F9C-7D07-CC4A-86C6-42449AE4348A}"/>
              </a:ext>
            </a:extLst>
          </p:cNvPr>
          <p:cNvPicPr>
            <a:picLocks noChangeAspect="1"/>
          </p:cNvPicPr>
          <p:nvPr/>
        </p:nvPicPr>
        <p:blipFill>
          <a:blip r:embed="rId2"/>
          <a:stretch>
            <a:fillRect/>
          </a:stretch>
        </p:blipFill>
        <p:spPr>
          <a:xfrm>
            <a:off x="0" y="857250"/>
            <a:ext cx="9144000" cy="5143500"/>
          </a:xfrm>
          <a:prstGeom prst="rect">
            <a:avLst/>
          </a:prstGeom>
        </p:spPr>
      </p:pic>
    </p:spTree>
    <p:extLst>
      <p:ext uri="{BB962C8B-B14F-4D97-AF65-F5344CB8AC3E}">
        <p14:creationId xmlns:p14="http://schemas.microsoft.com/office/powerpoint/2010/main" val="47580123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0A929D4-B857-13A7-F16F-1C885159F095}"/>
              </a:ext>
            </a:extLst>
          </p:cNvPr>
          <p:cNvPicPr>
            <a:picLocks noChangeAspect="1"/>
          </p:cNvPicPr>
          <p:nvPr/>
        </p:nvPicPr>
        <p:blipFill>
          <a:blip r:embed="rId2"/>
          <a:stretch>
            <a:fillRect/>
          </a:stretch>
        </p:blipFill>
        <p:spPr>
          <a:xfrm>
            <a:off x="0" y="857250"/>
            <a:ext cx="9144000" cy="5143500"/>
          </a:xfrm>
          <a:prstGeom prst="rect">
            <a:avLst/>
          </a:prstGeom>
        </p:spPr>
      </p:pic>
    </p:spTree>
    <p:extLst>
      <p:ext uri="{BB962C8B-B14F-4D97-AF65-F5344CB8AC3E}">
        <p14:creationId xmlns:p14="http://schemas.microsoft.com/office/powerpoint/2010/main" val="46750695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Preach the Word#6. “Broken preachers.” – Morningside church of Christ">
            <a:extLst>
              <a:ext uri="{FF2B5EF4-FFF2-40B4-BE49-F238E27FC236}">
                <a16:creationId xmlns:a16="http://schemas.microsoft.com/office/drawing/2014/main" id="{2AA83B72-9961-C11B-4973-8C7748297C8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6390"/>
          <a:stretch/>
        </p:blipFill>
        <p:spPr bwMode="auto">
          <a:xfrm>
            <a:off x="539552" y="1052736"/>
            <a:ext cx="8229600" cy="4525963"/>
          </a:xfrm>
          <a:prstGeom prst="rect">
            <a:avLst/>
          </a:prstGeom>
          <a:solidFill>
            <a:srgbClr val="FFFFFF"/>
          </a:solidFill>
        </p:spPr>
      </p:pic>
    </p:spTree>
    <p:extLst>
      <p:ext uri="{BB962C8B-B14F-4D97-AF65-F5344CB8AC3E}">
        <p14:creationId xmlns:p14="http://schemas.microsoft.com/office/powerpoint/2010/main" val="404303160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a:spLocks noGrp="1"/>
          </p:cNvSpPr>
          <p:nvPr>
            <p:ph type="ctrTitle"/>
          </p:nvPr>
        </p:nvSpPr>
        <p:spPr>
          <a:xfrm>
            <a:off x="311708" y="1601825"/>
            <a:ext cx="8520600" cy="2052600"/>
          </a:xfrm>
          <a:prstGeom prst="rect">
            <a:avLst/>
          </a:prstGeom>
        </p:spPr>
        <p:txBody>
          <a:bodyPr spcFirstLastPara="1" wrap="square" lIns="91425" tIns="91425" rIns="91425" bIns="91425" anchor="b" anchorCtr="0">
            <a:normAutofit/>
          </a:bodyPr>
          <a:lstStyle/>
          <a:p>
            <a:r>
              <a:rPr lang="en-GB"/>
              <a:t>The Ripple Effect                    </a:t>
            </a:r>
            <a:r>
              <a:rPr lang="en-GB" sz="1700"/>
              <a:t>Spirit power, Timing and Perseverance</a:t>
            </a:r>
            <a:endParaRPr sz="1700"/>
          </a:p>
        </p:txBody>
      </p:sp>
      <p:sp>
        <p:nvSpPr>
          <p:cNvPr id="55" name="Google Shape;55;p13"/>
          <p:cNvSpPr txBox="1">
            <a:spLocks noGrp="1"/>
          </p:cNvSpPr>
          <p:nvPr>
            <p:ph type="subTitle" idx="1"/>
          </p:nvPr>
        </p:nvSpPr>
        <p:spPr>
          <a:xfrm>
            <a:off x="311700" y="3691375"/>
            <a:ext cx="8520600" cy="792600"/>
          </a:xfrm>
          <a:prstGeom prst="rect">
            <a:avLst/>
          </a:prstGeom>
        </p:spPr>
        <p:txBody>
          <a:bodyPr spcFirstLastPara="1" wrap="square" lIns="91425" tIns="91425" rIns="91425" bIns="91425" anchor="t" anchorCtr="0">
            <a:normAutofit/>
          </a:bodyPr>
          <a:lstStyle/>
          <a:p>
            <a:pPr marL="0" indent="0"/>
            <a:r>
              <a:rPr lang="en-GB"/>
              <a:t>Acts 19 v 1-22</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59"/>
        <p:cNvGrpSpPr/>
        <p:nvPr/>
      </p:nvGrpSpPr>
      <p:grpSpPr>
        <a:xfrm>
          <a:off x="0" y="0"/>
          <a:ext cx="0" cy="0"/>
          <a:chOff x="0" y="0"/>
          <a:chExt cx="0" cy="0"/>
        </a:xfrm>
      </p:grpSpPr>
      <p:sp>
        <p:nvSpPr>
          <p:cNvPr id="60" name="Google Shape;60;p14"/>
          <p:cNvSpPr txBox="1">
            <a:spLocks noGrp="1"/>
          </p:cNvSpPr>
          <p:nvPr>
            <p:ph type="body" idx="1"/>
          </p:nvPr>
        </p:nvSpPr>
        <p:spPr>
          <a:xfrm>
            <a:off x="311700" y="1390600"/>
            <a:ext cx="8520600" cy="4537200"/>
          </a:xfrm>
          <a:prstGeom prst="rect">
            <a:avLst/>
          </a:prstGeom>
        </p:spPr>
        <p:txBody>
          <a:bodyPr spcFirstLastPara="1" wrap="square" lIns="91425" tIns="91425" rIns="91425" bIns="91425" anchor="t" anchorCtr="0">
            <a:normAutofit fontScale="32500" lnSpcReduction="20000"/>
          </a:bodyPr>
          <a:lstStyle/>
          <a:p>
            <a:pPr marL="0" indent="0">
              <a:buNone/>
            </a:pPr>
            <a:r>
              <a:rPr lang="en-GB" sz="4500" b="1">
                <a:solidFill>
                  <a:schemeClr val="dk1"/>
                </a:solidFill>
                <a:highlight>
                  <a:srgbClr val="FFFFFF"/>
                </a:highlight>
                <a:latin typeface="Roboto"/>
                <a:ea typeface="Roboto"/>
                <a:cs typeface="Roboto"/>
                <a:sym typeface="Roboto"/>
              </a:rPr>
              <a:t>Paul in Ephesus</a:t>
            </a:r>
            <a:endParaRPr sz="4500" b="1">
              <a:solidFill>
                <a:schemeClr val="dk1"/>
              </a:solidFill>
              <a:highlight>
                <a:srgbClr val="FFFFFF"/>
              </a:highlight>
              <a:latin typeface="Roboto"/>
              <a:ea typeface="Roboto"/>
              <a:cs typeface="Roboto"/>
              <a:sym typeface="Roboto"/>
            </a:endParaRPr>
          </a:p>
          <a:p>
            <a:pPr marL="0" indent="0">
              <a:spcBef>
                <a:spcPts val="1200"/>
              </a:spcBef>
              <a:buNone/>
            </a:pPr>
            <a:r>
              <a:rPr lang="en-GB" sz="4008" b="1">
                <a:solidFill>
                  <a:schemeClr val="dk1"/>
                </a:solidFill>
                <a:highlight>
                  <a:srgbClr val="FFFFFF"/>
                </a:highlight>
                <a:latin typeface="Roboto"/>
                <a:ea typeface="Roboto"/>
                <a:cs typeface="Roboto"/>
                <a:sym typeface="Roboto"/>
              </a:rPr>
              <a:t>19 </a:t>
            </a:r>
            <a:r>
              <a:rPr lang="en-GB" sz="4008">
                <a:solidFill>
                  <a:schemeClr val="dk1"/>
                </a:solidFill>
                <a:highlight>
                  <a:srgbClr val="FFFFFF"/>
                </a:highlight>
                <a:latin typeface="Roboto"/>
                <a:ea typeface="Roboto"/>
                <a:cs typeface="Roboto"/>
                <a:sym typeface="Roboto"/>
              </a:rPr>
              <a:t>While Apollos was at Corinth, Paul took the road through the interior and arrived at Ephesus. There he found some disciples </a:t>
            </a:r>
            <a:r>
              <a:rPr lang="en-GB" sz="4008" b="1" baseline="30000">
                <a:solidFill>
                  <a:schemeClr val="dk1"/>
                </a:solidFill>
                <a:highlight>
                  <a:srgbClr val="FFFFFF"/>
                </a:highlight>
                <a:latin typeface="Roboto"/>
                <a:ea typeface="Roboto"/>
                <a:cs typeface="Roboto"/>
                <a:sym typeface="Roboto"/>
              </a:rPr>
              <a:t>2 </a:t>
            </a:r>
            <a:r>
              <a:rPr lang="en-GB" sz="4008">
                <a:solidFill>
                  <a:schemeClr val="dk1"/>
                </a:solidFill>
                <a:highlight>
                  <a:srgbClr val="FFFFFF"/>
                </a:highlight>
                <a:latin typeface="Roboto"/>
                <a:ea typeface="Roboto"/>
                <a:cs typeface="Roboto"/>
                <a:sym typeface="Roboto"/>
              </a:rPr>
              <a:t>and asked them, “Did you receive the Holy Spirit when</a:t>
            </a:r>
            <a:r>
              <a:rPr lang="en-GB" sz="4008" baseline="30000">
                <a:solidFill>
                  <a:schemeClr val="dk1"/>
                </a:solidFill>
                <a:highlight>
                  <a:srgbClr val="FFFFFF"/>
                </a:highlight>
                <a:latin typeface="Roboto"/>
                <a:ea typeface="Roboto"/>
                <a:cs typeface="Roboto"/>
                <a:sym typeface="Roboto"/>
              </a:rPr>
              <a:t>[</a:t>
            </a:r>
            <a:r>
              <a:rPr lang="en-GB" sz="4008" baseline="30000">
                <a:solidFill>
                  <a:srgbClr val="126ABB"/>
                </a:solidFill>
                <a:highlight>
                  <a:srgbClr val="FFFFFF"/>
                </a:highlight>
                <a:uFill>
                  <a:noFill/>
                </a:uFill>
                <a:latin typeface="Roboto"/>
                <a:ea typeface="Roboto"/>
                <a:cs typeface="Roboto"/>
                <a:sym typeface="Roboto"/>
                <a:hlinkClick r:id="rId3">
                  <a:extLst>
                    <a:ext uri="{A12FA001-AC4F-418D-AE19-62706E023703}">
                      <ahyp:hlinkClr xmlns:ahyp="http://schemas.microsoft.com/office/drawing/2018/hyperlinkcolor" val="tx"/>
                    </a:ext>
                  </a:extLst>
                </a:hlinkClick>
              </a:rPr>
              <a:t>a</a:t>
            </a:r>
            <a:r>
              <a:rPr lang="en-GB" sz="4008" baseline="30000">
                <a:solidFill>
                  <a:schemeClr val="dk1"/>
                </a:solidFill>
                <a:highlight>
                  <a:srgbClr val="FFFFFF"/>
                </a:highlight>
                <a:latin typeface="Roboto"/>
                <a:ea typeface="Roboto"/>
                <a:cs typeface="Roboto"/>
                <a:sym typeface="Roboto"/>
              </a:rPr>
              <a:t>]</a:t>
            </a:r>
            <a:r>
              <a:rPr lang="en-GB" sz="4008">
                <a:solidFill>
                  <a:schemeClr val="dk1"/>
                </a:solidFill>
                <a:highlight>
                  <a:srgbClr val="FFFFFF"/>
                </a:highlight>
                <a:latin typeface="Roboto"/>
                <a:ea typeface="Roboto"/>
                <a:cs typeface="Roboto"/>
                <a:sym typeface="Roboto"/>
              </a:rPr>
              <a:t> you believed?”</a:t>
            </a:r>
            <a:endParaRPr sz="4008">
              <a:solidFill>
                <a:schemeClr val="dk1"/>
              </a:solidFill>
              <a:highlight>
                <a:srgbClr val="FFFFFF"/>
              </a:highlight>
              <a:latin typeface="Roboto"/>
              <a:ea typeface="Roboto"/>
              <a:cs typeface="Roboto"/>
              <a:sym typeface="Roboto"/>
            </a:endParaRPr>
          </a:p>
          <a:p>
            <a:pPr marL="0" indent="0">
              <a:spcBef>
                <a:spcPts val="1200"/>
              </a:spcBef>
              <a:buNone/>
            </a:pPr>
            <a:r>
              <a:rPr lang="en-GB" sz="4008">
                <a:solidFill>
                  <a:schemeClr val="dk1"/>
                </a:solidFill>
                <a:highlight>
                  <a:srgbClr val="FFFFFF"/>
                </a:highlight>
                <a:latin typeface="Roboto"/>
                <a:ea typeface="Roboto"/>
                <a:cs typeface="Roboto"/>
                <a:sym typeface="Roboto"/>
              </a:rPr>
              <a:t>They answered, “No, we have not even heard that there is a Holy Spirit.”</a:t>
            </a:r>
            <a:endParaRPr sz="4008">
              <a:solidFill>
                <a:schemeClr val="dk1"/>
              </a:solidFill>
              <a:highlight>
                <a:srgbClr val="FFFFFF"/>
              </a:highlight>
              <a:latin typeface="Roboto"/>
              <a:ea typeface="Roboto"/>
              <a:cs typeface="Roboto"/>
              <a:sym typeface="Roboto"/>
            </a:endParaRPr>
          </a:p>
          <a:p>
            <a:pPr marL="0" indent="0">
              <a:spcBef>
                <a:spcPts val="1200"/>
              </a:spcBef>
              <a:buNone/>
            </a:pPr>
            <a:r>
              <a:rPr lang="en-GB" sz="4008" b="1" baseline="30000">
                <a:solidFill>
                  <a:schemeClr val="dk1"/>
                </a:solidFill>
                <a:highlight>
                  <a:srgbClr val="FFFFFF"/>
                </a:highlight>
                <a:latin typeface="Roboto"/>
                <a:ea typeface="Roboto"/>
                <a:cs typeface="Roboto"/>
                <a:sym typeface="Roboto"/>
              </a:rPr>
              <a:t>3 </a:t>
            </a:r>
            <a:r>
              <a:rPr lang="en-GB" sz="4008">
                <a:solidFill>
                  <a:schemeClr val="dk1"/>
                </a:solidFill>
                <a:highlight>
                  <a:srgbClr val="FFFFFF"/>
                </a:highlight>
                <a:latin typeface="Roboto"/>
                <a:ea typeface="Roboto"/>
                <a:cs typeface="Roboto"/>
                <a:sym typeface="Roboto"/>
              </a:rPr>
              <a:t>So Paul asked, “Then what baptism did you receive?”</a:t>
            </a:r>
            <a:endParaRPr sz="4008">
              <a:solidFill>
                <a:schemeClr val="dk1"/>
              </a:solidFill>
              <a:highlight>
                <a:srgbClr val="FFFFFF"/>
              </a:highlight>
              <a:latin typeface="Roboto"/>
              <a:ea typeface="Roboto"/>
              <a:cs typeface="Roboto"/>
              <a:sym typeface="Roboto"/>
            </a:endParaRPr>
          </a:p>
          <a:p>
            <a:pPr marL="0" indent="0">
              <a:spcBef>
                <a:spcPts val="1200"/>
              </a:spcBef>
              <a:buNone/>
            </a:pPr>
            <a:r>
              <a:rPr lang="en-GB" sz="4008">
                <a:solidFill>
                  <a:schemeClr val="dk1"/>
                </a:solidFill>
                <a:highlight>
                  <a:srgbClr val="FFFFFF"/>
                </a:highlight>
                <a:latin typeface="Roboto"/>
                <a:ea typeface="Roboto"/>
                <a:cs typeface="Roboto"/>
                <a:sym typeface="Roboto"/>
              </a:rPr>
              <a:t>“John’s baptism,” they replied.</a:t>
            </a:r>
            <a:endParaRPr sz="4008">
              <a:solidFill>
                <a:schemeClr val="dk1"/>
              </a:solidFill>
              <a:highlight>
                <a:srgbClr val="FFFFFF"/>
              </a:highlight>
              <a:latin typeface="Roboto"/>
              <a:ea typeface="Roboto"/>
              <a:cs typeface="Roboto"/>
              <a:sym typeface="Roboto"/>
            </a:endParaRPr>
          </a:p>
          <a:p>
            <a:pPr marL="0" indent="0">
              <a:spcBef>
                <a:spcPts val="1200"/>
              </a:spcBef>
              <a:buNone/>
            </a:pPr>
            <a:r>
              <a:rPr lang="en-GB" sz="4008" b="1" baseline="30000">
                <a:solidFill>
                  <a:schemeClr val="dk1"/>
                </a:solidFill>
                <a:highlight>
                  <a:srgbClr val="FFFFFF"/>
                </a:highlight>
                <a:latin typeface="Roboto"/>
                <a:ea typeface="Roboto"/>
                <a:cs typeface="Roboto"/>
                <a:sym typeface="Roboto"/>
              </a:rPr>
              <a:t>4 </a:t>
            </a:r>
            <a:r>
              <a:rPr lang="en-GB" sz="4008">
                <a:solidFill>
                  <a:schemeClr val="dk1"/>
                </a:solidFill>
                <a:highlight>
                  <a:srgbClr val="FFFFFF"/>
                </a:highlight>
                <a:latin typeface="Roboto"/>
                <a:ea typeface="Roboto"/>
                <a:cs typeface="Roboto"/>
                <a:sym typeface="Roboto"/>
              </a:rPr>
              <a:t>Paul said, “John’s baptism was a baptism of repentance. He told the people to believe in the one coming after him, that is, in Jesus.” </a:t>
            </a:r>
            <a:r>
              <a:rPr lang="en-GB" sz="4008" b="1" baseline="30000">
                <a:solidFill>
                  <a:schemeClr val="dk1"/>
                </a:solidFill>
                <a:highlight>
                  <a:srgbClr val="FFFFFF"/>
                </a:highlight>
                <a:latin typeface="Roboto"/>
                <a:ea typeface="Roboto"/>
                <a:cs typeface="Roboto"/>
                <a:sym typeface="Roboto"/>
              </a:rPr>
              <a:t>5 </a:t>
            </a:r>
            <a:r>
              <a:rPr lang="en-GB" sz="4008">
                <a:solidFill>
                  <a:schemeClr val="dk1"/>
                </a:solidFill>
                <a:highlight>
                  <a:srgbClr val="FFFFFF"/>
                </a:highlight>
                <a:latin typeface="Roboto"/>
                <a:ea typeface="Roboto"/>
                <a:cs typeface="Roboto"/>
                <a:sym typeface="Roboto"/>
              </a:rPr>
              <a:t>On hearing this, they were baptized in the name of the Lord Jesus. </a:t>
            </a:r>
            <a:r>
              <a:rPr lang="en-GB" sz="4008" b="1" baseline="30000">
                <a:solidFill>
                  <a:schemeClr val="dk1"/>
                </a:solidFill>
                <a:highlight>
                  <a:srgbClr val="FFFFFF"/>
                </a:highlight>
                <a:latin typeface="Roboto"/>
                <a:ea typeface="Roboto"/>
                <a:cs typeface="Roboto"/>
                <a:sym typeface="Roboto"/>
              </a:rPr>
              <a:t>6 </a:t>
            </a:r>
            <a:r>
              <a:rPr lang="en-GB" sz="4008">
                <a:solidFill>
                  <a:schemeClr val="dk1"/>
                </a:solidFill>
                <a:highlight>
                  <a:srgbClr val="FFFFFF"/>
                </a:highlight>
                <a:latin typeface="Roboto"/>
                <a:ea typeface="Roboto"/>
                <a:cs typeface="Roboto"/>
                <a:sym typeface="Roboto"/>
              </a:rPr>
              <a:t>When Paul placed his hands on them, the Holy Spirit came on them, and they spoke in tongues</a:t>
            </a:r>
            <a:r>
              <a:rPr lang="en-GB" sz="4008" baseline="30000">
                <a:solidFill>
                  <a:schemeClr val="dk1"/>
                </a:solidFill>
                <a:highlight>
                  <a:srgbClr val="FFFFFF"/>
                </a:highlight>
                <a:latin typeface="Roboto"/>
                <a:ea typeface="Roboto"/>
                <a:cs typeface="Roboto"/>
                <a:sym typeface="Roboto"/>
              </a:rPr>
              <a:t>[</a:t>
            </a:r>
            <a:r>
              <a:rPr lang="en-GB" sz="4008" baseline="30000">
                <a:solidFill>
                  <a:srgbClr val="126ABB"/>
                </a:solidFill>
                <a:highlight>
                  <a:srgbClr val="FFFFFF"/>
                </a:highlight>
                <a:uFill>
                  <a:noFill/>
                </a:uFill>
                <a:latin typeface="Roboto"/>
                <a:ea typeface="Roboto"/>
                <a:cs typeface="Roboto"/>
                <a:sym typeface="Roboto"/>
                <a:hlinkClick r:id="rId4">
                  <a:extLst>
                    <a:ext uri="{A12FA001-AC4F-418D-AE19-62706E023703}">
                      <ahyp:hlinkClr xmlns:ahyp="http://schemas.microsoft.com/office/drawing/2018/hyperlinkcolor" val="tx"/>
                    </a:ext>
                  </a:extLst>
                </a:hlinkClick>
              </a:rPr>
              <a:t>b</a:t>
            </a:r>
            <a:r>
              <a:rPr lang="en-GB" sz="4008" baseline="30000">
                <a:solidFill>
                  <a:schemeClr val="dk1"/>
                </a:solidFill>
                <a:highlight>
                  <a:srgbClr val="FFFFFF"/>
                </a:highlight>
                <a:latin typeface="Roboto"/>
                <a:ea typeface="Roboto"/>
                <a:cs typeface="Roboto"/>
                <a:sym typeface="Roboto"/>
              </a:rPr>
              <a:t>]</a:t>
            </a:r>
            <a:r>
              <a:rPr lang="en-GB" sz="4008">
                <a:solidFill>
                  <a:schemeClr val="dk1"/>
                </a:solidFill>
                <a:highlight>
                  <a:srgbClr val="FFFFFF"/>
                </a:highlight>
                <a:latin typeface="Roboto"/>
                <a:ea typeface="Roboto"/>
                <a:cs typeface="Roboto"/>
                <a:sym typeface="Roboto"/>
              </a:rPr>
              <a:t> and prophesied. </a:t>
            </a:r>
            <a:r>
              <a:rPr lang="en-GB" sz="4008" b="1" baseline="30000">
                <a:solidFill>
                  <a:schemeClr val="dk1"/>
                </a:solidFill>
                <a:highlight>
                  <a:srgbClr val="FFFFFF"/>
                </a:highlight>
                <a:latin typeface="Roboto"/>
                <a:ea typeface="Roboto"/>
                <a:cs typeface="Roboto"/>
                <a:sym typeface="Roboto"/>
              </a:rPr>
              <a:t>7 </a:t>
            </a:r>
            <a:r>
              <a:rPr lang="en-GB" sz="4008">
                <a:solidFill>
                  <a:schemeClr val="dk1"/>
                </a:solidFill>
                <a:highlight>
                  <a:srgbClr val="FFFFFF"/>
                </a:highlight>
                <a:latin typeface="Roboto"/>
                <a:ea typeface="Roboto"/>
                <a:cs typeface="Roboto"/>
                <a:sym typeface="Roboto"/>
              </a:rPr>
              <a:t>There were about twelve men in all.</a:t>
            </a:r>
            <a:endParaRPr sz="4008">
              <a:solidFill>
                <a:schemeClr val="dk1"/>
              </a:solidFill>
              <a:highlight>
                <a:srgbClr val="FFFFFF"/>
              </a:highlight>
              <a:latin typeface="Roboto"/>
              <a:ea typeface="Roboto"/>
              <a:cs typeface="Roboto"/>
              <a:sym typeface="Roboto"/>
            </a:endParaRPr>
          </a:p>
          <a:p>
            <a:pPr marL="0" indent="0">
              <a:spcBef>
                <a:spcPts val="1200"/>
              </a:spcBef>
              <a:buNone/>
            </a:pPr>
            <a:r>
              <a:rPr lang="en-GB" sz="4008" b="1" baseline="30000">
                <a:solidFill>
                  <a:schemeClr val="dk1"/>
                </a:solidFill>
                <a:highlight>
                  <a:srgbClr val="FFFFFF"/>
                </a:highlight>
                <a:latin typeface="Roboto"/>
                <a:ea typeface="Roboto"/>
                <a:cs typeface="Roboto"/>
                <a:sym typeface="Roboto"/>
              </a:rPr>
              <a:t>8 </a:t>
            </a:r>
            <a:r>
              <a:rPr lang="en-GB" sz="4008">
                <a:solidFill>
                  <a:schemeClr val="dk1"/>
                </a:solidFill>
                <a:highlight>
                  <a:srgbClr val="FFFFFF"/>
                </a:highlight>
                <a:latin typeface="Roboto"/>
                <a:ea typeface="Roboto"/>
                <a:cs typeface="Roboto"/>
                <a:sym typeface="Roboto"/>
              </a:rPr>
              <a:t>Paul entered the synagogue and spoke boldly there for three months, arguing persuasively about the kingdom of God. </a:t>
            </a:r>
            <a:r>
              <a:rPr lang="en-GB" sz="4008" b="1" baseline="30000">
                <a:solidFill>
                  <a:schemeClr val="dk1"/>
                </a:solidFill>
                <a:highlight>
                  <a:srgbClr val="FFFFFF"/>
                </a:highlight>
                <a:latin typeface="Roboto"/>
                <a:ea typeface="Roboto"/>
                <a:cs typeface="Roboto"/>
                <a:sym typeface="Roboto"/>
              </a:rPr>
              <a:t>9 </a:t>
            </a:r>
            <a:r>
              <a:rPr lang="en-GB" sz="4008">
                <a:solidFill>
                  <a:schemeClr val="dk1"/>
                </a:solidFill>
                <a:highlight>
                  <a:srgbClr val="FFFFFF"/>
                </a:highlight>
                <a:latin typeface="Roboto"/>
                <a:ea typeface="Roboto"/>
                <a:cs typeface="Roboto"/>
                <a:sym typeface="Roboto"/>
              </a:rPr>
              <a:t>But some of them became obstinate; they refused to believe and publicly maligned the Way. So Paul left them. He took the disciples with him and had discussions daily in the lecture hall of Tyrannus. </a:t>
            </a:r>
            <a:r>
              <a:rPr lang="en-GB" sz="4008" b="1" baseline="30000">
                <a:solidFill>
                  <a:schemeClr val="dk1"/>
                </a:solidFill>
                <a:highlight>
                  <a:srgbClr val="FFFFFF"/>
                </a:highlight>
                <a:latin typeface="Roboto"/>
                <a:ea typeface="Roboto"/>
                <a:cs typeface="Roboto"/>
                <a:sym typeface="Roboto"/>
              </a:rPr>
              <a:t>10 </a:t>
            </a:r>
            <a:r>
              <a:rPr lang="en-GB" sz="4008">
                <a:solidFill>
                  <a:schemeClr val="dk1"/>
                </a:solidFill>
                <a:highlight>
                  <a:srgbClr val="FFFFFF"/>
                </a:highlight>
                <a:latin typeface="Roboto"/>
                <a:ea typeface="Roboto"/>
                <a:cs typeface="Roboto"/>
                <a:sym typeface="Roboto"/>
              </a:rPr>
              <a:t>This went on for two years, so that all the Jews and Greeks who lived in the province of Asia heard the word of the Lord.</a:t>
            </a:r>
            <a:endParaRPr sz="4008">
              <a:solidFill>
                <a:schemeClr val="dk1"/>
              </a:solidFill>
              <a:highlight>
                <a:srgbClr val="FFFFFF"/>
              </a:highlight>
              <a:latin typeface="Roboto"/>
              <a:ea typeface="Roboto"/>
              <a:cs typeface="Roboto"/>
              <a:sym typeface="Roboto"/>
            </a:endParaRPr>
          </a:p>
          <a:p>
            <a:pPr marL="0" indent="0">
              <a:spcBef>
                <a:spcPts val="1200"/>
              </a:spcBef>
              <a:buNone/>
            </a:pPr>
            <a:r>
              <a:rPr lang="en-GB" sz="4008" b="1" baseline="30000">
                <a:solidFill>
                  <a:schemeClr val="dk1"/>
                </a:solidFill>
                <a:highlight>
                  <a:srgbClr val="FFFFFF"/>
                </a:highlight>
                <a:latin typeface="Roboto"/>
                <a:ea typeface="Roboto"/>
                <a:cs typeface="Roboto"/>
                <a:sym typeface="Roboto"/>
              </a:rPr>
              <a:t>11 </a:t>
            </a:r>
            <a:r>
              <a:rPr lang="en-GB" sz="4008">
                <a:solidFill>
                  <a:schemeClr val="dk1"/>
                </a:solidFill>
                <a:highlight>
                  <a:srgbClr val="FFFFFF"/>
                </a:highlight>
                <a:latin typeface="Roboto"/>
                <a:ea typeface="Roboto"/>
                <a:cs typeface="Roboto"/>
                <a:sym typeface="Roboto"/>
              </a:rPr>
              <a:t>God did extraordinary miracles through Paul, </a:t>
            </a:r>
            <a:r>
              <a:rPr lang="en-GB" sz="4008" b="1" baseline="30000">
                <a:solidFill>
                  <a:schemeClr val="dk1"/>
                </a:solidFill>
                <a:highlight>
                  <a:srgbClr val="FFFFFF"/>
                </a:highlight>
                <a:latin typeface="Roboto"/>
                <a:ea typeface="Roboto"/>
                <a:cs typeface="Roboto"/>
                <a:sym typeface="Roboto"/>
              </a:rPr>
              <a:t>12 </a:t>
            </a:r>
            <a:r>
              <a:rPr lang="en-GB" sz="4008">
                <a:solidFill>
                  <a:schemeClr val="dk1"/>
                </a:solidFill>
                <a:highlight>
                  <a:srgbClr val="FFFFFF"/>
                </a:highlight>
                <a:latin typeface="Roboto"/>
                <a:ea typeface="Roboto"/>
                <a:cs typeface="Roboto"/>
                <a:sym typeface="Roboto"/>
              </a:rPr>
              <a:t>so that even handkerchiefs and aprons that had touched him were taken to the sick, and their illnesses were cured and the evil spirits left them.</a:t>
            </a:r>
            <a:endParaRPr sz="4008">
              <a:solidFill>
                <a:schemeClr val="dk1"/>
              </a:solidFill>
              <a:highlight>
                <a:srgbClr val="FFFFFF"/>
              </a:highlight>
              <a:latin typeface="Roboto"/>
              <a:ea typeface="Roboto"/>
              <a:cs typeface="Roboto"/>
              <a:sym typeface="Roboto"/>
            </a:endParaRPr>
          </a:p>
          <a:p>
            <a:pPr marL="0" indent="0">
              <a:spcBef>
                <a:spcPts val="1200"/>
              </a:spcBef>
              <a:spcAft>
                <a:spcPts val="1200"/>
              </a:spcAft>
              <a:buNone/>
            </a:pPr>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4"/>
        <p:cNvGrpSpPr/>
        <p:nvPr/>
      </p:nvGrpSpPr>
      <p:grpSpPr>
        <a:xfrm>
          <a:off x="0" y="0"/>
          <a:ext cx="0" cy="0"/>
          <a:chOff x="0" y="0"/>
          <a:chExt cx="0" cy="0"/>
        </a:xfrm>
      </p:grpSpPr>
      <p:sp>
        <p:nvSpPr>
          <p:cNvPr id="65" name="Google Shape;65;p15"/>
          <p:cNvSpPr txBox="1">
            <a:spLocks noGrp="1"/>
          </p:cNvSpPr>
          <p:nvPr>
            <p:ph type="body" idx="1"/>
          </p:nvPr>
        </p:nvSpPr>
        <p:spPr>
          <a:xfrm>
            <a:off x="311700" y="1076425"/>
            <a:ext cx="8520600" cy="4807500"/>
          </a:xfrm>
          <a:prstGeom prst="rect">
            <a:avLst/>
          </a:prstGeom>
        </p:spPr>
        <p:txBody>
          <a:bodyPr spcFirstLastPara="1" wrap="square" lIns="91425" tIns="91425" rIns="91425" bIns="91425" anchor="t" anchorCtr="0">
            <a:normAutofit fontScale="70000" lnSpcReduction="20000"/>
          </a:bodyPr>
          <a:lstStyle/>
          <a:p>
            <a:pPr marL="0" indent="0">
              <a:spcBef>
                <a:spcPts val="1200"/>
              </a:spcBef>
              <a:buClr>
                <a:schemeClr val="dk1"/>
              </a:buClr>
              <a:buSzPct val="91667"/>
              <a:buNone/>
            </a:pPr>
            <a:endParaRPr sz="1200">
              <a:solidFill>
                <a:schemeClr val="dk1"/>
              </a:solidFill>
              <a:highlight>
                <a:srgbClr val="FFFFFF"/>
              </a:highlight>
              <a:latin typeface="Roboto"/>
              <a:ea typeface="Roboto"/>
              <a:cs typeface="Roboto"/>
              <a:sym typeface="Roboto"/>
            </a:endParaRPr>
          </a:p>
          <a:p>
            <a:pPr marL="0" indent="0">
              <a:spcBef>
                <a:spcPts val="1200"/>
              </a:spcBef>
              <a:buClr>
                <a:schemeClr val="dk1"/>
              </a:buClr>
              <a:buSzPct val="50405"/>
              <a:buNone/>
            </a:pPr>
            <a:r>
              <a:rPr lang="en-GB" sz="2182" b="1" baseline="30000">
                <a:solidFill>
                  <a:schemeClr val="dk1"/>
                </a:solidFill>
                <a:highlight>
                  <a:srgbClr val="FFFFFF"/>
                </a:highlight>
                <a:latin typeface="Roboto"/>
                <a:ea typeface="Roboto"/>
                <a:cs typeface="Roboto"/>
                <a:sym typeface="Roboto"/>
              </a:rPr>
              <a:t>13 </a:t>
            </a:r>
            <a:r>
              <a:rPr lang="en-GB" sz="2182">
                <a:solidFill>
                  <a:schemeClr val="dk1"/>
                </a:solidFill>
                <a:highlight>
                  <a:srgbClr val="FFFFFF"/>
                </a:highlight>
                <a:latin typeface="Roboto"/>
                <a:ea typeface="Roboto"/>
                <a:cs typeface="Roboto"/>
                <a:sym typeface="Roboto"/>
              </a:rPr>
              <a:t>Some Jews who went around driving out evil spirits tried to invoke the name of the Lord Jesus over those who were demon-possessed. They would say, “In the name of the Jesus whom Paul preaches, I command you to come out.” </a:t>
            </a:r>
            <a:r>
              <a:rPr lang="en-GB" sz="2182" b="1" baseline="30000">
                <a:solidFill>
                  <a:schemeClr val="dk1"/>
                </a:solidFill>
                <a:highlight>
                  <a:srgbClr val="FFFFFF"/>
                </a:highlight>
                <a:latin typeface="Roboto"/>
                <a:ea typeface="Roboto"/>
                <a:cs typeface="Roboto"/>
                <a:sym typeface="Roboto"/>
              </a:rPr>
              <a:t>14 </a:t>
            </a:r>
            <a:r>
              <a:rPr lang="en-GB" sz="2182">
                <a:solidFill>
                  <a:schemeClr val="dk1"/>
                </a:solidFill>
                <a:highlight>
                  <a:srgbClr val="FFFFFF"/>
                </a:highlight>
                <a:latin typeface="Roboto"/>
                <a:ea typeface="Roboto"/>
                <a:cs typeface="Roboto"/>
                <a:sym typeface="Roboto"/>
              </a:rPr>
              <a:t>Seven sons of Sceva, a Jewish chief priest, were doing this. </a:t>
            </a:r>
            <a:r>
              <a:rPr lang="en-GB" sz="2182" b="1" baseline="30000">
                <a:solidFill>
                  <a:schemeClr val="dk1"/>
                </a:solidFill>
                <a:highlight>
                  <a:srgbClr val="FFFFFF"/>
                </a:highlight>
                <a:latin typeface="Roboto"/>
                <a:ea typeface="Roboto"/>
                <a:cs typeface="Roboto"/>
                <a:sym typeface="Roboto"/>
              </a:rPr>
              <a:t>15 </a:t>
            </a:r>
            <a:r>
              <a:rPr lang="en-GB" sz="2182">
                <a:solidFill>
                  <a:schemeClr val="dk1"/>
                </a:solidFill>
                <a:highlight>
                  <a:srgbClr val="FFFFFF"/>
                </a:highlight>
                <a:latin typeface="Roboto"/>
                <a:ea typeface="Roboto"/>
                <a:cs typeface="Roboto"/>
                <a:sym typeface="Roboto"/>
              </a:rPr>
              <a:t>One day the evil spirit answered them, “Jesus I know, and Paul I know about, but who are you?” </a:t>
            </a:r>
            <a:r>
              <a:rPr lang="en-GB" sz="2182" b="1" baseline="30000">
                <a:solidFill>
                  <a:schemeClr val="dk1"/>
                </a:solidFill>
                <a:highlight>
                  <a:srgbClr val="FFFFFF"/>
                </a:highlight>
                <a:latin typeface="Roboto"/>
                <a:ea typeface="Roboto"/>
                <a:cs typeface="Roboto"/>
                <a:sym typeface="Roboto"/>
              </a:rPr>
              <a:t>16 </a:t>
            </a:r>
            <a:r>
              <a:rPr lang="en-GB" sz="2182">
                <a:solidFill>
                  <a:schemeClr val="dk1"/>
                </a:solidFill>
                <a:highlight>
                  <a:srgbClr val="FFFFFF"/>
                </a:highlight>
                <a:latin typeface="Roboto"/>
                <a:ea typeface="Roboto"/>
                <a:cs typeface="Roboto"/>
                <a:sym typeface="Roboto"/>
              </a:rPr>
              <a:t>Then the man who had the evil spirit jumped on them and overpowered them all. He gave them such a beating that they ran out of the house naked and bleeding.</a:t>
            </a:r>
            <a:endParaRPr sz="2182">
              <a:solidFill>
                <a:schemeClr val="dk1"/>
              </a:solidFill>
              <a:highlight>
                <a:srgbClr val="FFFFFF"/>
              </a:highlight>
              <a:latin typeface="Roboto"/>
              <a:ea typeface="Roboto"/>
              <a:cs typeface="Roboto"/>
              <a:sym typeface="Roboto"/>
            </a:endParaRPr>
          </a:p>
          <a:p>
            <a:pPr marL="0" indent="0">
              <a:spcBef>
                <a:spcPts val="1200"/>
              </a:spcBef>
              <a:buClr>
                <a:schemeClr val="dk1"/>
              </a:buClr>
              <a:buSzPct val="50405"/>
              <a:buNone/>
            </a:pPr>
            <a:r>
              <a:rPr lang="en-GB" sz="2182" b="1" baseline="30000">
                <a:solidFill>
                  <a:schemeClr val="dk1"/>
                </a:solidFill>
                <a:highlight>
                  <a:srgbClr val="FFFFFF"/>
                </a:highlight>
                <a:latin typeface="Roboto"/>
                <a:ea typeface="Roboto"/>
                <a:cs typeface="Roboto"/>
                <a:sym typeface="Roboto"/>
              </a:rPr>
              <a:t>17 </a:t>
            </a:r>
            <a:r>
              <a:rPr lang="en-GB" sz="2182">
                <a:solidFill>
                  <a:schemeClr val="dk1"/>
                </a:solidFill>
                <a:highlight>
                  <a:srgbClr val="FFFFFF"/>
                </a:highlight>
                <a:latin typeface="Roboto"/>
                <a:ea typeface="Roboto"/>
                <a:cs typeface="Roboto"/>
                <a:sym typeface="Roboto"/>
              </a:rPr>
              <a:t>When this became known to the Jews and Greeks living in Ephesus, they were all seized with fear, and the name of the Lord Jesus was held in high honor. </a:t>
            </a:r>
            <a:r>
              <a:rPr lang="en-GB" sz="2182" b="1" baseline="30000">
                <a:solidFill>
                  <a:schemeClr val="dk1"/>
                </a:solidFill>
                <a:highlight>
                  <a:srgbClr val="FFFFFF"/>
                </a:highlight>
                <a:latin typeface="Roboto"/>
                <a:ea typeface="Roboto"/>
                <a:cs typeface="Roboto"/>
                <a:sym typeface="Roboto"/>
              </a:rPr>
              <a:t>18 </a:t>
            </a:r>
            <a:r>
              <a:rPr lang="en-GB" sz="2182">
                <a:solidFill>
                  <a:schemeClr val="dk1"/>
                </a:solidFill>
                <a:highlight>
                  <a:srgbClr val="FFFFFF"/>
                </a:highlight>
                <a:latin typeface="Roboto"/>
                <a:ea typeface="Roboto"/>
                <a:cs typeface="Roboto"/>
                <a:sym typeface="Roboto"/>
              </a:rPr>
              <a:t>Many of those who believed now came and openly confessed what they had done. </a:t>
            </a:r>
            <a:r>
              <a:rPr lang="en-GB" sz="2182" b="1" baseline="30000">
                <a:solidFill>
                  <a:schemeClr val="dk1"/>
                </a:solidFill>
                <a:highlight>
                  <a:srgbClr val="FFFFFF"/>
                </a:highlight>
                <a:latin typeface="Roboto"/>
                <a:ea typeface="Roboto"/>
                <a:cs typeface="Roboto"/>
                <a:sym typeface="Roboto"/>
              </a:rPr>
              <a:t>19 </a:t>
            </a:r>
            <a:r>
              <a:rPr lang="en-GB" sz="2182">
                <a:solidFill>
                  <a:schemeClr val="dk1"/>
                </a:solidFill>
                <a:highlight>
                  <a:srgbClr val="FFFFFF"/>
                </a:highlight>
                <a:latin typeface="Roboto"/>
                <a:ea typeface="Roboto"/>
                <a:cs typeface="Roboto"/>
                <a:sym typeface="Roboto"/>
              </a:rPr>
              <a:t>A number who had practiced sorcery brought their scrolls together and burned them publicly. When they calculated the value of the scrolls, the total came to fifty thousand drachmas.</a:t>
            </a:r>
            <a:r>
              <a:rPr lang="en-GB" sz="2282" baseline="30000">
                <a:solidFill>
                  <a:schemeClr val="dk1"/>
                </a:solidFill>
                <a:highlight>
                  <a:srgbClr val="FFFFFF"/>
                </a:highlight>
                <a:latin typeface="Roboto"/>
                <a:ea typeface="Roboto"/>
                <a:cs typeface="Roboto"/>
                <a:sym typeface="Roboto"/>
              </a:rPr>
              <a:t>[</a:t>
            </a:r>
            <a:r>
              <a:rPr lang="en-GB" sz="2282" baseline="30000">
                <a:solidFill>
                  <a:srgbClr val="126ABB"/>
                </a:solidFill>
                <a:highlight>
                  <a:srgbClr val="FFFFFF"/>
                </a:highlight>
                <a:uFill>
                  <a:noFill/>
                </a:uFill>
                <a:latin typeface="Roboto"/>
                <a:ea typeface="Roboto"/>
                <a:cs typeface="Roboto"/>
                <a:sym typeface="Roboto"/>
                <a:hlinkClick r:id="rId3">
                  <a:extLst>
                    <a:ext uri="{A12FA001-AC4F-418D-AE19-62706E023703}">
                      <ahyp:hlinkClr xmlns:ahyp="http://schemas.microsoft.com/office/drawing/2018/hyperlinkcolor" val="tx"/>
                    </a:ext>
                  </a:extLst>
                </a:hlinkClick>
              </a:rPr>
              <a:t>c</a:t>
            </a:r>
            <a:r>
              <a:rPr lang="en-GB" sz="2282" baseline="30000">
                <a:solidFill>
                  <a:schemeClr val="dk1"/>
                </a:solidFill>
                <a:highlight>
                  <a:srgbClr val="FFFFFF"/>
                </a:highlight>
                <a:latin typeface="Roboto"/>
                <a:ea typeface="Roboto"/>
                <a:cs typeface="Roboto"/>
                <a:sym typeface="Roboto"/>
              </a:rPr>
              <a:t>]</a:t>
            </a:r>
            <a:r>
              <a:rPr lang="en-GB" sz="2182">
                <a:solidFill>
                  <a:schemeClr val="dk1"/>
                </a:solidFill>
                <a:highlight>
                  <a:srgbClr val="FFFFFF"/>
                </a:highlight>
                <a:latin typeface="Roboto"/>
                <a:ea typeface="Roboto"/>
                <a:cs typeface="Roboto"/>
                <a:sym typeface="Roboto"/>
              </a:rPr>
              <a:t> </a:t>
            </a:r>
            <a:r>
              <a:rPr lang="en-GB" sz="2182" b="1" baseline="30000">
                <a:solidFill>
                  <a:schemeClr val="dk1"/>
                </a:solidFill>
                <a:highlight>
                  <a:srgbClr val="FFFFFF"/>
                </a:highlight>
                <a:latin typeface="Roboto"/>
                <a:ea typeface="Roboto"/>
                <a:cs typeface="Roboto"/>
                <a:sym typeface="Roboto"/>
              </a:rPr>
              <a:t>20 </a:t>
            </a:r>
            <a:r>
              <a:rPr lang="en-GB" sz="2182">
                <a:solidFill>
                  <a:schemeClr val="dk1"/>
                </a:solidFill>
                <a:highlight>
                  <a:srgbClr val="FFFFFF"/>
                </a:highlight>
                <a:latin typeface="Roboto"/>
                <a:ea typeface="Roboto"/>
                <a:cs typeface="Roboto"/>
                <a:sym typeface="Roboto"/>
              </a:rPr>
              <a:t>In this way the word of the Lord spread widely and grew in power.</a:t>
            </a:r>
            <a:endParaRPr sz="2182">
              <a:solidFill>
                <a:schemeClr val="dk1"/>
              </a:solidFill>
              <a:highlight>
                <a:srgbClr val="FFFFFF"/>
              </a:highlight>
              <a:latin typeface="Roboto"/>
              <a:ea typeface="Roboto"/>
              <a:cs typeface="Roboto"/>
              <a:sym typeface="Roboto"/>
            </a:endParaRPr>
          </a:p>
          <a:p>
            <a:pPr marL="0" indent="0">
              <a:spcBef>
                <a:spcPts val="1200"/>
              </a:spcBef>
              <a:buClr>
                <a:schemeClr val="dk1"/>
              </a:buClr>
              <a:buSzPct val="50405"/>
              <a:buNone/>
            </a:pPr>
            <a:r>
              <a:rPr lang="en-GB" sz="2182" b="1" baseline="30000">
                <a:solidFill>
                  <a:schemeClr val="dk1"/>
                </a:solidFill>
                <a:highlight>
                  <a:srgbClr val="FFFFFF"/>
                </a:highlight>
                <a:latin typeface="Roboto"/>
                <a:ea typeface="Roboto"/>
                <a:cs typeface="Roboto"/>
                <a:sym typeface="Roboto"/>
              </a:rPr>
              <a:t>21 </a:t>
            </a:r>
            <a:r>
              <a:rPr lang="en-GB" sz="2182">
                <a:solidFill>
                  <a:schemeClr val="dk1"/>
                </a:solidFill>
                <a:highlight>
                  <a:srgbClr val="FFFFFF"/>
                </a:highlight>
                <a:latin typeface="Roboto"/>
                <a:ea typeface="Roboto"/>
                <a:cs typeface="Roboto"/>
                <a:sym typeface="Roboto"/>
              </a:rPr>
              <a:t>After all this had happened, Paul decided</a:t>
            </a:r>
            <a:r>
              <a:rPr lang="en-GB" sz="2282" baseline="30000">
                <a:solidFill>
                  <a:schemeClr val="dk1"/>
                </a:solidFill>
                <a:highlight>
                  <a:srgbClr val="FFFFFF"/>
                </a:highlight>
                <a:latin typeface="Roboto"/>
                <a:ea typeface="Roboto"/>
                <a:cs typeface="Roboto"/>
                <a:sym typeface="Roboto"/>
              </a:rPr>
              <a:t>[</a:t>
            </a:r>
            <a:r>
              <a:rPr lang="en-GB" sz="2282" baseline="30000">
                <a:solidFill>
                  <a:srgbClr val="126ABB"/>
                </a:solidFill>
                <a:highlight>
                  <a:srgbClr val="FFFFFF"/>
                </a:highlight>
                <a:uFill>
                  <a:noFill/>
                </a:uFill>
                <a:latin typeface="Roboto"/>
                <a:ea typeface="Roboto"/>
                <a:cs typeface="Roboto"/>
                <a:sym typeface="Roboto"/>
                <a:hlinkClick r:id="rId4">
                  <a:extLst>
                    <a:ext uri="{A12FA001-AC4F-418D-AE19-62706E023703}">
                      <ahyp:hlinkClr xmlns:ahyp="http://schemas.microsoft.com/office/drawing/2018/hyperlinkcolor" val="tx"/>
                    </a:ext>
                  </a:extLst>
                </a:hlinkClick>
              </a:rPr>
              <a:t>d</a:t>
            </a:r>
            <a:r>
              <a:rPr lang="en-GB" sz="2282" baseline="30000">
                <a:solidFill>
                  <a:schemeClr val="dk1"/>
                </a:solidFill>
                <a:highlight>
                  <a:srgbClr val="FFFFFF"/>
                </a:highlight>
                <a:latin typeface="Roboto"/>
                <a:ea typeface="Roboto"/>
                <a:cs typeface="Roboto"/>
                <a:sym typeface="Roboto"/>
              </a:rPr>
              <a:t>]</a:t>
            </a:r>
            <a:r>
              <a:rPr lang="en-GB" sz="2182">
                <a:solidFill>
                  <a:schemeClr val="dk1"/>
                </a:solidFill>
                <a:highlight>
                  <a:srgbClr val="FFFFFF"/>
                </a:highlight>
                <a:latin typeface="Roboto"/>
                <a:ea typeface="Roboto"/>
                <a:cs typeface="Roboto"/>
                <a:sym typeface="Roboto"/>
              </a:rPr>
              <a:t> to go to Jerusalem, passing through Macedonia and Achaia. “After I have been there,” he said, “I must visit Rome also.” </a:t>
            </a:r>
            <a:r>
              <a:rPr lang="en-GB" sz="2182" b="1" baseline="30000">
                <a:solidFill>
                  <a:schemeClr val="dk1"/>
                </a:solidFill>
                <a:highlight>
                  <a:srgbClr val="FFFFFF"/>
                </a:highlight>
                <a:latin typeface="Roboto"/>
                <a:ea typeface="Roboto"/>
                <a:cs typeface="Roboto"/>
                <a:sym typeface="Roboto"/>
              </a:rPr>
              <a:t>22 </a:t>
            </a:r>
            <a:r>
              <a:rPr lang="en-GB" sz="2182">
                <a:solidFill>
                  <a:schemeClr val="dk1"/>
                </a:solidFill>
                <a:highlight>
                  <a:srgbClr val="FFFFFF"/>
                </a:highlight>
                <a:latin typeface="Roboto"/>
                <a:ea typeface="Roboto"/>
                <a:cs typeface="Roboto"/>
                <a:sym typeface="Roboto"/>
              </a:rPr>
              <a:t>He sent two of his helpers, Timothy and Erastus, to Macedonia, while he stayed in the province of Asia a little longer.</a:t>
            </a:r>
            <a:endParaRPr sz="2182">
              <a:solidFill>
                <a:schemeClr val="dk1"/>
              </a:solidFill>
              <a:highlight>
                <a:srgbClr val="FFFFFF"/>
              </a:highlight>
              <a:latin typeface="Roboto"/>
              <a:ea typeface="Roboto"/>
              <a:cs typeface="Roboto"/>
              <a:sym typeface="Roboto"/>
            </a:endParaRPr>
          </a:p>
          <a:p>
            <a:pPr marL="0" indent="0">
              <a:spcBef>
                <a:spcPts val="1200"/>
              </a:spcBef>
              <a:buClr>
                <a:schemeClr val="dk1"/>
              </a:buClr>
              <a:buSzPct val="84615"/>
              <a:buNone/>
            </a:pPr>
            <a:endParaRPr sz="1300" b="1">
              <a:solidFill>
                <a:schemeClr val="dk1"/>
              </a:solidFill>
              <a:highlight>
                <a:srgbClr val="FFFFFF"/>
              </a:highlight>
              <a:latin typeface="Roboto"/>
              <a:ea typeface="Roboto"/>
              <a:cs typeface="Roboto"/>
              <a:sym typeface="Roboto"/>
            </a:endParaRPr>
          </a:p>
          <a:p>
            <a:pPr marL="0" indent="0">
              <a:spcBef>
                <a:spcPts val="1200"/>
              </a:spcBef>
              <a:buClr>
                <a:schemeClr val="dk1"/>
              </a:buClr>
              <a:buSzPct val="91667"/>
              <a:buNone/>
            </a:pPr>
            <a:r>
              <a:rPr lang="en-GB" sz="1200">
                <a:solidFill>
                  <a:schemeClr val="dk1"/>
                </a:solidFill>
                <a:highlight>
                  <a:srgbClr val="FFFFFF"/>
                </a:highlight>
                <a:latin typeface="Roboto"/>
                <a:ea typeface="Roboto"/>
                <a:cs typeface="Roboto"/>
                <a:sym typeface="Roboto"/>
              </a:rPr>
              <a:t> </a:t>
            </a:r>
            <a:endParaRPr/>
          </a:p>
          <a:p>
            <a:pPr marL="0" indent="0">
              <a:spcBef>
                <a:spcPts val="1200"/>
              </a:spcBef>
              <a:spcAft>
                <a:spcPts val="1200"/>
              </a:spcAft>
              <a:buNone/>
            </a:pPr>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9"/>
        <p:cNvGrpSpPr/>
        <p:nvPr/>
      </p:nvGrpSpPr>
      <p:grpSpPr>
        <a:xfrm>
          <a:off x="0" y="0"/>
          <a:ext cx="0" cy="0"/>
          <a:chOff x="0" y="0"/>
          <a:chExt cx="0" cy="0"/>
        </a:xfrm>
      </p:grpSpPr>
      <p:sp>
        <p:nvSpPr>
          <p:cNvPr id="70" name="Google Shape;70;p16"/>
          <p:cNvSpPr txBox="1">
            <a:spLocks noGrp="1"/>
          </p:cNvSpPr>
          <p:nvPr>
            <p:ph type="body" idx="1"/>
          </p:nvPr>
        </p:nvSpPr>
        <p:spPr>
          <a:xfrm>
            <a:off x="311700" y="2009725"/>
            <a:ext cx="8520600" cy="3416400"/>
          </a:xfrm>
          <a:prstGeom prst="rect">
            <a:avLst/>
          </a:prstGeom>
        </p:spPr>
        <p:txBody>
          <a:bodyPr spcFirstLastPara="1" wrap="square" lIns="91425" tIns="91425" rIns="91425" bIns="91425" anchor="t" anchorCtr="0">
            <a:normAutofit fontScale="40000" lnSpcReduction="20000"/>
          </a:bodyPr>
          <a:lstStyle/>
          <a:p>
            <a:pPr marL="0" indent="0">
              <a:spcBef>
                <a:spcPts val="1200"/>
              </a:spcBef>
              <a:buClr>
                <a:schemeClr val="dk1"/>
              </a:buClr>
              <a:buSzPct val="27447"/>
              <a:buNone/>
            </a:pPr>
            <a:r>
              <a:rPr lang="en-GB" sz="4008" b="1">
                <a:solidFill>
                  <a:schemeClr val="dk1"/>
                </a:solidFill>
                <a:highlight>
                  <a:srgbClr val="FFFFFF"/>
                </a:highlight>
                <a:latin typeface="Roboto"/>
                <a:ea typeface="Roboto"/>
                <a:cs typeface="Roboto"/>
                <a:sym typeface="Roboto"/>
              </a:rPr>
              <a:t>19 </a:t>
            </a:r>
            <a:r>
              <a:rPr lang="en-GB" sz="4008">
                <a:solidFill>
                  <a:schemeClr val="dk1"/>
                </a:solidFill>
                <a:highlight>
                  <a:srgbClr val="FFFFFF"/>
                </a:highlight>
                <a:latin typeface="Roboto"/>
                <a:ea typeface="Roboto"/>
                <a:cs typeface="Roboto"/>
                <a:sym typeface="Roboto"/>
              </a:rPr>
              <a:t>While Apollos was at Corinth, Paul took the road through the interior and arrived at Ephesus. There he found some disciples </a:t>
            </a:r>
            <a:r>
              <a:rPr lang="en-GB" sz="4008" b="1" baseline="30000">
                <a:solidFill>
                  <a:schemeClr val="dk1"/>
                </a:solidFill>
                <a:highlight>
                  <a:srgbClr val="FFFFFF"/>
                </a:highlight>
                <a:latin typeface="Roboto"/>
                <a:ea typeface="Roboto"/>
                <a:cs typeface="Roboto"/>
                <a:sym typeface="Roboto"/>
              </a:rPr>
              <a:t>2 </a:t>
            </a:r>
            <a:r>
              <a:rPr lang="en-GB" sz="4008">
                <a:solidFill>
                  <a:schemeClr val="dk1"/>
                </a:solidFill>
                <a:highlight>
                  <a:srgbClr val="FFFFFF"/>
                </a:highlight>
                <a:latin typeface="Roboto"/>
                <a:ea typeface="Roboto"/>
                <a:cs typeface="Roboto"/>
                <a:sym typeface="Roboto"/>
              </a:rPr>
              <a:t>and asked them, “Did you receive the Holy Spirit when</a:t>
            </a:r>
            <a:r>
              <a:rPr lang="en-GB" sz="4008" baseline="30000">
                <a:solidFill>
                  <a:schemeClr val="dk1"/>
                </a:solidFill>
                <a:highlight>
                  <a:srgbClr val="FFFFFF"/>
                </a:highlight>
                <a:latin typeface="Roboto"/>
                <a:ea typeface="Roboto"/>
                <a:cs typeface="Roboto"/>
                <a:sym typeface="Roboto"/>
              </a:rPr>
              <a:t>[</a:t>
            </a:r>
            <a:r>
              <a:rPr lang="en-GB" sz="4008" baseline="30000">
                <a:solidFill>
                  <a:srgbClr val="126ABB"/>
                </a:solidFill>
                <a:highlight>
                  <a:srgbClr val="FFFFFF"/>
                </a:highlight>
                <a:uFill>
                  <a:noFill/>
                </a:uFill>
                <a:latin typeface="Roboto"/>
                <a:ea typeface="Roboto"/>
                <a:cs typeface="Roboto"/>
                <a:sym typeface="Roboto"/>
                <a:hlinkClick r:id="rId3">
                  <a:extLst>
                    <a:ext uri="{A12FA001-AC4F-418D-AE19-62706E023703}">
                      <ahyp:hlinkClr xmlns:ahyp="http://schemas.microsoft.com/office/drawing/2018/hyperlinkcolor" val="tx"/>
                    </a:ext>
                  </a:extLst>
                </a:hlinkClick>
              </a:rPr>
              <a:t>a</a:t>
            </a:r>
            <a:r>
              <a:rPr lang="en-GB" sz="4008" baseline="30000">
                <a:solidFill>
                  <a:schemeClr val="dk1"/>
                </a:solidFill>
                <a:highlight>
                  <a:srgbClr val="FFFFFF"/>
                </a:highlight>
                <a:latin typeface="Roboto"/>
                <a:ea typeface="Roboto"/>
                <a:cs typeface="Roboto"/>
                <a:sym typeface="Roboto"/>
              </a:rPr>
              <a:t>]</a:t>
            </a:r>
            <a:r>
              <a:rPr lang="en-GB" sz="4008">
                <a:solidFill>
                  <a:schemeClr val="dk1"/>
                </a:solidFill>
                <a:highlight>
                  <a:srgbClr val="FFFFFF"/>
                </a:highlight>
                <a:latin typeface="Roboto"/>
                <a:ea typeface="Roboto"/>
                <a:cs typeface="Roboto"/>
                <a:sym typeface="Roboto"/>
              </a:rPr>
              <a:t> you believed?”</a:t>
            </a:r>
            <a:endParaRPr sz="4008">
              <a:solidFill>
                <a:schemeClr val="dk1"/>
              </a:solidFill>
              <a:highlight>
                <a:srgbClr val="FFFFFF"/>
              </a:highlight>
              <a:latin typeface="Roboto"/>
              <a:ea typeface="Roboto"/>
              <a:cs typeface="Roboto"/>
              <a:sym typeface="Roboto"/>
            </a:endParaRPr>
          </a:p>
          <a:p>
            <a:pPr marL="0" indent="0">
              <a:spcBef>
                <a:spcPts val="1200"/>
              </a:spcBef>
              <a:buClr>
                <a:schemeClr val="dk1"/>
              </a:buClr>
              <a:buSzPct val="27447"/>
              <a:buNone/>
            </a:pPr>
            <a:r>
              <a:rPr lang="en-GB" sz="4008">
                <a:solidFill>
                  <a:schemeClr val="dk1"/>
                </a:solidFill>
                <a:highlight>
                  <a:srgbClr val="FFFFFF"/>
                </a:highlight>
                <a:latin typeface="Roboto"/>
                <a:ea typeface="Roboto"/>
                <a:cs typeface="Roboto"/>
                <a:sym typeface="Roboto"/>
              </a:rPr>
              <a:t>They answered, “No, we have not even heard that there is a Holy Spirit.”</a:t>
            </a:r>
            <a:endParaRPr sz="4008">
              <a:solidFill>
                <a:schemeClr val="dk1"/>
              </a:solidFill>
              <a:highlight>
                <a:srgbClr val="FFFFFF"/>
              </a:highlight>
              <a:latin typeface="Roboto"/>
              <a:ea typeface="Roboto"/>
              <a:cs typeface="Roboto"/>
              <a:sym typeface="Roboto"/>
            </a:endParaRPr>
          </a:p>
          <a:p>
            <a:pPr marL="0" indent="0">
              <a:spcBef>
                <a:spcPts val="1200"/>
              </a:spcBef>
              <a:buClr>
                <a:schemeClr val="dk1"/>
              </a:buClr>
              <a:buSzPct val="27447"/>
              <a:buNone/>
            </a:pPr>
            <a:r>
              <a:rPr lang="en-GB" sz="4008" b="1" baseline="30000">
                <a:solidFill>
                  <a:schemeClr val="dk1"/>
                </a:solidFill>
                <a:highlight>
                  <a:srgbClr val="FFFFFF"/>
                </a:highlight>
                <a:latin typeface="Roboto"/>
                <a:ea typeface="Roboto"/>
                <a:cs typeface="Roboto"/>
                <a:sym typeface="Roboto"/>
              </a:rPr>
              <a:t>3 </a:t>
            </a:r>
            <a:r>
              <a:rPr lang="en-GB" sz="4008">
                <a:solidFill>
                  <a:schemeClr val="dk1"/>
                </a:solidFill>
                <a:highlight>
                  <a:srgbClr val="FFFFFF"/>
                </a:highlight>
                <a:latin typeface="Roboto"/>
                <a:ea typeface="Roboto"/>
                <a:cs typeface="Roboto"/>
                <a:sym typeface="Roboto"/>
              </a:rPr>
              <a:t>So Paul asked, “Then what baptism did you receive?”</a:t>
            </a:r>
            <a:endParaRPr sz="4008">
              <a:solidFill>
                <a:schemeClr val="dk1"/>
              </a:solidFill>
              <a:highlight>
                <a:srgbClr val="FFFFFF"/>
              </a:highlight>
              <a:latin typeface="Roboto"/>
              <a:ea typeface="Roboto"/>
              <a:cs typeface="Roboto"/>
              <a:sym typeface="Roboto"/>
            </a:endParaRPr>
          </a:p>
          <a:p>
            <a:pPr marL="0" indent="0">
              <a:spcBef>
                <a:spcPts val="1200"/>
              </a:spcBef>
              <a:buClr>
                <a:schemeClr val="dk1"/>
              </a:buClr>
              <a:buSzPct val="27447"/>
              <a:buNone/>
            </a:pPr>
            <a:r>
              <a:rPr lang="en-GB" sz="4008">
                <a:solidFill>
                  <a:schemeClr val="dk1"/>
                </a:solidFill>
                <a:highlight>
                  <a:srgbClr val="FFFFFF"/>
                </a:highlight>
                <a:latin typeface="Roboto"/>
                <a:ea typeface="Roboto"/>
                <a:cs typeface="Roboto"/>
                <a:sym typeface="Roboto"/>
              </a:rPr>
              <a:t>“John’s baptism,” they replied.</a:t>
            </a:r>
            <a:endParaRPr sz="4008">
              <a:solidFill>
                <a:schemeClr val="dk1"/>
              </a:solidFill>
              <a:highlight>
                <a:srgbClr val="FFFFFF"/>
              </a:highlight>
              <a:latin typeface="Roboto"/>
              <a:ea typeface="Roboto"/>
              <a:cs typeface="Roboto"/>
              <a:sym typeface="Roboto"/>
            </a:endParaRPr>
          </a:p>
          <a:p>
            <a:pPr marL="0" indent="0">
              <a:spcBef>
                <a:spcPts val="1200"/>
              </a:spcBef>
              <a:spcAft>
                <a:spcPts val="1200"/>
              </a:spcAft>
              <a:buClr>
                <a:schemeClr val="dk1"/>
              </a:buClr>
              <a:buSzPct val="27447"/>
              <a:buNone/>
            </a:pPr>
            <a:r>
              <a:rPr lang="en-GB" sz="4008" b="1" baseline="30000">
                <a:solidFill>
                  <a:schemeClr val="dk1"/>
                </a:solidFill>
                <a:highlight>
                  <a:srgbClr val="FFFFFF"/>
                </a:highlight>
                <a:latin typeface="Roboto"/>
                <a:ea typeface="Roboto"/>
                <a:cs typeface="Roboto"/>
                <a:sym typeface="Roboto"/>
              </a:rPr>
              <a:t>4 </a:t>
            </a:r>
            <a:r>
              <a:rPr lang="en-GB" sz="4008">
                <a:solidFill>
                  <a:schemeClr val="dk1"/>
                </a:solidFill>
                <a:highlight>
                  <a:srgbClr val="FFFFFF"/>
                </a:highlight>
                <a:latin typeface="Roboto"/>
                <a:ea typeface="Roboto"/>
                <a:cs typeface="Roboto"/>
                <a:sym typeface="Roboto"/>
              </a:rPr>
              <a:t>Paul said, “John’s baptism was a baptism of repentance. He told the people to believe in the one coming after him, that is, in Jesus.” </a:t>
            </a:r>
            <a:r>
              <a:rPr lang="en-GB" sz="4008" b="1" baseline="30000">
                <a:solidFill>
                  <a:schemeClr val="dk1"/>
                </a:solidFill>
                <a:highlight>
                  <a:srgbClr val="FFFFFF"/>
                </a:highlight>
                <a:latin typeface="Roboto"/>
                <a:ea typeface="Roboto"/>
                <a:cs typeface="Roboto"/>
                <a:sym typeface="Roboto"/>
              </a:rPr>
              <a:t>5 </a:t>
            </a:r>
            <a:r>
              <a:rPr lang="en-GB" sz="4008">
                <a:solidFill>
                  <a:schemeClr val="dk1"/>
                </a:solidFill>
                <a:highlight>
                  <a:srgbClr val="FFFFFF"/>
                </a:highlight>
                <a:latin typeface="Roboto"/>
                <a:ea typeface="Roboto"/>
                <a:cs typeface="Roboto"/>
                <a:sym typeface="Roboto"/>
              </a:rPr>
              <a:t>On hearing this, they were baptized in the name of the Lord Jesus. </a:t>
            </a:r>
            <a:r>
              <a:rPr lang="en-GB" sz="4008" b="1" baseline="30000">
                <a:solidFill>
                  <a:schemeClr val="dk1"/>
                </a:solidFill>
                <a:highlight>
                  <a:srgbClr val="FFFFFF"/>
                </a:highlight>
                <a:latin typeface="Roboto"/>
                <a:ea typeface="Roboto"/>
                <a:cs typeface="Roboto"/>
                <a:sym typeface="Roboto"/>
              </a:rPr>
              <a:t>6 </a:t>
            </a:r>
            <a:r>
              <a:rPr lang="en-GB" sz="4008">
                <a:solidFill>
                  <a:schemeClr val="dk1"/>
                </a:solidFill>
                <a:highlight>
                  <a:srgbClr val="FFFFFF"/>
                </a:highlight>
                <a:latin typeface="Roboto"/>
                <a:ea typeface="Roboto"/>
                <a:cs typeface="Roboto"/>
                <a:sym typeface="Roboto"/>
              </a:rPr>
              <a:t>When Paul placed his hands on them, the Holy Spirit came on them, and they spoke in tongues</a:t>
            </a:r>
            <a:r>
              <a:rPr lang="en-GB" sz="4008" baseline="30000">
                <a:solidFill>
                  <a:schemeClr val="dk1"/>
                </a:solidFill>
                <a:highlight>
                  <a:srgbClr val="FFFFFF"/>
                </a:highlight>
                <a:latin typeface="Roboto"/>
                <a:ea typeface="Roboto"/>
                <a:cs typeface="Roboto"/>
                <a:sym typeface="Roboto"/>
              </a:rPr>
              <a:t>[</a:t>
            </a:r>
            <a:r>
              <a:rPr lang="en-GB" sz="4008" baseline="30000">
                <a:solidFill>
                  <a:srgbClr val="126ABB"/>
                </a:solidFill>
                <a:highlight>
                  <a:srgbClr val="FFFFFF"/>
                </a:highlight>
                <a:uFill>
                  <a:noFill/>
                </a:uFill>
                <a:latin typeface="Roboto"/>
                <a:ea typeface="Roboto"/>
                <a:cs typeface="Roboto"/>
                <a:sym typeface="Roboto"/>
                <a:hlinkClick r:id="rId4">
                  <a:extLst>
                    <a:ext uri="{A12FA001-AC4F-418D-AE19-62706E023703}">
                      <ahyp:hlinkClr xmlns:ahyp="http://schemas.microsoft.com/office/drawing/2018/hyperlinkcolor" val="tx"/>
                    </a:ext>
                  </a:extLst>
                </a:hlinkClick>
              </a:rPr>
              <a:t>b</a:t>
            </a:r>
            <a:r>
              <a:rPr lang="en-GB" sz="4008" baseline="30000">
                <a:solidFill>
                  <a:schemeClr val="dk1"/>
                </a:solidFill>
                <a:highlight>
                  <a:srgbClr val="FFFFFF"/>
                </a:highlight>
                <a:latin typeface="Roboto"/>
                <a:ea typeface="Roboto"/>
                <a:cs typeface="Roboto"/>
                <a:sym typeface="Roboto"/>
              </a:rPr>
              <a:t>]</a:t>
            </a:r>
            <a:r>
              <a:rPr lang="en-GB" sz="4008">
                <a:solidFill>
                  <a:schemeClr val="dk1"/>
                </a:solidFill>
                <a:highlight>
                  <a:srgbClr val="FFFFFF"/>
                </a:highlight>
                <a:latin typeface="Roboto"/>
                <a:ea typeface="Roboto"/>
                <a:cs typeface="Roboto"/>
                <a:sym typeface="Roboto"/>
              </a:rPr>
              <a:t> and prophesied. </a:t>
            </a:r>
            <a:r>
              <a:rPr lang="en-GB" sz="4008" b="1" baseline="30000">
                <a:solidFill>
                  <a:schemeClr val="dk1"/>
                </a:solidFill>
                <a:highlight>
                  <a:srgbClr val="FFFFFF"/>
                </a:highlight>
                <a:latin typeface="Roboto"/>
                <a:ea typeface="Roboto"/>
                <a:cs typeface="Roboto"/>
                <a:sym typeface="Roboto"/>
              </a:rPr>
              <a:t>7 </a:t>
            </a:r>
            <a:r>
              <a:rPr lang="en-GB" sz="4008">
                <a:solidFill>
                  <a:schemeClr val="dk1"/>
                </a:solidFill>
                <a:highlight>
                  <a:srgbClr val="FFFFFF"/>
                </a:highlight>
                <a:latin typeface="Roboto"/>
                <a:ea typeface="Roboto"/>
                <a:cs typeface="Roboto"/>
                <a:sym typeface="Roboto"/>
              </a:rPr>
              <a:t>There were about twelve men in all.</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74"/>
        <p:cNvGrpSpPr/>
        <p:nvPr/>
      </p:nvGrpSpPr>
      <p:grpSpPr>
        <a:xfrm>
          <a:off x="0" y="0"/>
          <a:ext cx="0" cy="0"/>
          <a:chOff x="0" y="0"/>
          <a:chExt cx="0" cy="0"/>
        </a:xfrm>
      </p:grpSpPr>
      <p:sp>
        <p:nvSpPr>
          <p:cNvPr id="75" name="Google Shape;75;p17"/>
          <p:cNvSpPr txBox="1">
            <a:spLocks noGrp="1"/>
          </p:cNvSpPr>
          <p:nvPr>
            <p:ph type="body" idx="1"/>
          </p:nvPr>
        </p:nvSpPr>
        <p:spPr>
          <a:xfrm>
            <a:off x="311700" y="2009725"/>
            <a:ext cx="8520600" cy="3416400"/>
          </a:xfrm>
          <a:prstGeom prst="rect">
            <a:avLst/>
          </a:prstGeom>
        </p:spPr>
        <p:txBody>
          <a:bodyPr spcFirstLastPara="1" wrap="square" lIns="91425" tIns="91425" rIns="91425" bIns="91425" anchor="t" anchorCtr="0">
            <a:normAutofit/>
          </a:bodyPr>
          <a:lstStyle/>
          <a:p>
            <a:pPr marL="0" indent="0">
              <a:buClr>
                <a:schemeClr val="dk1"/>
              </a:buClr>
              <a:buSzPts val="1100"/>
              <a:buNone/>
            </a:pPr>
            <a:r>
              <a:rPr lang="en-GB" sz="2400" b="1" dirty="0">
                <a:solidFill>
                  <a:schemeClr val="dk1"/>
                </a:solidFill>
              </a:rPr>
              <a:t>Romans 8 v9 </a:t>
            </a:r>
            <a:endParaRPr sz="2400" b="1" dirty="0">
              <a:solidFill>
                <a:schemeClr val="dk1"/>
              </a:solidFill>
            </a:endParaRPr>
          </a:p>
          <a:p>
            <a:pPr marL="0" indent="0">
              <a:spcBef>
                <a:spcPts val="1200"/>
              </a:spcBef>
              <a:spcAft>
                <a:spcPts val="1200"/>
              </a:spcAft>
              <a:buClr>
                <a:schemeClr val="dk1"/>
              </a:buClr>
              <a:buSzPts val="1100"/>
              <a:buNone/>
            </a:pPr>
            <a:r>
              <a:rPr lang="en-GB" sz="2400" b="1" baseline="30000" dirty="0">
                <a:solidFill>
                  <a:schemeClr val="dk1"/>
                </a:solidFill>
                <a:latin typeface="Roboto"/>
                <a:ea typeface="Roboto"/>
                <a:cs typeface="Roboto"/>
                <a:sym typeface="Roboto"/>
              </a:rPr>
              <a:t>9 </a:t>
            </a:r>
            <a:r>
              <a:rPr lang="en-GB" sz="2400" dirty="0">
                <a:solidFill>
                  <a:schemeClr val="dk1"/>
                </a:solidFill>
                <a:latin typeface="Roboto"/>
                <a:ea typeface="Roboto"/>
                <a:cs typeface="Roboto"/>
                <a:sym typeface="Roboto"/>
              </a:rPr>
              <a:t>You, however, are not in the realm of the flesh but are in the realm of the Spirit, if indeed the Spirit of God lives in you. And if anyone does not have the Spirit of Christ, they do not belong to Christ. </a:t>
            </a:r>
            <a:endParaRPr sz="2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79"/>
        <p:cNvGrpSpPr/>
        <p:nvPr/>
      </p:nvGrpSpPr>
      <p:grpSpPr>
        <a:xfrm>
          <a:off x="0" y="0"/>
          <a:ext cx="0" cy="0"/>
          <a:chOff x="0" y="0"/>
          <a:chExt cx="0" cy="0"/>
        </a:xfrm>
      </p:grpSpPr>
      <p:pic>
        <p:nvPicPr>
          <p:cNvPr id="80" name="Google Shape;80;p18"/>
          <p:cNvPicPr preferRelativeResize="0"/>
          <p:nvPr/>
        </p:nvPicPr>
        <p:blipFill>
          <a:blip r:embed="rId3">
            <a:alphaModFix/>
          </a:blip>
          <a:stretch>
            <a:fillRect/>
          </a:stretch>
        </p:blipFill>
        <p:spPr>
          <a:xfrm>
            <a:off x="2216076" y="945475"/>
            <a:ext cx="4483925" cy="4855700"/>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pic>
        <p:nvPicPr>
          <p:cNvPr id="85" name="Google Shape;85;p19"/>
          <p:cNvPicPr preferRelativeResize="0"/>
          <p:nvPr/>
        </p:nvPicPr>
        <p:blipFill>
          <a:blip r:embed="rId3">
            <a:alphaModFix/>
          </a:blip>
          <a:stretch>
            <a:fillRect/>
          </a:stretch>
        </p:blipFill>
        <p:spPr>
          <a:xfrm>
            <a:off x="672354" y="857250"/>
            <a:ext cx="7799295" cy="5143500"/>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90" name="Google Shape;90;p20"/>
          <p:cNvSpPr txBox="1">
            <a:spLocks noGrp="1"/>
          </p:cNvSpPr>
          <p:nvPr>
            <p:ph type="body" idx="1"/>
          </p:nvPr>
        </p:nvSpPr>
        <p:spPr>
          <a:xfrm>
            <a:off x="311700" y="2009725"/>
            <a:ext cx="8520600" cy="3416400"/>
          </a:xfrm>
          <a:prstGeom prst="rect">
            <a:avLst/>
          </a:prstGeom>
        </p:spPr>
        <p:txBody>
          <a:bodyPr spcFirstLastPara="1" wrap="square" lIns="91425" tIns="91425" rIns="91425" bIns="91425" anchor="t" anchorCtr="0">
            <a:normAutofit/>
          </a:bodyPr>
          <a:lstStyle/>
          <a:p>
            <a:pPr marL="0" indent="0">
              <a:spcBef>
                <a:spcPts val="1200"/>
              </a:spcBef>
              <a:buClr>
                <a:schemeClr val="dk1"/>
              </a:buClr>
              <a:buSzPts val="1100"/>
              <a:buNone/>
            </a:pPr>
            <a:r>
              <a:rPr lang="en-GB" sz="2400" b="1" dirty="0">
                <a:solidFill>
                  <a:schemeClr val="dk1"/>
                </a:solidFill>
                <a:latin typeface="Roboto"/>
                <a:ea typeface="Roboto"/>
                <a:cs typeface="Roboto"/>
                <a:sym typeface="Roboto"/>
              </a:rPr>
              <a:t>Prepared for mission acts 1 v 8</a:t>
            </a:r>
            <a:endParaRPr sz="2400" b="1" dirty="0">
              <a:solidFill>
                <a:schemeClr val="dk1"/>
              </a:solidFill>
              <a:latin typeface="Roboto"/>
              <a:ea typeface="Roboto"/>
              <a:cs typeface="Roboto"/>
              <a:sym typeface="Roboto"/>
            </a:endParaRPr>
          </a:p>
          <a:p>
            <a:pPr marL="0" indent="0">
              <a:spcBef>
                <a:spcPts val="1200"/>
              </a:spcBef>
              <a:spcAft>
                <a:spcPts val="1200"/>
              </a:spcAft>
              <a:buClr>
                <a:schemeClr val="dk1"/>
              </a:buClr>
              <a:buSzPts val="1100"/>
              <a:buNone/>
            </a:pPr>
            <a:r>
              <a:rPr lang="en-GB" sz="2400" b="1" baseline="30000" dirty="0">
                <a:solidFill>
                  <a:schemeClr val="dk1"/>
                </a:solidFill>
                <a:latin typeface="Roboto"/>
                <a:ea typeface="Roboto"/>
                <a:cs typeface="Roboto"/>
                <a:sym typeface="Roboto"/>
              </a:rPr>
              <a:t>8 </a:t>
            </a:r>
            <a:r>
              <a:rPr lang="en-GB" sz="2400" dirty="0">
                <a:solidFill>
                  <a:schemeClr val="dk1"/>
                </a:solidFill>
                <a:latin typeface="Roboto"/>
                <a:ea typeface="Roboto"/>
                <a:cs typeface="Roboto"/>
                <a:sym typeface="Roboto"/>
              </a:rPr>
              <a:t>But you will receive power when the Holy Spirit comes on you; and you will be my witnesses in Jerusalem, and in all Judea and Samaria, and to the ends of the earth.”</a:t>
            </a:r>
            <a:endParaRPr sz="2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sp>
        <p:nvSpPr>
          <p:cNvPr id="95" name="Google Shape;95;p21"/>
          <p:cNvSpPr txBox="1">
            <a:spLocks noGrp="1"/>
          </p:cNvSpPr>
          <p:nvPr>
            <p:ph type="body" idx="1"/>
          </p:nvPr>
        </p:nvSpPr>
        <p:spPr>
          <a:xfrm>
            <a:off x="311700" y="2009725"/>
            <a:ext cx="8520600" cy="3416400"/>
          </a:xfrm>
          <a:prstGeom prst="rect">
            <a:avLst/>
          </a:prstGeom>
        </p:spPr>
        <p:txBody>
          <a:bodyPr spcFirstLastPara="1" wrap="square" lIns="91425" tIns="91425" rIns="91425" bIns="91425" anchor="t" anchorCtr="0">
            <a:normAutofit/>
          </a:bodyPr>
          <a:lstStyle/>
          <a:p>
            <a:pPr marL="0" indent="0">
              <a:spcBef>
                <a:spcPts val="1200"/>
              </a:spcBef>
              <a:buClr>
                <a:schemeClr val="dk1"/>
              </a:buClr>
              <a:buSzPts val="1100"/>
              <a:buNone/>
            </a:pPr>
            <a:r>
              <a:rPr lang="en-GB" sz="2400" b="1" dirty="0">
                <a:solidFill>
                  <a:schemeClr val="dk1"/>
                </a:solidFill>
                <a:latin typeface="Roboto"/>
                <a:ea typeface="Roboto"/>
                <a:cs typeface="Roboto"/>
                <a:sym typeface="Roboto"/>
              </a:rPr>
              <a:t>Galatians 5 v 16-17</a:t>
            </a:r>
            <a:endParaRPr sz="2400" b="1" dirty="0">
              <a:solidFill>
                <a:schemeClr val="dk1"/>
              </a:solidFill>
              <a:latin typeface="Roboto"/>
              <a:ea typeface="Roboto"/>
              <a:cs typeface="Roboto"/>
              <a:sym typeface="Roboto"/>
            </a:endParaRPr>
          </a:p>
          <a:p>
            <a:pPr marL="0" indent="0">
              <a:spcBef>
                <a:spcPts val="1200"/>
              </a:spcBef>
              <a:buNone/>
            </a:pPr>
            <a:r>
              <a:rPr lang="en-GB" sz="2400" b="1" baseline="30000" dirty="0">
                <a:solidFill>
                  <a:schemeClr val="dk1"/>
                </a:solidFill>
                <a:latin typeface="Roboto"/>
                <a:ea typeface="Roboto"/>
                <a:cs typeface="Roboto"/>
                <a:sym typeface="Roboto"/>
              </a:rPr>
              <a:t>16 </a:t>
            </a:r>
            <a:r>
              <a:rPr lang="en-GB" sz="2400" dirty="0">
                <a:solidFill>
                  <a:schemeClr val="dk1"/>
                </a:solidFill>
                <a:latin typeface="Roboto"/>
                <a:ea typeface="Roboto"/>
                <a:cs typeface="Roboto"/>
                <a:sym typeface="Roboto"/>
              </a:rPr>
              <a:t>So I say, walk by the Spirit, and you will not gratify the desires of the flesh. </a:t>
            </a:r>
            <a:r>
              <a:rPr lang="en-GB" sz="2400" b="1" baseline="30000" dirty="0">
                <a:solidFill>
                  <a:schemeClr val="dk1"/>
                </a:solidFill>
                <a:latin typeface="Roboto"/>
                <a:ea typeface="Roboto"/>
                <a:cs typeface="Roboto"/>
                <a:sym typeface="Roboto"/>
              </a:rPr>
              <a:t>17 </a:t>
            </a:r>
            <a:r>
              <a:rPr lang="en-GB" sz="2400" dirty="0">
                <a:solidFill>
                  <a:schemeClr val="dk1"/>
                </a:solidFill>
                <a:latin typeface="Roboto"/>
                <a:ea typeface="Roboto"/>
                <a:cs typeface="Roboto"/>
                <a:sym typeface="Roboto"/>
              </a:rPr>
              <a:t>For the flesh desires what is contrary to the Spirit, and the Spirit what is contrary to the flesh. They are in conflict with each other, so that you are not to do whatever</a:t>
            </a:r>
            <a:r>
              <a:rPr lang="en-GB" sz="2400" baseline="30000" dirty="0">
                <a:solidFill>
                  <a:schemeClr val="dk1"/>
                </a:solidFill>
                <a:latin typeface="Roboto"/>
                <a:ea typeface="Roboto"/>
                <a:cs typeface="Roboto"/>
                <a:sym typeface="Roboto"/>
              </a:rPr>
              <a:t>[</a:t>
            </a:r>
            <a:r>
              <a:rPr lang="en-GB" sz="2400" baseline="30000" dirty="0">
                <a:solidFill>
                  <a:srgbClr val="126ABB"/>
                </a:solidFill>
                <a:uFill>
                  <a:noFill/>
                </a:uFill>
                <a:latin typeface="Roboto"/>
                <a:ea typeface="Roboto"/>
                <a:cs typeface="Roboto"/>
                <a:sym typeface="Roboto"/>
                <a:hlinkClick r:id="rId3">
                  <a:extLst>
                    <a:ext uri="{A12FA001-AC4F-418D-AE19-62706E023703}">
                      <ahyp:hlinkClr xmlns:ahyp="http://schemas.microsoft.com/office/drawing/2018/hyperlinkcolor" val="tx"/>
                    </a:ext>
                  </a:extLst>
                </a:hlinkClick>
              </a:rPr>
              <a:t>c</a:t>
            </a:r>
            <a:r>
              <a:rPr lang="en-GB" sz="2400" baseline="30000" dirty="0">
                <a:solidFill>
                  <a:schemeClr val="dk1"/>
                </a:solidFill>
                <a:latin typeface="Roboto"/>
                <a:ea typeface="Roboto"/>
                <a:cs typeface="Roboto"/>
                <a:sym typeface="Roboto"/>
              </a:rPr>
              <a:t>]</a:t>
            </a:r>
            <a:r>
              <a:rPr lang="en-GB" sz="2400" dirty="0">
                <a:solidFill>
                  <a:schemeClr val="dk1"/>
                </a:solidFill>
                <a:latin typeface="Roboto"/>
                <a:ea typeface="Roboto"/>
                <a:cs typeface="Roboto"/>
                <a:sym typeface="Roboto"/>
              </a:rPr>
              <a:t> you want.</a:t>
            </a:r>
            <a:endParaRPr sz="2400" dirty="0">
              <a:solidFill>
                <a:schemeClr val="dk1"/>
              </a:solidFill>
              <a:latin typeface="Roboto"/>
              <a:ea typeface="Roboto"/>
              <a:cs typeface="Roboto"/>
              <a:sym typeface="Roboto"/>
            </a:endParaRPr>
          </a:p>
          <a:p>
            <a:pPr marL="0" indent="0">
              <a:spcBef>
                <a:spcPts val="1200"/>
              </a:spcBef>
              <a:spcAft>
                <a:spcPts val="1200"/>
              </a:spcAft>
              <a:buClr>
                <a:schemeClr val="dk1"/>
              </a:buClr>
              <a:buSzPts val="1100"/>
              <a:buNone/>
            </a:pPr>
            <a:endParaRPr sz="1200" dirty="0">
              <a:solidFill>
                <a:schemeClr val="dk1"/>
              </a:solidFill>
              <a:latin typeface="Roboto"/>
              <a:ea typeface="Roboto"/>
              <a:cs typeface="Roboto"/>
              <a:sym typeface="Roboto"/>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99"/>
        <p:cNvGrpSpPr/>
        <p:nvPr/>
      </p:nvGrpSpPr>
      <p:grpSpPr>
        <a:xfrm>
          <a:off x="0" y="0"/>
          <a:ext cx="0" cy="0"/>
          <a:chOff x="0" y="0"/>
          <a:chExt cx="0" cy="0"/>
        </a:xfrm>
      </p:grpSpPr>
      <p:sp>
        <p:nvSpPr>
          <p:cNvPr id="100" name="Google Shape;100;p22"/>
          <p:cNvSpPr txBox="1">
            <a:spLocks noGrp="1"/>
          </p:cNvSpPr>
          <p:nvPr>
            <p:ph type="body" idx="1"/>
          </p:nvPr>
        </p:nvSpPr>
        <p:spPr>
          <a:xfrm>
            <a:off x="311700" y="2009725"/>
            <a:ext cx="8520600" cy="3416400"/>
          </a:xfrm>
          <a:prstGeom prst="rect">
            <a:avLst/>
          </a:prstGeom>
        </p:spPr>
        <p:txBody>
          <a:bodyPr spcFirstLastPara="1" wrap="square" lIns="91425" tIns="91425" rIns="91425" bIns="91425" anchor="t" anchorCtr="0">
            <a:noAutofit/>
          </a:bodyPr>
          <a:lstStyle/>
          <a:p>
            <a:pPr marL="0" indent="0">
              <a:spcBef>
                <a:spcPts val="1200"/>
              </a:spcBef>
              <a:buClr>
                <a:schemeClr val="dk1"/>
              </a:buClr>
              <a:buSzPts val="1100"/>
              <a:buNone/>
            </a:pPr>
            <a:r>
              <a:rPr lang="en-GB" sz="2400" dirty="0">
                <a:solidFill>
                  <a:schemeClr val="dk1"/>
                </a:solidFill>
                <a:latin typeface="Roboto"/>
                <a:ea typeface="Roboto"/>
                <a:cs typeface="Roboto"/>
                <a:sym typeface="Roboto"/>
              </a:rPr>
              <a:t>Continually filled</a:t>
            </a:r>
          </a:p>
          <a:p>
            <a:pPr marL="0" indent="0">
              <a:spcBef>
                <a:spcPts val="1200"/>
              </a:spcBef>
              <a:buClr>
                <a:schemeClr val="dk1"/>
              </a:buClr>
              <a:buSzPts val="1100"/>
              <a:buNone/>
            </a:pPr>
            <a:r>
              <a:rPr lang="en-GB" sz="2400" b="1" dirty="0">
                <a:solidFill>
                  <a:schemeClr val="dk1"/>
                </a:solidFill>
                <a:latin typeface="Roboto"/>
                <a:ea typeface="Roboto"/>
                <a:cs typeface="Roboto"/>
                <a:sym typeface="Roboto"/>
              </a:rPr>
              <a:t>Acts 2 v 4</a:t>
            </a:r>
          </a:p>
          <a:p>
            <a:pPr marL="0" indent="0">
              <a:spcBef>
                <a:spcPts val="1200"/>
              </a:spcBef>
              <a:buClr>
                <a:schemeClr val="dk1"/>
              </a:buClr>
              <a:buSzPts val="1100"/>
              <a:buNone/>
            </a:pPr>
            <a:r>
              <a:rPr lang="en-GB" sz="2400" b="1" baseline="30000" dirty="0">
                <a:solidFill>
                  <a:schemeClr val="dk1"/>
                </a:solidFill>
                <a:latin typeface="Roboto"/>
                <a:ea typeface="Roboto"/>
                <a:cs typeface="Roboto"/>
                <a:sym typeface="Roboto"/>
              </a:rPr>
              <a:t>4 </a:t>
            </a:r>
            <a:r>
              <a:rPr lang="en-GB" sz="2400" dirty="0">
                <a:solidFill>
                  <a:schemeClr val="dk1"/>
                </a:solidFill>
                <a:latin typeface="Roboto"/>
                <a:ea typeface="Roboto"/>
                <a:cs typeface="Roboto"/>
                <a:sym typeface="Roboto"/>
              </a:rPr>
              <a:t>All of them were filled with the Holy Spirit and began to speak in other tongues</a:t>
            </a:r>
            <a:r>
              <a:rPr lang="en-GB" sz="2400" baseline="30000" dirty="0">
                <a:solidFill>
                  <a:schemeClr val="dk1"/>
                </a:solidFill>
                <a:latin typeface="Roboto"/>
                <a:ea typeface="Roboto"/>
                <a:cs typeface="Roboto"/>
                <a:sym typeface="Roboto"/>
              </a:rPr>
              <a:t>[</a:t>
            </a:r>
            <a:r>
              <a:rPr lang="en-GB" sz="2400" baseline="30000" dirty="0">
                <a:solidFill>
                  <a:srgbClr val="126ABB"/>
                </a:solidFill>
                <a:uFill>
                  <a:noFill/>
                </a:uFill>
                <a:latin typeface="Roboto"/>
                <a:ea typeface="Roboto"/>
                <a:cs typeface="Roboto"/>
                <a:sym typeface="Roboto"/>
                <a:hlinkClick r:id="rId3">
                  <a:extLst>
                    <a:ext uri="{A12FA001-AC4F-418D-AE19-62706E023703}">
                      <ahyp:hlinkClr xmlns:ahyp="http://schemas.microsoft.com/office/drawing/2018/hyperlinkcolor" val="tx"/>
                    </a:ext>
                  </a:extLst>
                </a:hlinkClick>
              </a:rPr>
              <a:t>a</a:t>
            </a:r>
            <a:r>
              <a:rPr lang="en-GB" sz="2400" baseline="30000" dirty="0">
                <a:solidFill>
                  <a:schemeClr val="dk1"/>
                </a:solidFill>
                <a:latin typeface="Roboto"/>
                <a:ea typeface="Roboto"/>
                <a:cs typeface="Roboto"/>
                <a:sym typeface="Roboto"/>
              </a:rPr>
              <a:t>]</a:t>
            </a:r>
            <a:r>
              <a:rPr lang="en-GB" sz="2400" dirty="0">
                <a:solidFill>
                  <a:schemeClr val="dk1"/>
                </a:solidFill>
                <a:latin typeface="Roboto"/>
                <a:ea typeface="Roboto"/>
                <a:cs typeface="Roboto"/>
                <a:sym typeface="Roboto"/>
              </a:rPr>
              <a:t> as the Spirit enabled them.</a:t>
            </a:r>
            <a:endParaRPr sz="2400" dirty="0">
              <a:solidFill>
                <a:schemeClr val="dk1"/>
              </a:solidFill>
              <a:latin typeface="Roboto"/>
              <a:ea typeface="Roboto"/>
              <a:cs typeface="Roboto"/>
              <a:sym typeface="Roboto"/>
            </a:endParaRPr>
          </a:p>
          <a:p>
            <a:pPr marL="0" indent="0">
              <a:spcBef>
                <a:spcPts val="1200"/>
              </a:spcBef>
              <a:buClr>
                <a:schemeClr val="dk1"/>
              </a:buClr>
              <a:buSzPts val="1100"/>
              <a:buNone/>
            </a:pPr>
            <a:r>
              <a:rPr lang="en-GB" sz="2400" b="1" dirty="0">
                <a:solidFill>
                  <a:schemeClr val="dk1"/>
                </a:solidFill>
                <a:latin typeface="Roboto"/>
                <a:ea typeface="Roboto"/>
                <a:cs typeface="Roboto"/>
                <a:sym typeface="Roboto"/>
              </a:rPr>
              <a:t>Acts 4 v8</a:t>
            </a:r>
            <a:endParaRPr sz="2400" b="1" dirty="0">
              <a:solidFill>
                <a:schemeClr val="dk1"/>
              </a:solidFill>
              <a:latin typeface="Roboto"/>
              <a:ea typeface="Roboto"/>
              <a:cs typeface="Roboto"/>
              <a:sym typeface="Roboto"/>
            </a:endParaRPr>
          </a:p>
          <a:p>
            <a:pPr marL="0" indent="0">
              <a:spcBef>
                <a:spcPts val="1200"/>
              </a:spcBef>
              <a:buClr>
                <a:schemeClr val="dk1"/>
              </a:buClr>
              <a:buSzPts val="1100"/>
              <a:buNone/>
            </a:pPr>
            <a:r>
              <a:rPr lang="en-GB" sz="2400" b="1" baseline="30000" dirty="0">
                <a:solidFill>
                  <a:schemeClr val="dk1"/>
                </a:solidFill>
                <a:latin typeface="Roboto"/>
                <a:ea typeface="Roboto"/>
                <a:cs typeface="Roboto"/>
                <a:sym typeface="Roboto"/>
              </a:rPr>
              <a:t>8 </a:t>
            </a:r>
            <a:r>
              <a:rPr lang="en-GB" sz="2400" dirty="0">
                <a:solidFill>
                  <a:schemeClr val="dk1"/>
                </a:solidFill>
                <a:latin typeface="Roboto"/>
                <a:ea typeface="Roboto"/>
                <a:cs typeface="Roboto"/>
                <a:sym typeface="Roboto"/>
              </a:rPr>
              <a:t>Then Peter, filled with the Holy Spirit, said to them: “Rulers and elders of the people! </a:t>
            </a:r>
            <a:endParaRPr sz="2400" dirty="0">
              <a:solidFill>
                <a:schemeClr val="dk1"/>
              </a:solidFill>
              <a:latin typeface="Roboto"/>
              <a:ea typeface="Roboto"/>
              <a:cs typeface="Roboto"/>
              <a:sym typeface="Roboto"/>
            </a:endParaRPr>
          </a:p>
          <a:p>
            <a:pPr marL="0" indent="0">
              <a:spcBef>
                <a:spcPts val="1200"/>
              </a:spcBef>
              <a:spcAft>
                <a:spcPts val="1200"/>
              </a:spcAft>
              <a:buClr>
                <a:schemeClr val="dk1"/>
              </a:buClr>
              <a:buSzPts val="1100"/>
              <a:buNone/>
            </a:pPr>
            <a:r>
              <a:rPr lang="en-GB" sz="2400" dirty="0">
                <a:solidFill>
                  <a:schemeClr val="dk1"/>
                </a:solidFill>
                <a:latin typeface="Roboto"/>
                <a:ea typeface="Roboto"/>
                <a:cs typeface="Roboto"/>
                <a:sym typeface="Roboto"/>
              </a:rPr>
              <a:t>Galatians 5 again walk by the spirit…</a:t>
            </a:r>
            <a:endParaRPr sz="2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04"/>
        <p:cNvGrpSpPr/>
        <p:nvPr/>
      </p:nvGrpSpPr>
      <p:grpSpPr>
        <a:xfrm>
          <a:off x="0" y="0"/>
          <a:ext cx="0" cy="0"/>
          <a:chOff x="0" y="0"/>
          <a:chExt cx="0" cy="0"/>
        </a:xfrm>
      </p:grpSpPr>
      <p:sp>
        <p:nvSpPr>
          <p:cNvPr id="105" name="Google Shape;105;p23"/>
          <p:cNvSpPr txBox="1">
            <a:spLocks noGrp="1"/>
          </p:cNvSpPr>
          <p:nvPr>
            <p:ph type="body" idx="1"/>
          </p:nvPr>
        </p:nvSpPr>
        <p:spPr>
          <a:xfrm>
            <a:off x="311700" y="2009725"/>
            <a:ext cx="8520600" cy="3416400"/>
          </a:xfrm>
          <a:prstGeom prst="rect">
            <a:avLst/>
          </a:prstGeom>
        </p:spPr>
        <p:txBody>
          <a:bodyPr spcFirstLastPara="1" wrap="square" lIns="91425" tIns="91425" rIns="91425" bIns="91425" anchor="t" anchorCtr="0">
            <a:normAutofit fontScale="47500" lnSpcReduction="10000"/>
          </a:bodyPr>
          <a:lstStyle/>
          <a:p>
            <a:pPr marL="0" indent="0">
              <a:spcBef>
                <a:spcPts val="1200"/>
              </a:spcBef>
              <a:buClr>
                <a:schemeClr val="dk1"/>
              </a:buClr>
              <a:buSzPct val="27447"/>
              <a:buNone/>
            </a:pPr>
            <a:r>
              <a:rPr lang="en-GB" sz="4008" b="1" baseline="30000" dirty="0">
                <a:solidFill>
                  <a:schemeClr val="dk1"/>
                </a:solidFill>
                <a:highlight>
                  <a:schemeClr val="lt1"/>
                </a:highlight>
                <a:latin typeface="Roboto"/>
                <a:ea typeface="Roboto"/>
                <a:cs typeface="Roboto"/>
                <a:sym typeface="Roboto"/>
              </a:rPr>
              <a:t>8 </a:t>
            </a:r>
            <a:r>
              <a:rPr lang="en-GB" sz="4008" dirty="0">
                <a:solidFill>
                  <a:schemeClr val="dk1"/>
                </a:solidFill>
                <a:highlight>
                  <a:schemeClr val="lt1"/>
                </a:highlight>
                <a:latin typeface="Roboto"/>
                <a:ea typeface="Roboto"/>
                <a:cs typeface="Roboto"/>
                <a:sym typeface="Roboto"/>
              </a:rPr>
              <a:t>Paul entered the synagogue and spoke boldly there for three months, arguing persuasively about the kingdom of God. </a:t>
            </a:r>
            <a:r>
              <a:rPr lang="en-GB" sz="4008" b="1" baseline="30000" dirty="0">
                <a:solidFill>
                  <a:schemeClr val="dk1"/>
                </a:solidFill>
                <a:highlight>
                  <a:schemeClr val="lt1"/>
                </a:highlight>
                <a:latin typeface="Roboto"/>
                <a:ea typeface="Roboto"/>
                <a:cs typeface="Roboto"/>
                <a:sym typeface="Roboto"/>
              </a:rPr>
              <a:t>9 </a:t>
            </a:r>
            <a:r>
              <a:rPr lang="en-GB" sz="4008" dirty="0">
                <a:solidFill>
                  <a:schemeClr val="dk1"/>
                </a:solidFill>
                <a:highlight>
                  <a:schemeClr val="lt1"/>
                </a:highlight>
                <a:latin typeface="Roboto"/>
                <a:ea typeface="Roboto"/>
                <a:cs typeface="Roboto"/>
                <a:sym typeface="Roboto"/>
              </a:rPr>
              <a:t>But some of them became obstinate; they refused to believe and publicly maligned the Way. So Paul left them. He took the disciples with him and had discussions daily in the lecture hall of Tyrannus. </a:t>
            </a:r>
            <a:r>
              <a:rPr lang="en-GB" sz="4008" b="1" baseline="30000" dirty="0">
                <a:solidFill>
                  <a:schemeClr val="dk1"/>
                </a:solidFill>
                <a:highlight>
                  <a:schemeClr val="lt1"/>
                </a:highlight>
                <a:latin typeface="Roboto"/>
                <a:ea typeface="Roboto"/>
                <a:cs typeface="Roboto"/>
                <a:sym typeface="Roboto"/>
              </a:rPr>
              <a:t>10 </a:t>
            </a:r>
            <a:r>
              <a:rPr lang="en-GB" sz="4008" dirty="0">
                <a:solidFill>
                  <a:schemeClr val="dk1"/>
                </a:solidFill>
                <a:highlight>
                  <a:schemeClr val="lt1"/>
                </a:highlight>
                <a:latin typeface="Roboto"/>
                <a:ea typeface="Roboto"/>
                <a:cs typeface="Roboto"/>
                <a:sym typeface="Roboto"/>
              </a:rPr>
              <a:t>This went on for two years, so that all the Jews and Greeks who lived in the province of Asia heard the word of the Lord.</a:t>
            </a:r>
            <a:endParaRPr sz="4008" dirty="0">
              <a:solidFill>
                <a:schemeClr val="dk1"/>
              </a:solidFill>
              <a:highlight>
                <a:schemeClr val="lt1"/>
              </a:highlight>
              <a:latin typeface="Roboto"/>
              <a:ea typeface="Roboto"/>
              <a:cs typeface="Roboto"/>
              <a:sym typeface="Roboto"/>
            </a:endParaRPr>
          </a:p>
          <a:p>
            <a:pPr marL="0" indent="0">
              <a:spcBef>
                <a:spcPts val="1200"/>
              </a:spcBef>
              <a:spcAft>
                <a:spcPts val="1200"/>
              </a:spcAft>
              <a:buClr>
                <a:schemeClr val="dk1"/>
              </a:buClr>
              <a:buSzPct val="27447"/>
              <a:buNone/>
            </a:pPr>
            <a:r>
              <a:rPr lang="en-GB" sz="4008" b="1" baseline="30000" dirty="0">
                <a:solidFill>
                  <a:schemeClr val="dk1"/>
                </a:solidFill>
                <a:highlight>
                  <a:schemeClr val="lt1"/>
                </a:highlight>
                <a:latin typeface="Roboto"/>
                <a:ea typeface="Roboto"/>
                <a:cs typeface="Roboto"/>
                <a:sym typeface="Roboto"/>
              </a:rPr>
              <a:t>11 </a:t>
            </a:r>
            <a:r>
              <a:rPr lang="en-GB" sz="4008" dirty="0">
                <a:solidFill>
                  <a:schemeClr val="dk1"/>
                </a:solidFill>
                <a:highlight>
                  <a:schemeClr val="lt1"/>
                </a:highlight>
                <a:latin typeface="Roboto"/>
                <a:ea typeface="Roboto"/>
                <a:cs typeface="Roboto"/>
                <a:sym typeface="Roboto"/>
              </a:rPr>
              <a:t>God did extraordinary miracles through Paul, </a:t>
            </a:r>
            <a:r>
              <a:rPr lang="en-GB" sz="4008" b="1" baseline="30000" dirty="0">
                <a:solidFill>
                  <a:schemeClr val="dk1"/>
                </a:solidFill>
                <a:highlight>
                  <a:schemeClr val="lt1"/>
                </a:highlight>
                <a:latin typeface="Roboto"/>
                <a:ea typeface="Roboto"/>
                <a:cs typeface="Roboto"/>
                <a:sym typeface="Roboto"/>
              </a:rPr>
              <a:t>12 </a:t>
            </a:r>
            <a:r>
              <a:rPr lang="en-GB" sz="4008" dirty="0">
                <a:solidFill>
                  <a:schemeClr val="dk1"/>
                </a:solidFill>
                <a:highlight>
                  <a:schemeClr val="lt1"/>
                </a:highlight>
                <a:latin typeface="Roboto"/>
                <a:ea typeface="Roboto"/>
                <a:cs typeface="Roboto"/>
                <a:sym typeface="Roboto"/>
              </a:rPr>
              <a:t>so that even handkerchiefs and aprons that had touched him were taken to the sick, and their illnesses were cured and the evil spirits left them.</a:t>
            </a:r>
            <a:endParaRPr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09"/>
        <p:cNvGrpSpPr/>
        <p:nvPr/>
      </p:nvGrpSpPr>
      <p:grpSpPr>
        <a:xfrm>
          <a:off x="0" y="0"/>
          <a:ext cx="0" cy="0"/>
          <a:chOff x="0" y="0"/>
          <a:chExt cx="0" cy="0"/>
        </a:xfrm>
      </p:grpSpPr>
      <p:sp>
        <p:nvSpPr>
          <p:cNvPr id="110" name="Google Shape;110;p24"/>
          <p:cNvSpPr txBox="1">
            <a:spLocks noGrp="1"/>
          </p:cNvSpPr>
          <p:nvPr>
            <p:ph type="body" idx="1"/>
          </p:nvPr>
        </p:nvSpPr>
        <p:spPr>
          <a:xfrm>
            <a:off x="395536" y="836712"/>
            <a:ext cx="8520600" cy="3416400"/>
          </a:xfrm>
          <a:prstGeom prst="rect">
            <a:avLst/>
          </a:prstGeom>
        </p:spPr>
        <p:txBody>
          <a:bodyPr spcFirstLastPara="1" wrap="square" lIns="91425" tIns="91425" rIns="91425" bIns="91425" anchor="t" anchorCtr="0">
            <a:normAutofit/>
          </a:bodyPr>
          <a:lstStyle/>
          <a:p>
            <a:pPr marL="0" indent="0">
              <a:spcBef>
                <a:spcPts val="1200"/>
              </a:spcBef>
              <a:buClr>
                <a:schemeClr val="dk1"/>
              </a:buClr>
              <a:buSzPts val="1100"/>
              <a:buNone/>
            </a:pPr>
            <a:r>
              <a:rPr lang="en-GB" sz="2400" b="1" dirty="0">
                <a:solidFill>
                  <a:schemeClr val="dk1"/>
                </a:solidFill>
                <a:latin typeface="Roboto"/>
                <a:ea typeface="Roboto"/>
                <a:cs typeface="Roboto"/>
                <a:sym typeface="Roboto"/>
              </a:rPr>
              <a:t>16v6 </a:t>
            </a:r>
            <a:endParaRPr sz="2400" b="1" dirty="0">
              <a:solidFill>
                <a:schemeClr val="dk1"/>
              </a:solidFill>
              <a:latin typeface="Roboto"/>
              <a:ea typeface="Roboto"/>
              <a:cs typeface="Roboto"/>
              <a:sym typeface="Roboto"/>
            </a:endParaRPr>
          </a:p>
          <a:p>
            <a:pPr marL="0" indent="0">
              <a:spcBef>
                <a:spcPts val="1200"/>
              </a:spcBef>
              <a:spcAft>
                <a:spcPts val="1200"/>
              </a:spcAft>
              <a:buClr>
                <a:schemeClr val="dk1"/>
              </a:buClr>
              <a:buSzPts val="1100"/>
              <a:buNone/>
            </a:pPr>
            <a:r>
              <a:rPr lang="en-GB" sz="2400" b="1" baseline="30000" dirty="0">
                <a:solidFill>
                  <a:schemeClr val="dk1"/>
                </a:solidFill>
                <a:latin typeface="Roboto"/>
                <a:ea typeface="Roboto"/>
                <a:cs typeface="Roboto"/>
                <a:sym typeface="Roboto"/>
              </a:rPr>
              <a:t>6 </a:t>
            </a:r>
            <a:r>
              <a:rPr lang="en-GB" sz="2400" dirty="0">
                <a:solidFill>
                  <a:schemeClr val="dk1"/>
                </a:solidFill>
                <a:latin typeface="Roboto"/>
                <a:ea typeface="Roboto"/>
                <a:cs typeface="Roboto"/>
                <a:sym typeface="Roboto"/>
              </a:rPr>
              <a:t>Paul and his companions </a:t>
            </a:r>
            <a:r>
              <a:rPr lang="en-GB" sz="2400" dirty="0" err="1">
                <a:solidFill>
                  <a:schemeClr val="dk1"/>
                </a:solidFill>
                <a:latin typeface="Roboto"/>
                <a:ea typeface="Roboto"/>
                <a:cs typeface="Roboto"/>
                <a:sym typeface="Roboto"/>
              </a:rPr>
              <a:t>traveled</a:t>
            </a:r>
            <a:r>
              <a:rPr lang="en-GB" sz="2400" dirty="0">
                <a:solidFill>
                  <a:schemeClr val="dk1"/>
                </a:solidFill>
                <a:latin typeface="Roboto"/>
                <a:ea typeface="Roboto"/>
                <a:cs typeface="Roboto"/>
                <a:sym typeface="Roboto"/>
              </a:rPr>
              <a:t> throughout the region of Phrygia and Galatia, having been kept by the Holy Spirit from preaching the word in the province of Asia.</a:t>
            </a:r>
            <a:endParaRPr sz="2400" dirty="0"/>
          </a:p>
        </p:txBody>
      </p:sp>
      <p:pic>
        <p:nvPicPr>
          <p:cNvPr id="111" name="Google Shape;111;p24"/>
          <p:cNvPicPr preferRelativeResize="0"/>
          <p:nvPr/>
        </p:nvPicPr>
        <p:blipFill>
          <a:blip r:embed="rId3">
            <a:alphaModFix/>
          </a:blip>
          <a:stretch>
            <a:fillRect/>
          </a:stretch>
        </p:blipFill>
        <p:spPr>
          <a:xfrm>
            <a:off x="4120651" y="2992326"/>
            <a:ext cx="2900525" cy="2806250"/>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pic>
        <p:nvPicPr>
          <p:cNvPr id="116" name="Google Shape;116;p25"/>
          <p:cNvPicPr preferRelativeResize="0"/>
          <p:nvPr/>
        </p:nvPicPr>
        <p:blipFill>
          <a:blip r:embed="rId3">
            <a:alphaModFix/>
          </a:blip>
          <a:stretch>
            <a:fillRect/>
          </a:stretch>
        </p:blipFill>
        <p:spPr>
          <a:xfrm>
            <a:off x="2633300" y="947350"/>
            <a:ext cx="4247500" cy="4963300"/>
          </a:xfrm>
          <a:prstGeom prst="rect">
            <a:avLst/>
          </a:prstGeom>
          <a:noFill/>
          <a:ln>
            <a:noFill/>
          </a:ln>
        </p:spPr>
      </p:pic>
      <p:pic>
        <p:nvPicPr>
          <p:cNvPr id="117" name="Google Shape;117;p25"/>
          <p:cNvPicPr preferRelativeResize="0"/>
          <p:nvPr/>
        </p:nvPicPr>
        <p:blipFill>
          <a:blip r:embed="rId4">
            <a:alphaModFix/>
          </a:blip>
          <a:stretch>
            <a:fillRect/>
          </a:stretch>
        </p:blipFill>
        <p:spPr>
          <a:xfrm>
            <a:off x="699601" y="1727825"/>
            <a:ext cx="1876325" cy="3119850"/>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21"/>
        <p:cNvGrpSpPr/>
        <p:nvPr/>
      </p:nvGrpSpPr>
      <p:grpSpPr>
        <a:xfrm>
          <a:off x="0" y="0"/>
          <a:ext cx="0" cy="0"/>
          <a:chOff x="0" y="0"/>
          <a:chExt cx="0" cy="0"/>
        </a:xfrm>
      </p:grpSpPr>
      <p:sp>
        <p:nvSpPr>
          <p:cNvPr id="122" name="Google Shape;122;p26"/>
          <p:cNvSpPr txBox="1">
            <a:spLocks noGrp="1"/>
          </p:cNvSpPr>
          <p:nvPr>
            <p:ph type="body" idx="1"/>
          </p:nvPr>
        </p:nvSpPr>
        <p:spPr>
          <a:xfrm>
            <a:off x="311700" y="1268760"/>
            <a:ext cx="8520600" cy="3416400"/>
          </a:xfrm>
          <a:prstGeom prst="rect">
            <a:avLst/>
          </a:prstGeom>
        </p:spPr>
        <p:txBody>
          <a:bodyPr spcFirstLastPara="1" wrap="square" lIns="91425" tIns="91425" rIns="91425" bIns="91425" anchor="t" anchorCtr="0">
            <a:noAutofit/>
          </a:bodyPr>
          <a:lstStyle/>
          <a:p>
            <a:pPr marL="0" indent="0">
              <a:spcBef>
                <a:spcPts val="1200"/>
              </a:spcBef>
              <a:buClr>
                <a:schemeClr val="dk1"/>
              </a:buClr>
              <a:buSzPct val="50405"/>
              <a:buNone/>
            </a:pPr>
            <a:r>
              <a:rPr lang="en-GB" sz="1600" b="1" baseline="30000" dirty="0">
                <a:solidFill>
                  <a:schemeClr val="dk1"/>
                </a:solidFill>
                <a:highlight>
                  <a:schemeClr val="lt1"/>
                </a:highlight>
                <a:latin typeface="Roboto"/>
                <a:ea typeface="Roboto"/>
                <a:cs typeface="Roboto"/>
                <a:sym typeface="Roboto"/>
              </a:rPr>
              <a:t>3 </a:t>
            </a:r>
            <a:r>
              <a:rPr lang="en-GB" sz="1600" dirty="0">
                <a:solidFill>
                  <a:schemeClr val="dk1"/>
                </a:solidFill>
                <a:highlight>
                  <a:schemeClr val="lt1"/>
                </a:highlight>
                <a:latin typeface="Roboto"/>
                <a:ea typeface="Roboto"/>
                <a:cs typeface="Roboto"/>
                <a:sym typeface="Roboto"/>
              </a:rPr>
              <a:t>Some Jews who went around driving out evil spirits tried to invoke the name of the Lord Jesus over those who were demon-possessed. They would say, “In the name of the Jesus whom Paul preaches, I command you to come out.” </a:t>
            </a:r>
            <a:r>
              <a:rPr lang="en-GB" sz="1600" b="1" baseline="30000" dirty="0">
                <a:solidFill>
                  <a:schemeClr val="dk1"/>
                </a:solidFill>
                <a:highlight>
                  <a:schemeClr val="lt1"/>
                </a:highlight>
                <a:latin typeface="Roboto"/>
                <a:ea typeface="Roboto"/>
                <a:cs typeface="Roboto"/>
                <a:sym typeface="Roboto"/>
              </a:rPr>
              <a:t>14 </a:t>
            </a:r>
            <a:r>
              <a:rPr lang="en-GB" sz="1600" dirty="0">
                <a:solidFill>
                  <a:schemeClr val="dk1"/>
                </a:solidFill>
                <a:highlight>
                  <a:schemeClr val="lt1"/>
                </a:highlight>
                <a:latin typeface="Roboto"/>
                <a:ea typeface="Roboto"/>
                <a:cs typeface="Roboto"/>
                <a:sym typeface="Roboto"/>
              </a:rPr>
              <a:t>Seven sons of Sceva, a Jewish chief priest, were doing this. </a:t>
            </a:r>
            <a:r>
              <a:rPr lang="en-GB" sz="1600" b="1" baseline="30000" dirty="0">
                <a:solidFill>
                  <a:schemeClr val="dk1"/>
                </a:solidFill>
                <a:highlight>
                  <a:schemeClr val="lt1"/>
                </a:highlight>
                <a:latin typeface="Roboto"/>
                <a:ea typeface="Roboto"/>
                <a:cs typeface="Roboto"/>
                <a:sym typeface="Roboto"/>
              </a:rPr>
              <a:t>15 </a:t>
            </a:r>
            <a:r>
              <a:rPr lang="en-GB" sz="1600" dirty="0">
                <a:solidFill>
                  <a:schemeClr val="dk1"/>
                </a:solidFill>
                <a:highlight>
                  <a:schemeClr val="lt1"/>
                </a:highlight>
                <a:latin typeface="Roboto"/>
                <a:ea typeface="Roboto"/>
                <a:cs typeface="Roboto"/>
                <a:sym typeface="Roboto"/>
              </a:rPr>
              <a:t>One day the evil spirit answered them, “Jesus I know, and Paul I know about, but who are you?” </a:t>
            </a:r>
            <a:r>
              <a:rPr lang="en-GB" sz="1600" b="1" baseline="30000" dirty="0">
                <a:solidFill>
                  <a:schemeClr val="dk1"/>
                </a:solidFill>
                <a:highlight>
                  <a:schemeClr val="lt1"/>
                </a:highlight>
                <a:latin typeface="Roboto"/>
                <a:ea typeface="Roboto"/>
                <a:cs typeface="Roboto"/>
                <a:sym typeface="Roboto"/>
              </a:rPr>
              <a:t>16 </a:t>
            </a:r>
            <a:r>
              <a:rPr lang="en-GB" sz="1600" dirty="0">
                <a:solidFill>
                  <a:schemeClr val="dk1"/>
                </a:solidFill>
                <a:highlight>
                  <a:schemeClr val="lt1"/>
                </a:highlight>
                <a:latin typeface="Roboto"/>
                <a:ea typeface="Roboto"/>
                <a:cs typeface="Roboto"/>
                <a:sym typeface="Roboto"/>
              </a:rPr>
              <a:t>Then the man who had the evil spirit jumped on them and overpowered them all. He gave them such a beating that they ran out of the house naked and bleeding.</a:t>
            </a:r>
            <a:endParaRPr sz="1600" dirty="0">
              <a:solidFill>
                <a:schemeClr val="dk1"/>
              </a:solidFill>
              <a:highlight>
                <a:schemeClr val="lt1"/>
              </a:highlight>
              <a:latin typeface="Roboto"/>
              <a:ea typeface="Roboto"/>
              <a:cs typeface="Roboto"/>
              <a:sym typeface="Roboto"/>
            </a:endParaRPr>
          </a:p>
          <a:p>
            <a:pPr marL="0" indent="0">
              <a:spcBef>
                <a:spcPts val="1200"/>
              </a:spcBef>
              <a:buClr>
                <a:schemeClr val="dk1"/>
              </a:buClr>
              <a:buSzPct val="50405"/>
              <a:buNone/>
            </a:pPr>
            <a:r>
              <a:rPr lang="en-GB" sz="1600" b="1" baseline="30000" dirty="0">
                <a:solidFill>
                  <a:schemeClr val="dk1"/>
                </a:solidFill>
                <a:highlight>
                  <a:schemeClr val="lt1"/>
                </a:highlight>
                <a:latin typeface="Roboto"/>
                <a:ea typeface="Roboto"/>
                <a:cs typeface="Roboto"/>
                <a:sym typeface="Roboto"/>
              </a:rPr>
              <a:t>17 </a:t>
            </a:r>
            <a:r>
              <a:rPr lang="en-GB" sz="1600" dirty="0">
                <a:solidFill>
                  <a:schemeClr val="dk1"/>
                </a:solidFill>
                <a:highlight>
                  <a:schemeClr val="lt1"/>
                </a:highlight>
                <a:latin typeface="Roboto"/>
                <a:ea typeface="Roboto"/>
                <a:cs typeface="Roboto"/>
                <a:sym typeface="Roboto"/>
              </a:rPr>
              <a:t>When this became known to the Jews and Greeks living in Ephesus, they were all seized with fear, and the name of the Lord Jesus was held in high </a:t>
            </a:r>
            <a:r>
              <a:rPr lang="en-GB" sz="1600" dirty="0" err="1">
                <a:solidFill>
                  <a:schemeClr val="dk1"/>
                </a:solidFill>
                <a:highlight>
                  <a:schemeClr val="lt1"/>
                </a:highlight>
                <a:latin typeface="Roboto"/>
                <a:ea typeface="Roboto"/>
                <a:cs typeface="Roboto"/>
                <a:sym typeface="Roboto"/>
              </a:rPr>
              <a:t>honor</a:t>
            </a:r>
            <a:r>
              <a:rPr lang="en-GB" sz="1600" dirty="0">
                <a:solidFill>
                  <a:schemeClr val="dk1"/>
                </a:solidFill>
                <a:highlight>
                  <a:schemeClr val="lt1"/>
                </a:highlight>
                <a:latin typeface="Roboto"/>
                <a:ea typeface="Roboto"/>
                <a:cs typeface="Roboto"/>
                <a:sym typeface="Roboto"/>
              </a:rPr>
              <a:t>. </a:t>
            </a:r>
            <a:r>
              <a:rPr lang="en-GB" sz="1600" b="1" baseline="30000" dirty="0">
                <a:solidFill>
                  <a:schemeClr val="dk1"/>
                </a:solidFill>
                <a:highlight>
                  <a:schemeClr val="lt1"/>
                </a:highlight>
                <a:latin typeface="Roboto"/>
                <a:ea typeface="Roboto"/>
                <a:cs typeface="Roboto"/>
                <a:sym typeface="Roboto"/>
              </a:rPr>
              <a:t>18 </a:t>
            </a:r>
            <a:r>
              <a:rPr lang="en-GB" sz="1600" dirty="0">
                <a:solidFill>
                  <a:schemeClr val="dk1"/>
                </a:solidFill>
                <a:highlight>
                  <a:schemeClr val="lt1"/>
                </a:highlight>
                <a:latin typeface="Roboto"/>
                <a:ea typeface="Roboto"/>
                <a:cs typeface="Roboto"/>
                <a:sym typeface="Roboto"/>
              </a:rPr>
              <a:t>Many of those who believed now came and openly confessed what they had done. </a:t>
            </a:r>
            <a:r>
              <a:rPr lang="en-GB" sz="1600" b="1" baseline="30000" dirty="0">
                <a:solidFill>
                  <a:schemeClr val="dk1"/>
                </a:solidFill>
                <a:highlight>
                  <a:schemeClr val="lt1"/>
                </a:highlight>
                <a:latin typeface="Roboto"/>
                <a:ea typeface="Roboto"/>
                <a:cs typeface="Roboto"/>
                <a:sym typeface="Roboto"/>
              </a:rPr>
              <a:t>19 </a:t>
            </a:r>
            <a:r>
              <a:rPr lang="en-GB" sz="1600" dirty="0">
                <a:solidFill>
                  <a:schemeClr val="dk1"/>
                </a:solidFill>
                <a:highlight>
                  <a:schemeClr val="lt1"/>
                </a:highlight>
                <a:latin typeface="Roboto"/>
                <a:ea typeface="Roboto"/>
                <a:cs typeface="Roboto"/>
                <a:sym typeface="Roboto"/>
              </a:rPr>
              <a:t>A number who had practiced sorcery brought their scrolls together and burned them publicly. When they calculated the value of the scrolls, the total came to fifty thousand drachmas.</a:t>
            </a:r>
            <a:r>
              <a:rPr lang="en-GB" sz="1600" baseline="30000" dirty="0">
                <a:solidFill>
                  <a:schemeClr val="dk1"/>
                </a:solidFill>
                <a:highlight>
                  <a:schemeClr val="lt1"/>
                </a:highlight>
                <a:latin typeface="Roboto"/>
                <a:ea typeface="Roboto"/>
                <a:cs typeface="Roboto"/>
                <a:sym typeface="Roboto"/>
              </a:rPr>
              <a:t>[</a:t>
            </a:r>
            <a:r>
              <a:rPr lang="en-GB" sz="1600" baseline="30000" dirty="0">
                <a:solidFill>
                  <a:srgbClr val="126ABB"/>
                </a:solidFill>
                <a:highlight>
                  <a:schemeClr val="lt1"/>
                </a:highlight>
                <a:uFill>
                  <a:noFill/>
                </a:uFill>
                <a:latin typeface="Roboto"/>
                <a:ea typeface="Roboto"/>
                <a:cs typeface="Roboto"/>
                <a:sym typeface="Roboto"/>
                <a:hlinkClick r:id="rId3">
                  <a:extLst>
                    <a:ext uri="{A12FA001-AC4F-418D-AE19-62706E023703}">
                      <ahyp:hlinkClr xmlns:ahyp="http://schemas.microsoft.com/office/drawing/2018/hyperlinkcolor" val="tx"/>
                    </a:ext>
                  </a:extLst>
                </a:hlinkClick>
              </a:rPr>
              <a:t>c</a:t>
            </a:r>
            <a:r>
              <a:rPr lang="en-GB" sz="1600" baseline="30000" dirty="0">
                <a:solidFill>
                  <a:schemeClr val="dk1"/>
                </a:solidFill>
                <a:highlight>
                  <a:schemeClr val="lt1"/>
                </a:highlight>
                <a:latin typeface="Roboto"/>
                <a:ea typeface="Roboto"/>
                <a:cs typeface="Roboto"/>
                <a:sym typeface="Roboto"/>
              </a:rPr>
              <a:t>]</a:t>
            </a:r>
            <a:r>
              <a:rPr lang="en-GB" sz="1600" dirty="0">
                <a:solidFill>
                  <a:schemeClr val="dk1"/>
                </a:solidFill>
                <a:highlight>
                  <a:schemeClr val="lt1"/>
                </a:highlight>
                <a:latin typeface="Roboto"/>
                <a:ea typeface="Roboto"/>
                <a:cs typeface="Roboto"/>
                <a:sym typeface="Roboto"/>
              </a:rPr>
              <a:t> </a:t>
            </a:r>
            <a:r>
              <a:rPr lang="en-GB" sz="1600" b="1" baseline="30000" dirty="0">
                <a:solidFill>
                  <a:schemeClr val="dk1"/>
                </a:solidFill>
                <a:highlight>
                  <a:schemeClr val="lt1"/>
                </a:highlight>
                <a:latin typeface="Roboto"/>
                <a:ea typeface="Roboto"/>
                <a:cs typeface="Roboto"/>
                <a:sym typeface="Roboto"/>
              </a:rPr>
              <a:t>20 </a:t>
            </a:r>
            <a:r>
              <a:rPr lang="en-GB" sz="1600" dirty="0">
                <a:solidFill>
                  <a:schemeClr val="dk1"/>
                </a:solidFill>
                <a:highlight>
                  <a:schemeClr val="lt1"/>
                </a:highlight>
                <a:latin typeface="Roboto"/>
                <a:ea typeface="Roboto"/>
                <a:cs typeface="Roboto"/>
                <a:sym typeface="Roboto"/>
              </a:rPr>
              <a:t>In this way the word of the Lord spread widely and grew in power.</a:t>
            </a:r>
            <a:endParaRPr sz="1600" dirty="0">
              <a:solidFill>
                <a:schemeClr val="dk1"/>
              </a:solidFill>
              <a:highlight>
                <a:schemeClr val="lt1"/>
              </a:highlight>
              <a:latin typeface="Roboto"/>
              <a:ea typeface="Roboto"/>
              <a:cs typeface="Roboto"/>
              <a:sym typeface="Roboto"/>
            </a:endParaRPr>
          </a:p>
          <a:p>
            <a:pPr marL="0" indent="0">
              <a:spcBef>
                <a:spcPts val="1200"/>
              </a:spcBef>
              <a:spcAft>
                <a:spcPts val="1200"/>
              </a:spcAft>
              <a:buNone/>
            </a:pPr>
            <a:endParaRPr sz="16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26"/>
        <p:cNvGrpSpPr/>
        <p:nvPr/>
      </p:nvGrpSpPr>
      <p:grpSpPr>
        <a:xfrm>
          <a:off x="0" y="0"/>
          <a:ext cx="0" cy="0"/>
          <a:chOff x="0" y="0"/>
          <a:chExt cx="0" cy="0"/>
        </a:xfrm>
      </p:grpSpPr>
      <p:sp>
        <p:nvSpPr>
          <p:cNvPr id="127" name="Google Shape;127;p27"/>
          <p:cNvSpPr txBox="1">
            <a:spLocks noGrp="1"/>
          </p:cNvSpPr>
          <p:nvPr>
            <p:ph type="body" idx="1"/>
          </p:nvPr>
        </p:nvSpPr>
        <p:spPr>
          <a:xfrm>
            <a:off x="311700" y="2009725"/>
            <a:ext cx="8520600" cy="3416400"/>
          </a:xfrm>
          <a:prstGeom prst="rect">
            <a:avLst/>
          </a:prstGeom>
        </p:spPr>
        <p:txBody>
          <a:bodyPr spcFirstLastPara="1" wrap="square" lIns="91425" tIns="91425" rIns="91425" bIns="91425" anchor="t" anchorCtr="0">
            <a:normAutofit/>
          </a:bodyPr>
          <a:lstStyle/>
          <a:p>
            <a:pPr marL="0" indent="0">
              <a:spcAft>
                <a:spcPts val="1200"/>
              </a:spcAft>
              <a:buNone/>
            </a:pPr>
            <a:r>
              <a:rPr lang="en-GB" sz="2400" b="1" baseline="30000" dirty="0">
                <a:solidFill>
                  <a:schemeClr val="dk1"/>
                </a:solidFill>
                <a:highlight>
                  <a:srgbClr val="FFFFFF"/>
                </a:highlight>
                <a:latin typeface="Roboto"/>
                <a:ea typeface="Roboto"/>
                <a:cs typeface="Roboto"/>
                <a:sym typeface="Roboto"/>
              </a:rPr>
              <a:t>21 </a:t>
            </a:r>
            <a:r>
              <a:rPr lang="en-GB" sz="2400" dirty="0">
                <a:solidFill>
                  <a:schemeClr val="dk1"/>
                </a:solidFill>
                <a:highlight>
                  <a:srgbClr val="FFFFFF"/>
                </a:highlight>
                <a:latin typeface="Roboto"/>
                <a:ea typeface="Roboto"/>
                <a:cs typeface="Roboto"/>
                <a:sym typeface="Roboto"/>
              </a:rPr>
              <a:t>After all this had happened, Paul decided</a:t>
            </a:r>
            <a:r>
              <a:rPr lang="en-GB" sz="2400" baseline="30000" dirty="0">
                <a:solidFill>
                  <a:schemeClr val="dk1"/>
                </a:solidFill>
                <a:highlight>
                  <a:srgbClr val="FFFFFF"/>
                </a:highlight>
                <a:latin typeface="Roboto"/>
                <a:ea typeface="Roboto"/>
                <a:cs typeface="Roboto"/>
                <a:sym typeface="Roboto"/>
              </a:rPr>
              <a:t>[</a:t>
            </a:r>
            <a:r>
              <a:rPr lang="en-GB" sz="2400" baseline="30000" dirty="0">
                <a:solidFill>
                  <a:srgbClr val="126ABB"/>
                </a:solidFill>
                <a:highlight>
                  <a:srgbClr val="FFFFFF"/>
                </a:highlight>
                <a:uFill>
                  <a:noFill/>
                </a:uFill>
                <a:latin typeface="Roboto"/>
                <a:ea typeface="Roboto"/>
                <a:cs typeface="Roboto"/>
                <a:sym typeface="Roboto"/>
                <a:hlinkClick r:id="rId3">
                  <a:extLst>
                    <a:ext uri="{A12FA001-AC4F-418D-AE19-62706E023703}">
                      <ahyp:hlinkClr xmlns:ahyp="http://schemas.microsoft.com/office/drawing/2018/hyperlinkcolor" val="tx"/>
                    </a:ext>
                  </a:extLst>
                </a:hlinkClick>
              </a:rPr>
              <a:t>d</a:t>
            </a:r>
            <a:r>
              <a:rPr lang="en-GB" sz="2400" baseline="30000" dirty="0">
                <a:solidFill>
                  <a:schemeClr val="dk1"/>
                </a:solidFill>
                <a:highlight>
                  <a:srgbClr val="FFFFFF"/>
                </a:highlight>
                <a:latin typeface="Roboto"/>
                <a:ea typeface="Roboto"/>
                <a:cs typeface="Roboto"/>
                <a:sym typeface="Roboto"/>
              </a:rPr>
              <a:t>]</a:t>
            </a:r>
            <a:r>
              <a:rPr lang="en-GB" sz="2400" dirty="0">
                <a:solidFill>
                  <a:schemeClr val="dk1"/>
                </a:solidFill>
                <a:highlight>
                  <a:srgbClr val="FFFFFF"/>
                </a:highlight>
                <a:latin typeface="Roboto"/>
                <a:ea typeface="Roboto"/>
                <a:cs typeface="Roboto"/>
                <a:sym typeface="Roboto"/>
              </a:rPr>
              <a:t> to go to Jerusalem, passing through Macedonia and Achaia. “After I have been there,” he said, “I must visit Rome also.” </a:t>
            </a:r>
            <a:r>
              <a:rPr lang="en-GB" sz="2400" b="1" baseline="30000" dirty="0">
                <a:solidFill>
                  <a:schemeClr val="dk1"/>
                </a:solidFill>
                <a:highlight>
                  <a:srgbClr val="FFFFFF"/>
                </a:highlight>
                <a:latin typeface="Roboto"/>
                <a:ea typeface="Roboto"/>
                <a:cs typeface="Roboto"/>
                <a:sym typeface="Roboto"/>
              </a:rPr>
              <a:t>22 </a:t>
            </a:r>
            <a:r>
              <a:rPr lang="en-GB" sz="2400" dirty="0">
                <a:solidFill>
                  <a:schemeClr val="dk1"/>
                </a:solidFill>
                <a:highlight>
                  <a:srgbClr val="FFFFFF"/>
                </a:highlight>
                <a:latin typeface="Roboto"/>
                <a:ea typeface="Roboto"/>
                <a:cs typeface="Roboto"/>
                <a:sym typeface="Roboto"/>
              </a:rPr>
              <a:t>He sent two of his helpers, Timothy and Erastus, to Macedonia, while he stayed in the province of Asia a little longer.</a:t>
            </a:r>
            <a:endParaRPr sz="2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323528" y="188640"/>
            <a:ext cx="8640960" cy="6480720"/>
          </a:xfrm>
        </p:spPr>
        <p:txBody>
          <a:bodyPr>
            <a:noAutofit/>
          </a:bodyPr>
          <a:lstStyle/>
          <a:p>
            <a:endParaRPr lang="en-GB" sz="6600" dirty="0">
              <a:solidFill>
                <a:srgbClr val="00A3E0"/>
              </a:solidFill>
              <a:latin typeface="akagi_probook"/>
            </a:endParaRPr>
          </a:p>
          <a:p>
            <a:r>
              <a:rPr lang="en-GB" sz="6600" dirty="0">
                <a:solidFill>
                  <a:srgbClr val="00A3E0"/>
                </a:solidFill>
                <a:latin typeface="akagi_probook"/>
              </a:rPr>
              <a:t>Reign Above It All</a:t>
            </a:r>
          </a:p>
          <a:p>
            <a:br>
              <a:rPr lang="en-GB" sz="1200" dirty="0">
                <a:solidFill>
                  <a:schemeClr val="bg1"/>
                </a:solidFill>
              </a:rPr>
            </a:br>
            <a:r>
              <a:rPr lang="en-GB" sz="1200" dirty="0">
                <a:solidFill>
                  <a:schemeClr val="bg1"/>
                </a:solidFill>
              </a:rPr>
              <a:t>CCLI Song # 7134098</a:t>
            </a:r>
          </a:p>
          <a:p>
            <a:r>
              <a:rPr lang="en-GB" sz="1200" dirty="0">
                <a:solidFill>
                  <a:schemeClr val="bg1"/>
                </a:solidFill>
              </a:rPr>
              <a:t>Ethan Hulse | Hannah McClure | Jess Cates | Paul McClure</a:t>
            </a:r>
          </a:p>
          <a:p>
            <a:r>
              <a:rPr lang="en-GB" sz="1200" dirty="0">
                <a:solidFill>
                  <a:schemeClr val="bg1"/>
                </a:solidFill>
              </a:rPr>
              <a:t>© 2019 We Are TIM Music; Zoom Out Songs; Be Essential Songs; EGH Music Publishing; Bethel Music Publishing</a:t>
            </a:r>
          </a:p>
          <a:p>
            <a:r>
              <a:rPr lang="en-GB" sz="1200" dirty="0">
                <a:solidFill>
                  <a:schemeClr val="bg1"/>
                </a:solidFill>
              </a:rPr>
              <a:t>For use solely with the </a:t>
            </a:r>
            <a:r>
              <a:rPr lang="en-GB" sz="1200" dirty="0" err="1">
                <a:solidFill>
                  <a:schemeClr val="bg1"/>
                </a:solidFill>
              </a:rPr>
              <a:t>SongSelect</a:t>
            </a:r>
            <a:r>
              <a:rPr lang="en-GB" sz="1200" dirty="0">
                <a:solidFill>
                  <a:schemeClr val="bg1"/>
                </a:solidFill>
              </a:rPr>
              <a:t>® Terms of Use. All rights reserved. www.ccli.com</a:t>
            </a:r>
          </a:p>
          <a:p>
            <a:r>
              <a:rPr lang="en-GB" sz="1200" dirty="0">
                <a:solidFill>
                  <a:schemeClr val="bg1"/>
                </a:solidFill>
              </a:rPr>
              <a:t>CCLI Licence No. 33265</a:t>
            </a:r>
          </a:p>
        </p:txBody>
      </p:sp>
    </p:spTree>
    <p:extLst>
      <p:ext uri="{BB962C8B-B14F-4D97-AF65-F5344CB8AC3E}">
        <p14:creationId xmlns:p14="http://schemas.microsoft.com/office/powerpoint/2010/main" val="36199205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251520" y="692696"/>
            <a:ext cx="8640960" cy="6480720"/>
          </a:xfrm>
        </p:spPr>
        <p:txBody>
          <a:bodyPr>
            <a:noAutofit/>
          </a:bodyPr>
          <a:lstStyle/>
          <a:p>
            <a:r>
              <a:rPr lang="en-GB" sz="4000" dirty="0">
                <a:solidFill>
                  <a:schemeClr val="bg1"/>
                </a:solidFill>
              </a:rPr>
              <a:t>The reign of darkness now has ended</a:t>
            </a:r>
          </a:p>
          <a:p>
            <a:r>
              <a:rPr lang="en-GB" sz="4000" dirty="0">
                <a:solidFill>
                  <a:schemeClr val="bg1"/>
                </a:solidFill>
              </a:rPr>
              <a:t>In the kingdom of light</a:t>
            </a:r>
          </a:p>
          <a:p>
            <a:r>
              <a:rPr lang="en-GB" sz="4000" dirty="0">
                <a:solidFill>
                  <a:schemeClr val="bg1"/>
                </a:solidFill>
              </a:rPr>
              <a:t>In the kingdom of light</a:t>
            </a:r>
          </a:p>
          <a:p>
            <a:r>
              <a:rPr lang="en-GB" sz="4000" dirty="0">
                <a:solidFill>
                  <a:schemeClr val="bg1"/>
                </a:solidFill>
              </a:rPr>
              <a:t>Forever under Your dominion</a:t>
            </a:r>
          </a:p>
          <a:p>
            <a:r>
              <a:rPr lang="en-GB" sz="4000" dirty="0">
                <a:solidFill>
                  <a:schemeClr val="bg1"/>
                </a:solidFill>
              </a:rPr>
              <a:t>You’re the King of my life</a:t>
            </a:r>
          </a:p>
          <a:p>
            <a:r>
              <a:rPr lang="en-GB" sz="4000" dirty="0">
                <a:solidFill>
                  <a:schemeClr val="bg1"/>
                </a:solidFill>
              </a:rPr>
              <a:t>You’re the King of my life</a:t>
            </a:r>
          </a:p>
        </p:txBody>
      </p:sp>
      <p:sp>
        <p:nvSpPr>
          <p:cNvPr id="4" name="TextBox 3"/>
          <p:cNvSpPr txBox="1"/>
          <p:nvPr/>
        </p:nvSpPr>
        <p:spPr>
          <a:xfrm>
            <a:off x="8529729" y="0"/>
            <a:ext cx="628698" cy="461665"/>
          </a:xfrm>
          <a:prstGeom prst="rect">
            <a:avLst/>
          </a:prstGeom>
          <a:noFill/>
        </p:spPr>
        <p:txBody>
          <a:bodyPr wrap="none" rtlCol="0">
            <a:spAutoFit/>
          </a:bodyPr>
          <a:lstStyle/>
          <a:p>
            <a:r>
              <a:rPr lang="en-GB" sz="2400" b="1" dirty="0">
                <a:solidFill>
                  <a:schemeClr val="bg1"/>
                </a:solidFill>
              </a:rPr>
              <a:t>1/8</a:t>
            </a:r>
          </a:p>
        </p:txBody>
      </p:sp>
    </p:spTree>
    <p:extLst>
      <p:ext uri="{BB962C8B-B14F-4D97-AF65-F5344CB8AC3E}">
        <p14:creationId xmlns:p14="http://schemas.microsoft.com/office/powerpoint/2010/main" val="409294706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F4BC00-00BE-0A41-788A-E0D25A0E21D2}"/>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788BB31D-1192-43B5-D9A8-584145FE8217}"/>
              </a:ext>
            </a:extLst>
          </p:cNvPr>
          <p:cNvSpPr>
            <a:spLocks noGrp="1"/>
          </p:cNvSpPr>
          <p:nvPr>
            <p:ph type="subTitle" idx="1"/>
          </p:nvPr>
        </p:nvSpPr>
        <p:spPr>
          <a:xfrm>
            <a:off x="251520" y="692696"/>
            <a:ext cx="8640960" cy="6480720"/>
          </a:xfrm>
        </p:spPr>
        <p:txBody>
          <a:bodyPr>
            <a:noAutofit/>
          </a:bodyPr>
          <a:lstStyle/>
          <a:p>
            <a:r>
              <a:rPr lang="en-GB" sz="4000" dirty="0">
                <a:solidFill>
                  <a:schemeClr val="bg1"/>
                </a:solidFill>
              </a:rPr>
              <a:t>You reign above it all</a:t>
            </a:r>
          </a:p>
          <a:p>
            <a:r>
              <a:rPr lang="en-GB" sz="4000" dirty="0">
                <a:solidFill>
                  <a:schemeClr val="bg1"/>
                </a:solidFill>
              </a:rPr>
              <a:t>You reign above it all</a:t>
            </a:r>
          </a:p>
          <a:p>
            <a:r>
              <a:rPr lang="en-GB" sz="4000" dirty="0">
                <a:solidFill>
                  <a:schemeClr val="bg1"/>
                </a:solidFill>
              </a:rPr>
              <a:t>Over the universe</a:t>
            </a:r>
          </a:p>
          <a:p>
            <a:r>
              <a:rPr lang="en-GB" sz="4000" dirty="0">
                <a:solidFill>
                  <a:schemeClr val="bg1"/>
                </a:solidFill>
              </a:rPr>
              <a:t>And over every heart</a:t>
            </a:r>
          </a:p>
          <a:p>
            <a:r>
              <a:rPr lang="en-GB" sz="4000" dirty="0">
                <a:solidFill>
                  <a:schemeClr val="bg1"/>
                </a:solidFill>
              </a:rPr>
              <a:t>There is no higher name</a:t>
            </a:r>
          </a:p>
          <a:p>
            <a:r>
              <a:rPr lang="en-GB" sz="4000" dirty="0">
                <a:solidFill>
                  <a:schemeClr val="bg1"/>
                </a:solidFill>
              </a:rPr>
              <a:t>Jesus You reign above it all</a:t>
            </a:r>
          </a:p>
        </p:txBody>
      </p:sp>
      <p:sp>
        <p:nvSpPr>
          <p:cNvPr id="4" name="TextBox 3">
            <a:extLst>
              <a:ext uri="{FF2B5EF4-FFF2-40B4-BE49-F238E27FC236}">
                <a16:creationId xmlns:a16="http://schemas.microsoft.com/office/drawing/2014/main" id="{0E64BC5D-F85D-A0C9-462E-D4E907137966}"/>
              </a:ext>
            </a:extLst>
          </p:cNvPr>
          <p:cNvSpPr txBox="1"/>
          <p:nvPr/>
        </p:nvSpPr>
        <p:spPr>
          <a:xfrm>
            <a:off x="8529729" y="0"/>
            <a:ext cx="628698" cy="461665"/>
          </a:xfrm>
          <a:prstGeom prst="rect">
            <a:avLst/>
          </a:prstGeom>
          <a:noFill/>
        </p:spPr>
        <p:txBody>
          <a:bodyPr wrap="none" rtlCol="0">
            <a:spAutoFit/>
          </a:bodyPr>
          <a:lstStyle/>
          <a:p>
            <a:r>
              <a:rPr lang="en-GB" sz="2400" b="1" dirty="0">
                <a:solidFill>
                  <a:schemeClr val="bg1"/>
                </a:solidFill>
              </a:rPr>
              <a:t>2/8</a:t>
            </a:r>
          </a:p>
        </p:txBody>
      </p:sp>
    </p:spTree>
    <p:extLst>
      <p:ext uri="{BB962C8B-B14F-4D97-AF65-F5344CB8AC3E}">
        <p14:creationId xmlns:p14="http://schemas.microsoft.com/office/powerpoint/2010/main" val="417799513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78BE19-D97C-81D2-66BC-465B0AC47686}"/>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02A3A7F1-6966-6DE5-3586-7F02D2978D1A}"/>
              </a:ext>
            </a:extLst>
          </p:cNvPr>
          <p:cNvSpPr>
            <a:spLocks noGrp="1"/>
          </p:cNvSpPr>
          <p:nvPr>
            <p:ph type="subTitle" idx="1"/>
          </p:nvPr>
        </p:nvSpPr>
        <p:spPr>
          <a:xfrm>
            <a:off x="251520" y="692696"/>
            <a:ext cx="8640960" cy="6480720"/>
          </a:xfrm>
        </p:spPr>
        <p:txBody>
          <a:bodyPr>
            <a:noAutofit/>
          </a:bodyPr>
          <a:lstStyle/>
          <a:p>
            <a:r>
              <a:rPr lang="en-GB" sz="4000" dirty="0">
                <a:solidFill>
                  <a:schemeClr val="bg1"/>
                </a:solidFill>
              </a:rPr>
              <a:t>On the cross the work was finished</a:t>
            </a:r>
          </a:p>
          <a:p>
            <a:r>
              <a:rPr lang="en-GB" sz="4000" dirty="0">
                <a:solidFill>
                  <a:schemeClr val="bg1"/>
                </a:solidFill>
              </a:rPr>
              <a:t>God You poured out Your life</a:t>
            </a:r>
          </a:p>
          <a:p>
            <a:r>
              <a:rPr lang="en-GB" sz="4000" dirty="0">
                <a:solidFill>
                  <a:schemeClr val="bg1"/>
                </a:solidFill>
              </a:rPr>
              <a:t>Just to give us new life</a:t>
            </a:r>
          </a:p>
          <a:p>
            <a:r>
              <a:rPr lang="en-GB" sz="4000" dirty="0">
                <a:solidFill>
                  <a:schemeClr val="bg1"/>
                </a:solidFill>
              </a:rPr>
              <a:t>Now from the lips of the forgiven</a:t>
            </a:r>
          </a:p>
          <a:p>
            <a:r>
              <a:rPr lang="en-GB" sz="4000" dirty="0">
                <a:solidFill>
                  <a:schemeClr val="bg1"/>
                </a:solidFill>
              </a:rPr>
              <a:t>Hear an anthem arise</a:t>
            </a:r>
          </a:p>
          <a:p>
            <a:r>
              <a:rPr lang="en-GB" sz="4000" dirty="0" err="1">
                <a:solidFill>
                  <a:schemeClr val="bg1"/>
                </a:solidFill>
              </a:rPr>
              <a:t>'Cause</a:t>
            </a:r>
            <a:r>
              <a:rPr lang="en-GB" sz="4000" dirty="0">
                <a:solidFill>
                  <a:schemeClr val="bg1"/>
                </a:solidFill>
              </a:rPr>
              <a:t> Jesus You’re alive</a:t>
            </a:r>
          </a:p>
        </p:txBody>
      </p:sp>
      <p:sp>
        <p:nvSpPr>
          <p:cNvPr id="4" name="TextBox 3">
            <a:extLst>
              <a:ext uri="{FF2B5EF4-FFF2-40B4-BE49-F238E27FC236}">
                <a16:creationId xmlns:a16="http://schemas.microsoft.com/office/drawing/2014/main" id="{F96E3B1D-21BC-D6BF-2C37-54DE613A6783}"/>
              </a:ext>
            </a:extLst>
          </p:cNvPr>
          <p:cNvSpPr txBox="1"/>
          <p:nvPr/>
        </p:nvSpPr>
        <p:spPr>
          <a:xfrm>
            <a:off x="8529729" y="0"/>
            <a:ext cx="628698" cy="461665"/>
          </a:xfrm>
          <a:prstGeom prst="rect">
            <a:avLst/>
          </a:prstGeom>
          <a:noFill/>
        </p:spPr>
        <p:txBody>
          <a:bodyPr wrap="none" rtlCol="0">
            <a:spAutoFit/>
          </a:bodyPr>
          <a:lstStyle/>
          <a:p>
            <a:r>
              <a:rPr lang="en-GB" sz="2400" b="1" dirty="0">
                <a:solidFill>
                  <a:schemeClr val="bg1"/>
                </a:solidFill>
              </a:rPr>
              <a:t>3/8</a:t>
            </a:r>
          </a:p>
        </p:txBody>
      </p:sp>
    </p:spTree>
    <p:extLst>
      <p:ext uri="{BB962C8B-B14F-4D97-AF65-F5344CB8AC3E}">
        <p14:creationId xmlns:p14="http://schemas.microsoft.com/office/powerpoint/2010/main" val="176390477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CE4ACC-9B9E-488D-0132-E708F9359DA0}"/>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A932EB3D-9C04-3F00-2B16-107B424E8622}"/>
              </a:ext>
            </a:extLst>
          </p:cNvPr>
          <p:cNvSpPr>
            <a:spLocks noGrp="1"/>
          </p:cNvSpPr>
          <p:nvPr>
            <p:ph type="subTitle" idx="1"/>
          </p:nvPr>
        </p:nvSpPr>
        <p:spPr>
          <a:xfrm>
            <a:off x="251520" y="692696"/>
            <a:ext cx="8640960" cy="6480720"/>
          </a:xfrm>
        </p:spPr>
        <p:txBody>
          <a:bodyPr>
            <a:noAutofit/>
          </a:bodyPr>
          <a:lstStyle/>
          <a:p>
            <a:r>
              <a:rPr lang="en-GB" sz="4000" dirty="0">
                <a:solidFill>
                  <a:schemeClr val="bg1"/>
                </a:solidFill>
              </a:rPr>
              <a:t>You reign above it all</a:t>
            </a:r>
          </a:p>
          <a:p>
            <a:r>
              <a:rPr lang="en-GB" sz="4000" dirty="0">
                <a:solidFill>
                  <a:schemeClr val="bg1"/>
                </a:solidFill>
              </a:rPr>
              <a:t>You reign above it all</a:t>
            </a:r>
          </a:p>
          <a:p>
            <a:r>
              <a:rPr lang="en-GB" sz="4000" dirty="0">
                <a:solidFill>
                  <a:schemeClr val="bg1"/>
                </a:solidFill>
              </a:rPr>
              <a:t>Over the universe</a:t>
            </a:r>
          </a:p>
          <a:p>
            <a:r>
              <a:rPr lang="en-GB" sz="4000" dirty="0">
                <a:solidFill>
                  <a:schemeClr val="bg1"/>
                </a:solidFill>
              </a:rPr>
              <a:t>And over every heart</a:t>
            </a:r>
          </a:p>
          <a:p>
            <a:r>
              <a:rPr lang="en-GB" sz="4000" dirty="0">
                <a:solidFill>
                  <a:schemeClr val="bg1"/>
                </a:solidFill>
              </a:rPr>
              <a:t>There is no higher name</a:t>
            </a:r>
          </a:p>
          <a:p>
            <a:r>
              <a:rPr lang="en-GB" sz="4000" dirty="0">
                <a:solidFill>
                  <a:schemeClr val="bg1"/>
                </a:solidFill>
              </a:rPr>
              <a:t>Jesus You reign above it all</a:t>
            </a:r>
          </a:p>
        </p:txBody>
      </p:sp>
      <p:sp>
        <p:nvSpPr>
          <p:cNvPr id="4" name="TextBox 3">
            <a:extLst>
              <a:ext uri="{FF2B5EF4-FFF2-40B4-BE49-F238E27FC236}">
                <a16:creationId xmlns:a16="http://schemas.microsoft.com/office/drawing/2014/main" id="{2CA1709A-FFC2-C563-611D-5791FB744C37}"/>
              </a:ext>
            </a:extLst>
          </p:cNvPr>
          <p:cNvSpPr txBox="1"/>
          <p:nvPr/>
        </p:nvSpPr>
        <p:spPr>
          <a:xfrm>
            <a:off x="8529729" y="0"/>
            <a:ext cx="628698" cy="461665"/>
          </a:xfrm>
          <a:prstGeom prst="rect">
            <a:avLst/>
          </a:prstGeom>
          <a:noFill/>
        </p:spPr>
        <p:txBody>
          <a:bodyPr wrap="none" rtlCol="0">
            <a:spAutoFit/>
          </a:bodyPr>
          <a:lstStyle/>
          <a:p>
            <a:r>
              <a:rPr lang="en-GB" sz="2400" b="1" dirty="0">
                <a:solidFill>
                  <a:schemeClr val="bg1"/>
                </a:solidFill>
              </a:rPr>
              <a:t>4/8</a:t>
            </a:r>
          </a:p>
        </p:txBody>
      </p:sp>
    </p:spTree>
    <p:extLst>
      <p:ext uri="{BB962C8B-B14F-4D97-AF65-F5344CB8AC3E}">
        <p14:creationId xmlns:p14="http://schemas.microsoft.com/office/powerpoint/2010/main" val="165625584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825F89-FD3F-F1F7-E392-BD5A71EBCDAD}"/>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B89A1218-5D5B-FC78-AAEF-7879BEB84BAC}"/>
              </a:ext>
            </a:extLst>
          </p:cNvPr>
          <p:cNvSpPr>
            <a:spLocks noGrp="1"/>
          </p:cNvSpPr>
          <p:nvPr>
            <p:ph type="subTitle" idx="1"/>
          </p:nvPr>
        </p:nvSpPr>
        <p:spPr>
          <a:xfrm>
            <a:off x="251520" y="692696"/>
            <a:ext cx="8640960" cy="6480720"/>
          </a:xfrm>
        </p:spPr>
        <p:txBody>
          <a:bodyPr>
            <a:noAutofit/>
          </a:bodyPr>
          <a:lstStyle/>
          <a:p>
            <a:r>
              <a:rPr lang="en-GB" sz="4000" dirty="0">
                <a:solidFill>
                  <a:schemeClr val="bg1"/>
                </a:solidFill>
              </a:rPr>
              <a:t>Let all of heaven</a:t>
            </a:r>
          </a:p>
          <a:p>
            <a:r>
              <a:rPr lang="en-GB" sz="4000" dirty="0">
                <a:solidFill>
                  <a:schemeClr val="bg1"/>
                </a:solidFill>
              </a:rPr>
              <a:t>And the earth erupt in song</a:t>
            </a:r>
          </a:p>
          <a:p>
            <a:r>
              <a:rPr lang="en-GB" sz="4000" dirty="0">
                <a:solidFill>
                  <a:schemeClr val="bg1"/>
                </a:solidFill>
              </a:rPr>
              <a:t>Sing hallelujah to the Everlasting One</a:t>
            </a:r>
          </a:p>
          <a:p>
            <a:r>
              <a:rPr lang="en-GB" sz="4000" dirty="0">
                <a:solidFill>
                  <a:schemeClr val="bg1"/>
                </a:solidFill>
              </a:rPr>
              <a:t>There is no higher name</a:t>
            </a:r>
          </a:p>
          <a:p>
            <a:r>
              <a:rPr lang="en-GB" sz="4000" dirty="0">
                <a:solidFill>
                  <a:schemeClr val="bg1"/>
                </a:solidFill>
              </a:rPr>
              <a:t>Jesus You reign above it all</a:t>
            </a:r>
          </a:p>
        </p:txBody>
      </p:sp>
      <p:sp>
        <p:nvSpPr>
          <p:cNvPr id="4" name="TextBox 3">
            <a:extLst>
              <a:ext uri="{FF2B5EF4-FFF2-40B4-BE49-F238E27FC236}">
                <a16:creationId xmlns:a16="http://schemas.microsoft.com/office/drawing/2014/main" id="{5B0F5085-D3AD-23DE-5A34-BA1F781CE467}"/>
              </a:ext>
            </a:extLst>
          </p:cNvPr>
          <p:cNvSpPr txBox="1"/>
          <p:nvPr/>
        </p:nvSpPr>
        <p:spPr>
          <a:xfrm>
            <a:off x="8529729" y="0"/>
            <a:ext cx="628698" cy="461665"/>
          </a:xfrm>
          <a:prstGeom prst="rect">
            <a:avLst/>
          </a:prstGeom>
          <a:noFill/>
        </p:spPr>
        <p:txBody>
          <a:bodyPr wrap="none" rtlCol="0">
            <a:spAutoFit/>
          </a:bodyPr>
          <a:lstStyle/>
          <a:p>
            <a:r>
              <a:rPr lang="en-GB" sz="2400" b="1" dirty="0">
                <a:solidFill>
                  <a:schemeClr val="bg1"/>
                </a:solidFill>
              </a:rPr>
              <a:t>5/8</a:t>
            </a:r>
          </a:p>
        </p:txBody>
      </p:sp>
    </p:spTree>
    <p:extLst>
      <p:ext uri="{BB962C8B-B14F-4D97-AF65-F5344CB8AC3E}">
        <p14:creationId xmlns:p14="http://schemas.microsoft.com/office/powerpoint/2010/main" val="14941335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A94A72-AD83-6F83-1984-0C7E9E1CD687}"/>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679D2104-1A14-6B7F-9A57-0A8D1C0B2892}"/>
              </a:ext>
            </a:extLst>
          </p:cNvPr>
          <p:cNvSpPr>
            <a:spLocks noGrp="1"/>
          </p:cNvSpPr>
          <p:nvPr>
            <p:ph type="subTitle" idx="1"/>
          </p:nvPr>
        </p:nvSpPr>
        <p:spPr>
          <a:xfrm>
            <a:off x="251520" y="692696"/>
            <a:ext cx="8640960" cy="6480720"/>
          </a:xfrm>
        </p:spPr>
        <p:txBody>
          <a:bodyPr>
            <a:noAutofit/>
          </a:bodyPr>
          <a:lstStyle/>
          <a:p>
            <a:r>
              <a:rPr lang="en-GB" sz="4000" dirty="0">
                <a:solidFill>
                  <a:schemeClr val="bg1"/>
                </a:solidFill>
              </a:rPr>
              <a:t>You sent the darkness running</a:t>
            </a:r>
          </a:p>
          <a:p>
            <a:r>
              <a:rPr lang="en-GB" sz="4000" dirty="0">
                <a:solidFill>
                  <a:schemeClr val="bg1"/>
                </a:solidFill>
              </a:rPr>
              <a:t>Out of an empty grave</a:t>
            </a:r>
          </a:p>
          <a:p>
            <a:r>
              <a:rPr lang="en-GB" sz="4000" dirty="0">
                <a:solidFill>
                  <a:schemeClr val="bg1"/>
                </a:solidFill>
              </a:rPr>
              <a:t>Now seated alone in glory</a:t>
            </a:r>
          </a:p>
          <a:p>
            <a:r>
              <a:rPr lang="en-GB" sz="4000" dirty="0">
                <a:solidFill>
                  <a:schemeClr val="bg1"/>
                </a:solidFill>
              </a:rPr>
              <a:t>Enthroned on the highest praise</a:t>
            </a:r>
            <a:br>
              <a:rPr lang="en-GB" sz="4000" dirty="0">
                <a:solidFill>
                  <a:schemeClr val="bg1"/>
                </a:solidFill>
              </a:rPr>
            </a:br>
            <a:br>
              <a:rPr lang="en-GB" sz="4000" dirty="0">
                <a:solidFill>
                  <a:schemeClr val="bg1"/>
                </a:solidFill>
              </a:rPr>
            </a:br>
            <a:r>
              <a:rPr lang="en-GB" sz="4000" dirty="0">
                <a:solidFill>
                  <a:schemeClr val="bg1"/>
                </a:solidFill>
              </a:rPr>
              <a:t>(REPEAT)</a:t>
            </a:r>
          </a:p>
        </p:txBody>
      </p:sp>
      <p:sp>
        <p:nvSpPr>
          <p:cNvPr id="4" name="TextBox 3">
            <a:extLst>
              <a:ext uri="{FF2B5EF4-FFF2-40B4-BE49-F238E27FC236}">
                <a16:creationId xmlns:a16="http://schemas.microsoft.com/office/drawing/2014/main" id="{B0F623FD-C2EA-F7A6-663B-058C61D293CC}"/>
              </a:ext>
            </a:extLst>
          </p:cNvPr>
          <p:cNvSpPr txBox="1"/>
          <p:nvPr/>
        </p:nvSpPr>
        <p:spPr>
          <a:xfrm>
            <a:off x="8529729" y="0"/>
            <a:ext cx="628698" cy="461665"/>
          </a:xfrm>
          <a:prstGeom prst="rect">
            <a:avLst/>
          </a:prstGeom>
          <a:noFill/>
        </p:spPr>
        <p:txBody>
          <a:bodyPr wrap="none" rtlCol="0">
            <a:spAutoFit/>
          </a:bodyPr>
          <a:lstStyle/>
          <a:p>
            <a:r>
              <a:rPr lang="en-GB" sz="2400" b="1" dirty="0">
                <a:solidFill>
                  <a:schemeClr val="bg1"/>
                </a:solidFill>
              </a:rPr>
              <a:t>6/8</a:t>
            </a:r>
          </a:p>
        </p:txBody>
      </p:sp>
    </p:spTree>
    <p:extLst>
      <p:ext uri="{BB962C8B-B14F-4D97-AF65-F5344CB8AC3E}">
        <p14:creationId xmlns:p14="http://schemas.microsoft.com/office/powerpoint/2010/main" val="334241046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9FCEE5-004E-4D06-126D-0117924D1EFF}"/>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1CB548E5-B0C1-A11C-4253-E84BCA67C55C}"/>
              </a:ext>
            </a:extLst>
          </p:cNvPr>
          <p:cNvSpPr>
            <a:spLocks noGrp="1"/>
          </p:cNvSpPr>
          <p:nvPr>
            <p:ph type="subTitle" idx="1"/>
          </p:nvPr>
        </p:nvSpPr>
        <p:spPr>
          <a:xfrm>
            <a:off x="251520" y="692696"/>
            <a:ext cx="8640960" cy="6480720"/>
          </a:xfrm>
        </p:spPr>
        <p:txBody>
          <a:bodyPr>
            <a:noAutofit/>
          </a:bodyPr>
          <a:lstStyle/>
          <a:p>
            <a:r>
              <a:rPr lang="en-GB" sz="4000" dirty="0">
                <a:solidFill>
                  <a:schemeClr val="bg1"/>
                </a:solidFill>
              </a:rPr>
              <a:t>You reign above it all</a:t>
            </a:r>
          </a:p>
          <a:p>
            <a:r>
              <a:rPr lang="en-GB" sz="4000" dirty="0">
                <a:solidFill>
                  <a:schemeClr val="bg1"/>
                </a:solidFill>
              </a:rPr>
              <a:t>You reign above it all</a:t>
            </a:r>
          </a:p>
          <a:p>
            <a:r>
              <a:rPr lang="en-GB" sz="4000" dirty="0">
                <a:solidFill>
                  <a:schemeClr val="bg1"/>
                </a:solidFill>
              </a:rPr>
              <a:t>Over the universe</a:t>
            </a:r>
          </a:p>
          <a:p>
            <a:r>
              <a:rPr lang="en-GB" sz="4000" dirty="0">
                <a:solidFill>
                  <a:schemeClr val="bg1"/>
                </a:solidFill>
              </a:rPr>
              <a:t>And over every heart</a:t>
            </a:r>
          </a:p>
          <a:p>
            <a:r>
              <a:rPr lang="en-GB" sz="4000" dirty="0">
                <a:solidFill>
                  <a:schemeClr val="bg1"/>
                </a:solidFill>
              </a:rPr>
              <a:t>There is no higher name</a:t>
            </a:r>
          </a:p>
          <a:p>
            <a:r>
              <a:rPr lang="en-GB" sz="4000" dirty="0">
                <a:solidFill>
                  <a:schemeClr val="bg1"/>
                </a:solidFill>
              </a:rPr>
              <a:t>Jesus You reign above it all</a:t>
            </a:r>
          </a:p>
        </p:txBody>
      </p:sp>
      <p:sp>
        <p:nvSpPr>
          <p:cNvPr id="4" name="TextBox 3">
            <a:extLst>
              <a:ext uri="{FF2B5EF4-FFF2-40B4-BE49-F238E27FC236}">
                <a16:creationId xmlns:a16="http://schemas.microsoft.com/office/drawing/2014/main" id="{1E4F6C82-012A-D827-4D86-36B36C4938C4}"/>
              </a:ext>
            </a:extLst>
          </p:cNvPr>
          <p:cNvSpPr txBox="1"/>
          <p:nvPr/>
        </p:nvSpPr>
        <p:spPr>
          <a:xfrm>
            <a:off x="8529729" y="0"/>
            <a:ext cx="628698" cy="461665"/>
          </a:xfrm>
          <a:prstGeom prst="rect">
            <a:avLst/>
          </a:prstGeom>
          <a:noFill/>
        </p:spPr>
        <p:txBody>
          <a:bodyPr wrap="none" rtlCol="0">
            <a:spAutoFit/>
          </a:bodyPr>
          <a:lstStyle/>
          <a:p>
            <a:r>
              <a:rPr lang="en-GB" sz="2400" b="1" dirty="0">
                <a:solidFill>
                  <a:schemeClr val="bg1"/>
                </a:solidFill>
              </a:rPr>
              <a:t>7/8</a:t>
            </a:r>
          </a:p>
        </p:txBody>
      </p:sp>
    </p:spTree>
    <p:extLst>
      <p:ext uri="{BB962C8B-B14F-4D97-AF65-F5344CB8AC3E}">
        <p14:creationId xmlns:p14="http://schemas.microsoft.com/office/powerpoint/2010/main" val="374727316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D51EF2-97F2-7258-160B-1B53C44E9AAC}"/>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F5DC6283-7BC0-A2A6-55F0-E6C5D1029F99}"/>
              </a:ext>
            </a:extLst>
          </p:cNvPr>
          <p:cNvSpPr>
            <a:spLocks noGrp="1"/>
          </p:cNvSpPr>
          <p:nvPr>
            <p:ph type="subTitle" idx="1"/>
          </p:nvPr>
        </p:nvSpPr>
        <p:spPr>
          <a:xfrm>
            <a:off x="251520" y="692696"/>
            <a:ext cx="8640960" cy="6480720"/>
          </a:xfrm>
        </p:spPr>
        <p:txBody>
          <a:bodyPr>
            <a:noAutofit/>
          </a:bodyPr>
          <a:lstStyle/>
          <a:p>
            <a:r>
              <a:rPr lang="en-GB" sz="4000" dirty="0">
                <a:solidFill>
                  <a:schemeClr val="bg1"/>
                </a:solidFill>
              </a:rPr>
              <a:t>Let all of heaven</a:t>
            </a:r>
          </a:p>
          <a:p>
            <a:r>
              <a:rPr lang="en-GB" sz="4000" dirty="0">
                <a:solidFill>
                  <a:schemeClr val="bg1"/>
                </a:solidFill>
              </a:rPr>
              <a:t>And the earth erupt in song</a:t>
            </a:r>
          </a:p>
          <a:p>
            <a:r>
              <a:rPr lang="en-GB" sz="4000" dirty="0">
                <a:solidFill>
                  <a:schemeClr val="bg1"/>
                </a:solidFill>
              </a:rPr>
              <a:t>Sing hallelujah to the Everlasting One</a:t>
            </a:r>
          </a:p>
          <a:p>
            <a:r>
              <a:rPr lang="en-GB" sz="4000" dirty="0">
                <a:solidFill>
                  <a:schemeClr val="bg1"/>
                </a:solidFill>
              </a:rPr>
              <a:t>There is no higher name</a:t>
            </a:r>
          </a:p>
          <a:p>
            <a:r>
              <a:rPr lang="en-GB" sz="4000" dirty="0">
                <a:solidFill>
                  <a:schemeClr val="bg1"/>
                </a:solidFill>
              </a:rPr>
              <a:t>Jesus You reign above it all</a:t>
            </a:r>
          </a:p>
        </p:txBody>
      </p:sp>
      <p:sp>
        <p:nvSpPr>
          <p:cNvPr id="4" name="TextBox 3">
            <a:extLst>
              <a:ext uri="{FF2B5EF4-FFF2-40B4-BE49-F238E27FC236}">
                <a16:creationId xmlns:a16="http://schemas.microsoft.com/office/drawing/2014/main" id="{0A63342F-B228-A0FB-4174-681DE1A624A4}"/>
              </a:ext>
            </a:extLst>
          </p:cNvPr>
          <p:cNvSpPr txBox="1"/>
          <p:nvPr/>
        </p:nvSpPr>
        <p:spPr>
          <a:xfrm>
            <a:off x="8529729" y="0"/>
            <a:ext cx="628698" cy="461665"/>
          </a:xfrm>
          <a:prstGeom prst="rect">
            <a:avLst/>
          </a:prstGeom>
          <a:noFill/>
        </p:spPr>
        <p:txBody>
          <a:bodyPr wrap="none" rtlCol="0">
            <a:spAutoFit/>
          </a:bodyPr>
          <a:lstStyle/>
          <a:p>
            <a:r>
              <a:rPr lang="en-GB" sz="2400" b="1" dirty="0">
                <a:solidFill>
                  <a:schemeClr val="bg1"/>
                </a:solidFill>
              </a:rPr>
              <a:t>8/8</a:t>
            </a:r>
          </a:p>
        </p:txBody>
      </p:sp>
    </p:spTree>
    <p:extLst>
      <p:ext uri="{BB962C8B-B14F-4D97-AF65-F5344CB8AC3E}">
        <p14:creationId xmlns:p14="http://schemas.microsoft.com/office/powerpoint/2010/main" val="206120932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906D2A-5E68-F15C-89E4-2DBC4F4793A3}"/>
              </a:ext>
            </a:extLst>
          </p:cNvPr>
          <p:cNvSpPr txBox="1">
            <a:spLocks/>
          </p:cNvSpPr>
          <p:nvPr/>
        </p:nvSpPr>
        <p:spPr bwMode="auto">
          <a:xfrm>
            <a:off x="457200" y="836712"/>
            <a:ext cx="8229600" cy="4893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90000" lnSpcReduction="10000"/>
          </a:bodyPr>
          <a:lstStyle>
            <a:lvl1pPr algn="l" defTabSz="457200" rtl="0" eaLnBrk="1" fontAlgn="base" hangingPunct="1">
              <a:spcBef>
                <a:spcPct val="0"/>
              </a:spcBef>
              <a:spcAft>
                <a:spcPct val="0"/>
              </a:spcAft>
              <a:defRPr sz="3200" kern="1200">
                <a:solidFill>
                  <a:srgbClr val="58595B"/>
                </a:solidFill>
                <a:latin typeface="Rockwell"/>
                <a:ea typeface="+mj-ea"/>
                <a:cs typeface="+mj-cs"/>
              </a:defRPr>
            </a:lvl1pPr>
            <a:lvl2pPr algn="l" defTabSz="457200" rtl="0" eaLnBrk="1" fontAlgn="base" hangingPunct="1">
              <a:spcBef>
                <a:spcPct val="0"/>
              </a:spcBef>
              <a:spcAft>
                <a:spcPct val="0"/>
              </a:spcAft>
              <a:defRPr sz="4400">
                <a:solidFill>
                  <a:srgbClr val="58595B"/>
                </a:solidFill>
                <a:latin typeface="Rockwell" panose="02060603020205020403" pitchFamily="18" charset="0"/>
              </a:defRPr>
            </a:lvl2pPr>
            <a:lvl3pPr algn="l" defTabSz="457200" rtl="0" eaLnBrk="1" fontAlgn="base" hangingPunct="1">
              <a:spcBef>
                <a:spcPct val="0"/>
              </a:spcBef>
              <a:spcAft>
                <a:spcPct val="0"/>
              </a:spcAft>
              <a:defRPr sz="4400">
                <a:solidFill>
                  <a:srgbClr val="58595B"/>
                </a:solidFill>
                <a:latin typeface="Rockwell" panose="02060603020205020403" pitchFamily="18" charset="0"/>
              </a:defRPr>
            </a:lvl3pPr>
            <a:lvl4pPr algn="l" defTabSz="457200" rtl="0" eaLnBrk="1" fontAlgn="base" hangingPunct="1">
              <a:spcBef>
                <a:spcPct val="0"/>
              </a:spcBef>
              <a:spcAft>
                <a:spcPct val="0"/>
              </a:spcAft>
              <a:defRPr sz="4400">
                <a:solidFill>
                  <a:srgbClr val="58595B"/>
                </a:solidFill>
                <a:latin typeface="Rockwell" panose="02060603020205020403" pitchFamily="18" charset="0"/>
              </a:defRPr>
            </a:lvl4pPr>
            <a:lvl5pPr algn="l" defTabSz="457200" rtl="0" eaLnBrk="1" fontAlgn="base" hangingPunct="1">
              <a:spcBef>
                <a:spcPct val="0"/>
              </a:spcBef>
              <a:spcAft>
                <a:spcPct val="0"/>
              </a:spcAft>
              <a:defRPr sz="4400">
                <a:solidFill>
                  <a:srgbClr val="58595B"/>
                </a:solidFill>
                <a:latin typeface="Rockwell" panose="02060603020205020403" pitchFamily="18" charset="0"/>
              </a:defRPr>
            </a:lvl5pPr>
            <a:lvl6pPr marL="457200" algn="l" defTabSz="457200" rtl="0" eaLnBrk="1" fontAlgn="base" hangingPunct="1">
              <a:spcBef>
                <a:spcPct val="0"/>
              </a:spcBef>
              <a:spcAft>
                <a:spcPct val="0"/>
              </a:spcAft>
              <a:defRPr sz="4400">
                <a:solidFill>
                  <a:srgbClr val="58595B"/>
                </a:solidFill>
                <a:latin typeface="Rockwell" panose="02060603020205020403" pitchFamily="18" charset="0"/>
              </a:defRPr>
            </a:lvl6pPr>
            <a:lvl7pPr marL="914400" algn="l" defTabSz="457200" rtl="0" eaLnBrk="1" fontAlgn="base" hangingPunct="1">
              <a:spcBef>
                <a:spcPct val="0"/>
              </a:spcBef>
              <a:spcAft>
                <a:spcPct val="0"/>
              </a:spcAft>
              <a:defRPr sz="4400">
                <a:solidFill>
                  <a:srgbClr val="58595B"/>
                </a:solidFill>
                <a:latin typeface="Rockwell" panose="02060603020205020403" pitchFamily="18" charset="0"/>
              </a:defRPr>
            </a:lvl7pPr>
            <a:lvl8pPr marL="1371600" algn="l" defTabSz="457200" rtl="0" eaLnBrk="1" fontAlgn="base" hangingPunct="1">
              <a:spcBef>
                <a:spcPct val="0"/>
              </a:spcBef>
              <a:spcAft>
                <a:spcPct val="0"/>
              </a:spcAft>
              <a:defRPr sz="4400">
                <a:solidFill>
                  <a:srgbClr val="58595B"/>
                </a:solidFill>
                <a:latin typeface="Rockwell" panose="02060603020205020403" pitchFamily="18" charset="0"/>
              </a:defRPr>
            </a:lvl8pPr>
            <a:lvl9pPr marL="1828800" algn="l" defTabSz="457200" rtl="0" eaLnBrk="1" fontAlgn="base" hangingPunct="1">
              <a:spcBef>
                <a:spcPct val="0"/>
              </a:spcBef>
              <a:spcAft>
                <a:spcPct val="0"/>
              </a:spcAft>
              <a:defRPr sz="4400">
                <a:solidFill>
                  <a:srgbClr val="58595B"/>
                </a:solidFill>
                <a:latin typeface="Rockwell" panose="02060603020205020403" pitchFamily="18" charset="0"/>
              </a:defRPr>
            </a:lvl9pPr>
          </a:lstStyle>
          <a:p>
            <a:pPr marL="0" marR="0" lvl="0" indent="0" algn="l" defTabSz="457200" rtl="0" eaLnBrk="1" fontAlgn="base" latinLnBrk="0" hangingPunct="1">
              <a:lnSpc>
                <a:spcPct val="100000"/>
              </a:lnSpc>
              <a:spcBef>
                <a:spcPct val="0"/>
              </a:spcBef>
              <a:spcAft>
                <a:spcPct val="0"/>
              </a:spcAft>
              <a:buClrTx/>
              <a:buSzTx/>
              <a:buFontTx/>
              <a:buNone/>
              <a:tabLst/>
              <a:defRPr/>
            </a:pPr>
            <a:endParaRPr kumimoji="0" lang="en-GB" sz="3200" b="0" i="0" u="none" strike="noStrike" kern="1200" cap="none" spc="0" normalizeH="0" baseline="0" noProof="0" dirty="0">
              <a:ln>
                <a:noFill/>
              </a:ln>
              <a:solidFill>
                <a:schemeClr val="bg1"/>
              </a:solidFill>
              <a:effectLst/>
              <a:uLnTx/>
              <a:uFillTx/>
              <a:latin typeface="Rockwell"/>
              <a:ea typeface="+mj-ea"/>
              <a:cs typeface="+mj-cs"/>
            </a:endParaRPr>
          </a:p>
        </p:txBody>
      </p:sp>
      <p:sp>
        <p:nvSpPr>
          <p:cNvPr id="4" name="Title 1">
            <a:extLst>
              <a:ext uri="{FF2B5EF4-FFF2-40B4-BE49-F238E27FC236}">
                <a16:creationId xmlns:a16="http://schemas.microsoft.com/office/drawing/2014/main" id="{89C6AC8B-4AF1-9B45-6683-F14ED4AE0E1F}"/>
              </a:ext>
            </a:extLst>
          </p:cNvPr>
          <p:cNvSpPr txBox="1">
            <a:spLocks/>
          </p:cNvSpPr>
          <p:nvPr/>
        </p:nvSpPr>
        <p:spPr bwMode="auto">
          <a:xfrm>
            <a:off x="323528" y="116632"/>
            <a:ext cx="8229600" cy="59046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a:bodyPr>
          <a:lstStyle>
            <a:lvl1pPr algn="l" defTabSz="457200" rtl="0" eaLnBrk="1" fontAlgn="base" hangingPunct="1">
              <a:spcBef>
                <a:spcPct val="0"/>
              </a:spcBef>
              <a:spcAft>
                <a:spcPct val="0"/>
              </a:spcAft>
              <a:defRPr sz="3200" kern="1200">
                <a:solidFill>
                  <a:srgbClr val="58595B"/>
                </a:solidFill>
                <a:latin typeface="Rockwell"/>
                <a:ea typeface="+mj-ea"/>
                <a:cs typeface="+mj-cs"/>
              </a:defRPr>
            </a:lvl1pPr>
            <a:lvl2pPr algn="l" defTabSz="457200" rtl="0" eaLnBrk="1" fontAlgn="base" hangingPunct="1">
              <a:spcBef>
                <a:spcPct val="0"/>
              </a:spcBef>
              <a:spcAft>
                <a:spcPct val="0"/>
              </a:spcAft>
              <a:defRPr sz="4400">
                <a:solidFill>
                  <a:srgbClr val="58595B"/>
                </a:solidFill>
                <a:latin typeface="Rockwell" panose="02060603020205020403" pitchFamily="18" charset="0"/>
              </a:defRPr>
            </a:lvl2pPr>
            <a:lvl3pPr algn="l" defTabSz="457200" rtl="0" eaLnBrk="1" fontAlgn="base" hangingPunct="1">
              <a:spcBef>
                <a:spcPct val="0"/>
              </a:spcBef>
              <a:spcAft>
                <a:spcPct val="0"/>
              </a:spcAft>
              <a:defRPr sz="4400">
                <a:solidFill>
                  <a:srgbClr val="58595B"/>
                </a:solidFill>
                <a:latin typeface="Rockwell" panose="02060603020205020403" pitchFamily="18" charset="0"/>
              </a:defRPr>
            </a:lvl3pPr>
            <a:lvl4pPr algn="l" defTabSz="457200" rtl="0" eaLnBrk="1" fontAlgn="base" hangingPunct="1">
              <a:spcBef>
                <a:spcPct val="0"/>
              </a:spcBef>
              <a:spcAft>
                <a:spcPct val="0"/>
              </a:spcAft>
              <a:defRPr sz="4400">
                <a:solidFill>
                  <a:srgbClr val="58595B"/>
                </a:solidFill>
                <a:latin typeface="Rockwell" panose="02060603020205020403" pitchFamily="18" charset="0"/>
              </a:defRPr>
            </a:lvl4pPr>
            <a:lvl5pPr algn="l" defTabSz="457200" rtl="0" eaLnBrk="1" fontAlgn="base" hangingPunct="1">
              <a:spcBef>
                <a:spcPct val="0"/>
              </a:spcBef>
              <a:spcAft>
                <a:spcPct val="0"/>
              </a:spcAft>
              <a:defRPr sz="4400">
                <a:solidFill>
                  <a:srgbClr val="58595B"/>
                </a:solidFill>
                <a:latin typeface="Rockwell" panose="02060603020205020403" pitchFamily="18" charset="0"/>
              </a:defRPr>
            </a:lvl5pPr>
            <a:lvl6pPr marL="457200" algn="l" defTabSz="457200" rtl="0" eaLnBrk="1" fontAlgn="base" hangingPunct="1">
              <a:spcBef>
                <a:spcPct val="0"/>
              </a:spcBef>
              <a:spcAft>
                <a:spcPct val="0"/>
              </a:spcAft>
              <a:defRPr sz="4400">
                <a:solidFill>
                  <a:srgbClr val="58595B"/>
                </a:solidFill>
                <a:latin typeface="Rockwell" panose="02060603020205020403" pitchFamily="18" charset="0"/>
              </a:defRPr>
            </a:lvl6pPr>
            <a:lvl7pPr marL="914400" algn="l" defTabSz="457200" rtl="0" eaLnBrk="1" fontAlgn="base" hangingPunct="1">
              <a:spcBef>
                <a:spcPct val="0"/>
              </a:spcBef>
              <a:spcAft>
                <a:spcPct val="0"/>
              </a:spcAft>
              <a:defRPr sz="4400">
                <a:solidFill>
                  <a:srgbClr val="58595B"/>
                </a:solidFill>
                <a:latin typeface="Rockwell" panose="02060603020205020403" pitchFamily="18" charset="0"/>
              </a:defRPr>
            </a:lvl7pPr>
            <a:lvl8pPr marL="1371600" algn="l" defTabSz="457200" rtl="0" eaLnBrk="1" fontAlgn="base" hangingPunct="1">
              <a:spcBef>
                <a:spcPct val="0"/>
              </a:spcBef>
              <a:spcAft>
                <a:spcPct val="0"/>
              </a:spcAft>
              <a:defRPr sz="4400">
                <a:solidFill>
                  <a:srgbClr val="58595B"/>
                </a:solidFill>
                <a:latin typeface="Rockwell" panose="02060603020205020403" pitchFamily="18" charset="0"/>
              </a:defRPr>
            </a:lvl8pPr>
            <a:lvl9pPr marL="1828800" algn="l" defTabSz="457200" rtl="0" eaLnBrk="1" fontAlgn="base" hangingPunct="1">
              <a:spcBef>
                <a:spcPct val="0"/>
              </a:spcBef>
              <a:spcAft>
                <a:spcPct val="0"/>
              </a:spcAft>
              <a:defRPr sz="4400">
                <a:solidFill>
                  <a:srgbClr val="58595B"/>
                </a:solidFill>
                <a:latin typeface="Rockwell" panose="02060603020205020403" pitchFamily="18" charset="0"/>
              </a:defRPr>
            </a:lvl9pPr>
          </a:lstStyle>
          <a:p>
            <a:pPr lvl="0" algn="ctr">
              <a:defRPr/>
            </a:pPr>
            <a:r>
              <a:rPr lang="en-GB" dirty="0">
                <a:solidFill>
                  <a:schemeClr val="bg1"/>
                </a:solidFill>
              </a:rPr>
              <a:t>2 Corinthians 14</a:t>
            </a:r>
            <a:br>
              <a:rPr lang="en-GB" dirty="0">
                <a:solidFill>
                  <a:schemeClr val="bg1"/>
                </a:solidFill>
              </a:rPr>
            </a:br>
            <a:br>
              <a:rPr lang="en-GB" dirty="0">
                <a:solidFill>
                  <a:schemeClr val="bg1"/>
                </a:solidFill>
              </a:rPr>
            </a:br>
            <a:r>
              <a:rPr lang="en-GB" dirty="0">
                <a:solidFill>
                  <a:schemeClr val="bg1"/>
                </a:solidFill>
              </a:rPr>
              <a:t>May the grace of the Lord Jesus Christ, and the love of God, and the fellowship of the Holy Spirit be with us all.</a:t>
            </a:r>
            <a:br>
              <a:rPr lang="en-GB" dirty="0">
                <a:solidFill>
                  <a:schemeClr val="bg1"/>
                </a:solidFill>
              </a:rPr>
            </a:br>
            <a:r>
              <a:rPr lang="en-GB" dirty="0">
                <a:solidFill>
                  <a:schemeClr val="bg1"/>
                </a:solidFill>
              </a:rPr>
              <a:t>And….</a:t>
            </a:r>
          </a:p>
          <a:p>
            <a:pPr lvl="0" algn="ctr">
              <a:defRPr/>
            </a:pPr>
            <a:r>
              <a:rPr lang="en-GB" dirty="0">
                <a:solidFill>
                  <a:schemeClr val="bg1"/>
                </a:solidFill>
              </a:rPr>
              <a:t>Surely goodness and mercy shall follow us all the days of our lives, and we shall dwell in the house of the Lord forever.</a:t>
            </a:r>
          </a:p>
        </p:txBody>
      </p:sp>
    </p:spTree>
    <p:extLst>
      <p:ext uri="{BB962C8B-B14F-4D97-AF65-F5344CB8AC3E}">
        <p14:creationId xmlns:p14="http://schemas.microsoft.com/office/powerpoint/2010/main" val="397471276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479A194A-DD04-B8BB-F5E2-C52C9DD327EA}"/>
              </a:ext>
            </a:extLst>
          </p:cNvPr>
          <p:cNvSpPr txBox="1">
            <a:spLocks/>
          </p:cNvSpPr>
          <p:nvPr/>
        </p:nvSpPr>
        <p:spPr bwMode="auto">
          <a:xfrm>
            <a:off x="323528" y="116632"/>
            <a:ext cx="8229600" cy="59046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a:bodyPr>
          <a:lstStyle>
            <a:lvl1pPr algn="l" defTabSz="457200" rtl="0" eaLnBrk="1" fontAlgn="base" hangingPunct="1">
              <a:spcBef>
                <a:spcPct val="0"/>
              </a:spcBef>
              <a:spcAft>
                <a:spcPct val="0"/>
              </a:spcAft>
              <a:defRPr sz="3200" kern="1200">
                <a:solidFill>
                  <a:srgbClr val="58595B"/>
                </a:solidFill>
                <a:latin typeface="Rockwell"/>
                <a:ea typeface="+mj-ea"/>
                <a:cs typeface="+mj-cs"/>
              </a:defRPr>
            </a:lvl1pPr>
            <a:lvl2pPr algn="l" defTabSz="457200" rtl="0" eaLnBrk="1" fontAlgn="base" hangingPunct="1">
              <a:spcBef>
                <a:spcPct val="0"/>
              </a:spcBef>
              <a:spcAft>
                <a:spcPct val="0"/>
              </a:spcAft>
              <a:defRPr sz="4400">
                <a:solidFill>
                  <a:srgbClr val="58595B"/>
                </a:solidFill>
                <a:latin typeface="Rockwell" panose="02060603020205020403" pitchFamily="18" charset="0"/>
              </a:defRPr>
            </a:lvl2pPr>
            <a:lvl3pPr algn="l" defTabSz="457200" rtl="0" eaLnBrk="1" fontAlgn="base" hangingPunct="1">
              <a:spcBef>
                <a:spcPct val="0"/>
              </a:spcBef>
              <a:spcAft>
                <a:spcPct val="0"/>
              </a:spcAft>
              <a:defRPr sz="4400">
                <a:solidFill>
                  <a:srgbClr val="58595B"/>
                </a:solidFill>
                <a:latin typeface="Rockwell" panose="02060603020205020403" pitchFamily="18" charset="0"/>
              </a:defRPr>
            </a:lvl3pPr>
            <a:lvl4pPr algn="l" defTabSz="457200" rtl="0" eaLnBrk="1" fontAlgn="base" hangingPunct="1">
              <a:spcBef>
                <a:spcPct val="0"/>
              </a:spcBef>
              <a:spcAft>
                <a:spcPct val="0"/>
              </a:spcAft>
              <a:defRPr sz="4400">
                <a:solidFill>
                  <a:srgbClr val="58595B"/>
                </a:solidFill>
                <a:latin typeface="Rockwell" panose="02060603020205020403" pitchFamily="18" charset="0"/>
              </a:defRPr>
            </a:lvl4pPr>
            <a:lvl5pPr algn="l" defTabSz="457200" rtl="0" eaLnBrk="1" fontAlgn="base" hangingPunct="1">
              <a:spcBef>
                <a:spcPct val="0"/>
              </a:spcBef>
              <a:spcAft>
                <a:spcPct val="0"/>
              </a:spcAft>
              <a:defRPr sz="4400">
                <a:solidFill>
                  <a:srgbClr val="58595B"/>
                </a:solidFill>
                <a:latin typeface="Rockwell" panose="02060603020205020403" pitchFamily="18" charset="0"/>
              </a:defRPr>
            </a:lvl5pPr>
            <a:lvl6pPr marL="457200" algn="l" defTabSz="457200" rtl="0" eaLnBrk="1" fontAlgn="base" hangingPunct="1">
              <a:spcBef>
                <a:spcPct val="0"/>
              </a:spcBef>
              <a:spcAft>
                <a:spcPct val="0"/>
              </a:spcAft>
              <a:defRPr sz="4400">
                <a:solidFill>
                  <a:srgbClr val="58595B"/>
                </a:solidFill>
                <a:latin typeface="Rockwell" panose="02060603020205020403" pitchFamily="18" charset="0"/>
              </a:defRPr>
            </a:lvl6pPr>
            <a:lvl7pPr marL="914400" algn="l" defTabSz="457200" rtl="0" eaLnBrk="1" fontAlgn="base" hangingPunct="1">
              <a:spcBef>
                <a:spcPct val="0"/>
              </a:spcBef>
              <a:spcAft>
                <a:spcPct val="0"/>
              </a:spcAft>
              <a:defRPr sz="4400">
                <a:solidFill>
                  <a:srgbClr val="58595B"/>
                </a:solidFill>
                <a:latin typeface="Rockwell" panose="02060603020205020403" pitchFamily="18" charset="0"/>
              </a:defRPr>
            </a:lvl7pPr>
            <a:lvl8pPr marL="1371600" algn="l" defTabSz="457200" rtl="0" eaLnBrk="1" fontAlgn="base" hangingPunct="1">
              <a:spcBef>
                <a:spcPct val="0"/>
              </a:spcBef>
              <a:spcAft>
                <a:spcPct val="0"/>
              </a:spcAft>
              <a:defRPr sz="4400">
                <a:solidFill>
                  <a:srgbClr val="58595B"/>
                </a:solidFill>
                <a:latin typeface="Rockwell" panose="02060603020205020403" pitchFamily="18" charset="0"/>
              </a:defRPr>
            </a:lvl8pPr>
            <a:lvl9pPr marL="1828800" algn="l" defTabSz="457200" rtl="0" eaLnBrk="1" fontAlgn="base" hangingPunct="1">
              <a:spcBef>
                <a:spcPct val="0"/>
              </a:spcBef>
              <a:spcAft>
                <a:spcPct val="0"/>
              </a:spcAft>
              <a:defRPr sz="4400">
                <a:solidFill>
                  <a:srgbClr val="58595B"/>
                </a:solidFill>
                <a:latin typeface="Rockwell" panose="02060603020205020403" pitchFamily="18" charset="0"/>
              </a:defRPr>
            </a:lvl9pPr>
          </a:lstStyle>
          <a:p>
            <a:pPr lvl="0" algn="ctr">
              <a:defRPr/>
            </a:pPr>
            <a:r>
              <a:rPr lang="en-GB" dirty="0">
                <a:solidFill>
                  <a:schemeClr val="bg1"/>
                </a:solidFill>
              </a:rPr>
              <a:t>Amen!</a:t>
            </a:r>
          </a:p>
        </p:txBody>
      </p:sp>
    </p:spTree>
    <p:extLst>
      <p:ext uri="{BB962C8B-B14F-4D97-AF65-F5344CB8AC3E}">
        <p14:creationId xmlns:p14="http://schemas.microsoft.com/office/powerpoint/2010/main" val="160682133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songs_2024-09-29" id="{AE33A1CF-5A6E-9A45-939B-9BEFB8807446}" vid="{DFD4CA98-726C-574E-9379-F8F810DB231F}"/>
    </a:ext>
  </a:extLst>
</a:theme>
</file>

<file path=ppt/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8732</TotalTime>
  <Words>2529</Words>
  <Application>Microsoft Office PowerPoint</Application>
  <PresentationFormat>On-screen Show (4:3)</PresentationFormat>
  <Paragraphs>234</Paragraphs>
  <Slides>58</Slides>
  <Notes>23</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58</vt:i4>
      </vt:variant>
    </vt:vector>
  </HeadingPairs>
  <TitlesOfParts>
    <vt:vector size="66" baseType="lpstr">
      <vt:lpstr>akagi_probook</vt:lpstr>
      <vt:lpstr>Amatic SC</vt:lpstr>
      <vt:lpstr>Arial</vt:lpstr>
      <vt:lpstr>Calibri</vt:lpstr>
      <vt:lpstr>Roboto</vt:lpstr>
      <vt:lpstr>Rockwell</vt:lpstr>
      <vt:lpstr>Office Theme</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The Ripple Effect                    Spirit power, Timing and Perseverance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Florence Olajide</dc:creator>
  <cp:lastModifiedBy>Dele Olajide</cp:lastModifiedBy>
  <cp:revision>395</cp:revision>
  <dcterms:created xsi:type="dcterms:W3CDTF">2024-09-27T16:56:29Z</dcterms:created>
  <dcterms:modified xsi:type="dcterms:W3CDTF">2026-10-17T18:04:18Z</dcterms:modified>
</cp:coreProperties>
</file>