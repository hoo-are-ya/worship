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6"/>
  </p:notesMasterIdLst>
  <p:sldIdLst>
    <p:sldId id="421" r:id="rId2"/>
    <p:sldId id="542" r:id="rId3"/>
    <p:sldId id="543" r:id="rId4"/>
    <p:sldId id="482" r:id="rId5"/>
    <p:sldId id="1296" r:id="rId6"/>
    <p:sldId id="651" r:id="rId7"/>
    <p:sldId id="1297" r:id="rId8"/>
    <p:sldId id="1298" r:id="rId9"/>
    <p:sldId id="1299" r:id="rId10"/>
    <p:sldId id="1300" r:id="rId11"/>
    <p:sldId id="1301" r:id="rId12"/>
    <p:sldId id="1302" r:id="rId13"/>
    <p:sldId id="1303" r:id="rId14"/>
    <p:sldId id="1304" r:id="rId15"/>
    <p:sldId id="656" r:id="rId16"/>
    <p:sldId id="657" r:id="rId17"/>
    <p:sldId id="1227" r:id="rId18"/>
    <p:sldId id="661" r:id="rId19"/>
    <p:sldId id="658" r:id="rId20"/>
    <p:sldId id="1228" r:id="rId21"/>
    <p:sldId id="659" r:id="rId22"/>
    <p:sldId id="1508" r:id="rId23"/>
    <p:sldId id="1509" r:id="rId24"/>
    <p:sldId id="1510" r:id="rId25"/>
    <p:sldId id="660" r:id="rId26"/>
    <p:sldId id="713" r:id="rId27"/>
    <p:sldId id="1229" r:id="rId28"/>
    <p:sldId id="1230" r:id="rId29"/>
    <p:sldId id="1226" r:id="rId30"/>
    <p:sldId id="1306" r:id="rId31"/>
    <p:sldId id="519" r:id="rId32"/>
    <p:sldId id="520" r:id="rId33"/>
    <p:sldId id="1307" r:id="rId34"/>
    <p:sldId id="526" r:id="rId35"/>
    <p:sldId id="1308" r:id="rId36"/>
    <p:sldId id="1309" r:id="rId37"/>
    <p:sldId id="527" r:id="rId38"/>
    <p:sldId id="1492" r:id="rId39"/>
    <p:sldId id="1493" r:id="rId40"/>
    <p:sldId id="1496" r:id="rId41"/>
    <p:sldId id="1494" r:id="rId42"/>
    <p:sldId id="1500" r:id="rId43"/>
    <p:sldId id="1495" r:id="rId44"/>
    <p:sldId id="1501" r:id="rId45"/>
    <p:sldId id="1497" r:id="rId46"/>
    <p:sldId id="1498" r:id="rId47"/>
    <p:sldId id="1502" r:id="rId48"/>
    <p:sldId id="1503" r:id="rId49"/>
    <p:sldId id="1504" r:id="rId50"/>
    <p:sldId id="1505" r:id="rId51"/>
    <p:sldId id="1506" r:id="rId52"/>
    <p:sldId id="1507" r:id="rId53"/>
    <p:sldId id="523" r:id="rId54"/>
    <p:sldId id="525" r:id="rId5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E6A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031" autoAdjust="0"/>
    <p:restoredTop sz="82242" autoAdjust="0"/>
  </p:normalViewPr>
  <p:slideViewPr>
    <p:cSldViewPr>
      <p:cViewPr varScale="1">
        <p:scale>
          <a:sx n="94" d="100"/>
          <a:sy n="94" d="100"/>
        </p:scale>
        <p:origin x="2532" y="84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7EAEFC-A9C7-464E-BE3F-33D4DD72E122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9B61DE-1D46-4752-AF65-FA2C4EB0D1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7148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B61DE-1D46-4752-AF65-FA2C4EB0D1D0}" type="slidenum">
              <a:rPr lang="en-GB" smtClean="0"/>
              <a:t>46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47830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87624" y="6237312"/>
            <a:ext cx="2133600" cy="365125"/>
          </a:xfrm>
        </p:spPr>
        <p:txBody>
          <a:bodyPr/>
          <a:lstStyle/>
          <a:p>
            <a:fld id="{26EA1CF3-4A15-4CBF-9A5A-6A56C368BE71}" type="datetimeFigureOut">
              <a:rPr lang="en-GB" smtClean="0"/>
              <a:pPr/>
              <a:t>17/03/2026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17/03/2026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17/03/2026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17/03/2026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17/03/2026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17/03/2026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17/03/2026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17/03/2026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17/03/2026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17/03/2026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17/03/2026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836712"/>
            <a:ext cx="8229600" cy="4369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EA1CF3-4A15-4CBF-9A5A-6A56C368BE71}" type="datetimeFigureOut">
              <a:rPr lang="en-GB" smtClean="0"/>
              <a:pPr/>
              <a:t>17/03/2026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5A119C8-FA69-A36C-A18F-B470565B9C0C}"/>
              </a:ext>
            </a:extLst>
          </p:cNvPr>
          <p:cNvCxnSpPr>
            <a:cxnSpLocks/>
          </p:cNvCxnSpPr>
          <p:nvPr userDrawn="1"/>
        </p:nvCxnSpPr>
        <p:spPr>
          <a:xfrm>
            <a:off x="428642" y="6237312"/>
            <a:ext cx="8258158" cy="0"/>
          </a:xfrm>
          <a:prstGeom prst="line">
            <a:avLst/>
          </a:prstGeom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AFB4C0C-9840-84EC-CAB9-6BA55788BC6D}"/>
              </a:ext>
            </a:extLst>
          </p:cNvPr>
          <p:cNvCxnSpPr>
            <a:cxnSpLocks/>
          </p:cNvCxnSpPr>
          <p:nvPr userDrawn="1"/>
        </p:nvCxnSpPr>
        <p:spPr>
          <a:xfrm>
            <a:off x="457200" y="764704"/>
            <a:ext cx="8229600" cy="0"/>
          </a:xfrm>
          <a:prstGeom prst="line">
            <a:avLst/>
          </a:prstGeom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7B819B4D-A078-A81F-8803-C92CBBB7FF58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28642" y="6292439"/>
            <a:ext cx="326934" cy="46045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188640"/>
            <a:ext cx="8640960" cy="6480720"/>
          </a:xfrm>
        </p:spPr>
        <p:txBody>
          <a:bodyPr>
            <a:noAutofit/>
          </a:bodyPr>
          <a:lstStyle/>
          <a:p>
            <a:r>
              <a:rPr lang="en-GB" sz="9600" dirty="0">
                <a:solidFill>
                  <a:schemeClr val="bg1"/>
                </a:solidFill>
              </a:rPr>
              <a:t/>
            </a:r>
            <a:br>
              <a:rPr lang="en-GB" sz="9600" dirty="0">
                <a:solidFill>
                  <a:schemeClr val="bg1"/>
                </a:solidFill>
              </a:rPr>
            </a:br>
            <a:r>
              <a:rPr lang="en-GB" sz="9600" dirty="0">
                <a:solidFill>
                  <a:schemeClr val="bg1"/>
                </a:solidFill>
              </a:rPr>
              <a:t>Cornerstone</a:t>
            </a:r>
            <a:br>
              <a:rPr lang="en-GB" sz="9600" dirty="0">
                <a:solidFill>
                  <a:schemeClr val="bg1"/>
                </a:solidFill>
              </a:rPr>
            </a:br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CCLI Song # 6158927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Edward Mote | Eric </a:t>
            </a:r>
            <a:r>
              <a:rPr lang="en-GB" sz="1200" dirty="0" err="1">
                <a:solidFill>
                  <a:schemeClr val="bg1"/>
                </a:solidFill>
              </a:rPr>
              <a:t>Liljero</a:t>
            </a:r>
            <a:r>
              <a:rPr lang="en-GB" sz="1200" dirty="0">
                <a:solidFill>
                  <a:schemeClr val="bg1"/>
                </a:solidFill>
              </a:rPr>
              <a:t> | Jonas </a:t>
            </a:r>
            <a:r>
              <a:rPr lang="en-GB" sz="1200" dirty="0" err="1">
                <a:solidFill>
                  <a:schemeClr val="bg1"/>
                </a:solidFill>
              </a:rPr>
              <a:t>Myrin</a:t>
            </a:r>
            <a:r>
              <a:rPr lang="en-GB" sz="1200" dirty="0">
                <a:solidFill>
                  <a:schemeClr val="bg1"/>
                </a:solidFill>
              </a:rPr>
              <a:t> | Reuben Morgan | William Batchelder Bradbury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© 2011 Hillsong MP Songs (Admin. by Hillsong Music Publishing UK)</a:t>
            </a:r>
          </a:p>
          <a:p>
            <a:r>
              <a:rPr lang="en-GB" sz="1200" dirty="0">
                <a:solidFill>
                  <a:schemeClr val="bg1"/>
                </a:solidFill>
              </a:rPr>
              <a:t>Hillsong Music Publishing Australia (Admin. by Hillsong Music Publishing UK)</a:t>
            </a:r>
          </a:p>
          <a:p>
            <a:r>
              <a:rPr lang="en-GB" sz="1200" dirty="0">
                <a:solidFill>
                  <a:schemeClr val="bg1"/>
                </a:solidFill>
              </a:rPr>
              <a:t>Hillsong Music Publishing UK</a:t>
            </a:r>
          </a:p>
          <a:p>
            <a:r>
              <a:rPr lang="en-GB" sz="1200" dirty="0">
                <a:solidFill>
                  <a:schemeClr val="bg1"/>
                </a:solidFill>
              </a:rPr>
              <a:t>For use solely with the </a:t>
            </a:r>
            <a:r>
              <a:rPr lang="en-GB" sz="1200" dirty="0" err="1">
                <a:solidFill>
                  <a:schemeClr val="bg1"/>
                </a:solidFill>
              </a:rPr>
              <a:t>SongSelect</a:t>
            </a:r>
            <a:r>
              <a:rPr lang="en-GB" sz="1200" dirty="0">
                <a:solidFill>
                  <a:schemeClr val="bg1"/>
                </a:solidFill>
              </a:rPr>
              <a:t>® Terms of Use. All rights reserved. www.ccli.com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CCLI Licence No. 33265</a:t>
            </a:r>
          </a:p>
        </p:txBody>
      </p:sp>
    </p:spTree>
    <p:extLst>
      <p:ext uri="{BB962C8B-B14F-4D97-AF65-F5344CB8AC3E}">
        <p14:creationId xmlns:p14="http://schemas.microsoft.com/office/powerpoint/2010/main" val="2632217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5536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My hope is built on nothing less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Than Jesus' blood and righteousness</a:t>
            </a:r>
          </a:p>
          <a:p>
            <a:r>
              <a:rPr lang="en-GB" sz="3600" dirty="0">
                <a:solidFill>
                  <a:schemeClr val="bg1"/>
                </a:solidFill>
              </a:rPr>
              <a:t>I dare not trust the sweetest frame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But wholly trust in Jesus' Name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1/6</a:t>
            </a:r>
          </a:p>
        </p:txBody>
      </p:sp>
    </p:spTree>
    <p:extLst>
      <p:ext uri="{BB962C8B-B14F-4D97-AF65-F5344CB8AC3E}">
        <p14:creationId xmlns:p14="http://schemas.microsoft.com/office/powerpoint/2010/main" val="3006420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1414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Christ alone cornerstone</a:t>
            </a:r>
          </a:p>
          <a:p>
            <a:r>
              <a:rPr lang="en-GB" sz="3600" dirty="0">
                <a:solidFill>
                  <a:schemeClr val="bg1"/>
                </a:solidFill>
              </a:rPr>
              <a:t>Weak made strong in the Saviour's love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Through the storm He is Lord</a:t>
            </a:r>
          </a:p>
          <a:p>
            <a:r>
              <a:rPr lang="en-GB" sz="3600" dirty="0">
                <a:solidFill>
                  <a:schemeClr val="bg1"/>
                </a:solidFill>
              </a:rPr>
              <a:t>Lord of 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2/6</a:t>
            </a:r>
          </a:p>
        </p:txBody>
      </p:sp>
    </p:spTree>
    <p:extLst>
      <p:ext uri="{BB962C8B-B14F-4D97-AF65-F5344CB8AC3E}">
        <p14:creationId xmlns:p14="http://schemas.microsoft.com/office/powerpoint/2010/main" val="2764031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When darkness seems to hide His face</a:t>
            </a:r>
          </a:p>
          <a:p>
            <a:r>
              <a:rPr lang="en-GB" sz="3600" dirty="0">
                <a:solidFill>
                  <a:schemeClr val="bg1"/>
                </a:solidFill>
              </a:rPr>
              <a:t>I rest on His unchanging grace</a:t>
            </a:r>
          </a:p>
          <a:p>
            <a:r>
              <a:rPr lang="en-GB" sz="3600" dirty="0">
                <a:solidFill>
                  <a:schemeClr val="bg1"/>
                </a:solidFill>
              </a:rPr>
              <a:t>In every high and stormy gale</a:t>
            </a:r>
          </a:p>
          <a:p>
            <a:r>
              <a:rPr lang="en-GB" sz="3600" dirty="0">
                <a:solidFill>
                  <a:schemeClr val="bg1"/>
                </a:solidFill>
              </a:rPr>
              <a:t>My anchor holds within the veil</a:t>
            </a:r>
          </a:p>
          <a:p>
            <a:r>
              <a:rPr lang="en-GB" sz="3600" dirty="0">
                <a:solidFill>
                  <a:schemeClr val="bg1"/>
                </a:solidFill>
              </a:rPr>
              <a:t>My anchor holds within the veil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3/6</a:t>
            </a:r>
          </a:p>
        </p:txBody>
      </p:sp>
    </p:spTree>
    <p:extLst>
      <p:ext uri="{BB962C8B-B14F-4D97-AF65-F5344CB8AC3E}">
        <p14:creationId xmlns:p14="http://schemas.microsoft.com/office/powerpoint/2010/main" val="1729585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1414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Christ alone cornerstone</a:t>
            </a:r>
          </a:p>
          <a:p>
            <a:r>
              <a:rPr lang="en-GB" sz="3600" dirty="0">
                <a:solidFill>
                  <a:schemeClr val="bg1"/>
                </a:solidFill>
              </a:rPr>
              <a:t>Weak made strong in the Saviour's love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Through the storm He is Lord</a:t>
            </a:r>
          </a:p>
          <a:p>
            <a:r>
              <a:rPr lang="en-GB" sz="3600" dirty="0">
                <a:solidFill>
                  <a:schemeClr val="bg1"/>
                </a:solidFill>
              </a:rPr>
              <a:t>Lord of 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4/6</a:t>
            </a:r>
          </a:p>
        </p:txBody>
      </p:sp>
    </p:spTree>
    <p:extLst>
      <p:ext uri="{BB962C8B-B14F-4D97-AF65-F5344CB8AC3E}">
        <p14:creationId xmlns:p14="http://schemas.microsoft.com/office/powerpoint/2010/main" val="468285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When He shall come with trumpet sound</a:t>
            </a:r>
          </a:p>
          <a:p>
            <a:r>
              <a:rPr lang="en-GB" sz="3600" dirty="0">
                <a:solidFill>
                  <a:schemeClr val="bg1"/>
                </a:solidFill>
              </a:rPr>
              <a:t>Oh may I then in Him be found</a:t>
            </a:r>
          </a:p>
          <a:p>
            <a:r>
              <a:rPr lang="en-GB" sz="3600" dirty="0">
                <a:solidFill>
                  <a:schemeClr val="bg1"/>
                </a:solidFill>
              </a:rPr>
              <a:t>Dressed in His righteousness alone</a:t>
            </a:r>
          </a:p>
          <a:p>
            <a:r>
              <a:rPr lang="en-GB" sz="3600" dirty="0">
                <a:solidFill>
                  <a:schemeClr val="bg1"/>
                </a:solidFill>
              </a:rPr>
              <a:t>Faultless stand before the throne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5/6</a:t>
            </a:r>
          </a:p>
        </p:txBody>
      </p:sp>
    </p:spTree>
    <p:extLst>
      <p:ext uri="{BB962C8B-B14F-4D97-AF65-F5344CB8AC3E}">
        <p14:creationId xmlns:p14="http://schemas.microsoft.com/office/powerpoint/2010/main" val="3450336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1414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Christ alone cornerstone</a:t>
            </a:r>
          </a:p>
          <a:p>
            <a:r>
              <a:rPr lang="en-GB" sz="3600" dirty="0">
                <a:solidFill>
                  <a:schemeClr val="bg1"/>
                </a:solidFill>
              </a:rPr>
              <a:t>Weak made strong in the Saviour's love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Through the storm He is Lord</a:t>
            </a:r>
          </a:p>
          <a:p>
            <a:r>
              <a:rPr lang="en-GB" sz="3600" dirty="0">
                <a:solidFill>
                  <a:schemeClr val="bg1"/>
                </a:solidFill>
              </a:rPr>
              <a:t>Lord of 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6/6</a:t>
            </a:r>
          </a:p>
        </p:txBody>
      </p:sp>
    </p:spTree>
    <p:extLst>
      <p:ext uri="{BB962C8B-B14F-4D97-AF65-F5344CB8AC3E}">
        <p14:creationId xmlns:p14="http://schemas.microsoft.com/office/powerpoint/2010/main" val="341848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188640"/>
            <a:ext cx="8640960" cy="6480720"/>
          </a:xfrm>
        </p:spPr>
        <p:txBody>
          <a:bodyPr>
            <a:noAutofit/>
          </a:bodyPr>
          <a:lstStyle/>
          <a:p>
            <a:r>
              <a:rPr lang="en-GB" sz="9600" dirty="0">
                <a:solidFill>
                  <a:schemeClr val="bg1"/>
                </a:solidFill>
              </a:rPr>
              <a:t/>
            </a:r>
            <a:br>
              <a:rPr lang="en-GB" sz="9600" dirty="0">
                <a:solidFill>
                  <a:schemeClr val="bg1"/>
                </a:solidFill>
              </a:rPr>
            </a:br>
            <a:r>
              <a:rPr lang="en-GB" sz="6000" dirty="0">
                <a:solidFill>
                  <a:schemeClr val="bg1"/>
                </a:solidFill>
              </a:rPr>
              <a:t>Living Hope</a:t>
            </a:r>
            <a:r>
              <a:rPr lang="en-GB" sz="9600" dirty="0">
                <a:solidFill>
                  <a:schemeClr val="bg1"/>
                </a:solidFill>
              </a:rPr>
              <a:t/>
            </a:r>
            <a:br>
              <a:rPr lang="en-GB" sz="9600" dirty="0">
                <a:solidFill>
                  <a:schemeClr val="bg1"/>
                </a:solidFill>
              </a:rPr>
            </a:br>
            <a:r>
              <a:rPr lang="en-GB" sz="1200" dirty="0">
                <a:solidFill>
                  <a:schemeClr val="bg1"/>
                </a:solidFill>
              </a:rPr>
              <a:t/>
            </a:r>
            <a:br>
              <a:rPr lang="en-GB" sz="1200" dirty="0">
                <a:solidFill>
                  <a:schemeClr val="bg1"/>
                </a:solidFill>
              </a:rPr>
            </a:br>
            <a:r>
              <a:rPr lang="en-GB" sz="1200" dirty="0">
                <a:solidFill>
                  <a:schemeClr val="bg1"/>
                </a:solidFill>
              </a:rPr>
              <a:t>CCLI Song # 7106807</a:t>
            </a:r>
          </a:p>
          <a:p>
            <a:r>
              <a:rPr lang="en-GB" sz="1200" dirty="0">
                <a:solidFill>
                  <a:schemeClr val="bg1"/>
                </a:solidFill>
              </a:rPr>
              <a:t>Brian Johnson | Phil Wickham</a:t>
            </a:r>
          </a:p>
          <a:p>
            <a:r>
              <a:rPr lang="en-GB" sz="1200" dirty="0">
                <a:solidFill>
                  <a:schemeClr val="bg1"/>
                </a:solidFill>
              </a:rPr>
              <a:t>© 2017 Phil Wickham Music; Simply Global Songs; Sing My Songs; Bethel Music Publishing</a:t>
            </a:r>
          </a:p>
          <a:p>
            <a:r>
              <a:rPr lang="en-GB" sz="1200" dirty="0">
                <a:solidFill>
                  <a:schemeClr val="bg1"/>
                </a:solidFill>
              </a:rPr>
              <a:t>For use solely with the </a:t>
            </a:r>
            <a:r>
              <a:rPr lang="en-GB" sz="1200" dirty="0" err="1">
                <a:solidFill>
                  <a:schemeClr val="bg1"/>
                </a:solidFill>
              </a:rPr>
              <a:t>SongSelect</a:t>
            </a:r>
            <a:r>
              <a:rPr lang="en-GB" sz="1200" dirty="0">
                <a:solidFill>
                  <a:schemeClr val="bg1"/>
                </a:solidFill>
              </a:rPr>
              <a:t>® Terms of Use. All rights reserved. www.ccli.com</a:t>
            </a:r>
          </a:p>
          <a:p>
            <a:r>
              <a:rPr lang="en-GB" sz="1200" dirty="0">
                <a:solidFill>
                  <a:schemeClr val="bg1"/>
                </a:solidFill>
              </a:rPr>
              <a:t>CCLI Licence No. 33265</a:t>
            </a:r>
            <a:br>
              <a:rPr lang="en-GB" sz="1200" dirty="0">
                <a:solidFill>
                  <a:schemeClr val="bg1"/>
                </a:solidFill>
              </a:rPr>
            </a:br>
            <a:endParaRPr lang="en-GB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1020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620688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How great the chasm that lay between us</a:t>
            </a:r>
          </a:p>
          <a:p>
            <a:r>
              <a:rPr lang="en-GB" sz="3600" dirty="0">
                <a:solidFill>
                  <a:schemeClr val="bg1"/>
                </a:solidFill>
              </a:rPr>
              <a:t>How high the mountain I could not climb</a:t>
            </a:r>
          </a:p>
          <a:p>
            <a:r>
              <a:rPr lang="en-GB" sz="3600" dirty="0">
                <a:solidFill>
                  <a:schemeClr val="bg1"/>
                </a:solidFill>
              </a:rPr>
              <a:t>In desperation I turned to heaven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spoke Your Name into the night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Then through the darkness Your loving-kindness</a:t>
            </a:r>
          </a:p>
          <a:p>
            <a:r>
              <a:rPr lang="en-GB" sz="3600" dirty="0">
                <a:solidFill>
                  <a:schemeClr val="bg1"/>
                </a:solidFill>
              </a:rPr>
              <a:t>Tore through the shadows of my soul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work is finished the end is written</a:t>
            </a:r>
          </a:p>
          <a:p>
            <a:r>
              <a:rPr lang="en-GB" sz="3600" dirty="0">
                <a:solidFill>
                  <a:schemeClr val="bg1"/>
                </a:solidFill>
              </a:rPr>
              <a:t>Jesus Christ my living hope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1/6</a:t>
            </a:r>
          </a:p>
        </p:txBody>
      </p:sp>
    </p:spTree>
    <p:extLst>
      <p:ext uri="{BB962C8B-B14F-4D97-AF65-F5344CB8AC3E}">
        <p14:creationId xmlns:p14="http://schemas.microsoft.com/office/powerpoint/2010/main" val="992631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7504" y="620688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Who could imagine so great a mercy</a:t>
            </a:r>
          </a:p>
          <a:p>
            <a:r>
              <a:rPr lang="en-GB" sz="3600" dirty="0">
                <a:solidFill>
                  <a:schemeClr val="bg1"/>
                </a:solidFill>
              </a:rPr>
              <a:t>What heart could fathom such boundless grace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God of ages stepped down from glory</a:t>
            </a:r>
          </a:p>
          <a:p>
            <a:r>
              <a:rPr lang="en-GB" sz="3600" dirty="0">
                <a:solidFill>
                  <a:schemeClr val="bg1"/>
                </a:solidFill>
              </a:rPr>
              <a:t>To wear my sin and bear my shame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cross has spoken I am forgiven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King of kings calls me His own</a:t>
            </a:r>
          </a:p>
          <a:p>
            <a:r>
              <a:rPr lang="en-GB" sz="3600" dirty="0">
                <a:solidFill>
                  <a:schemeClr val="bg1"/>
                </a:solidFill>
              </a:rPr>
              <a:t>Beautiful Saviour I’m Yours forever</a:t>
            </a:r>
          </a:p>
          <a:p>
            <a:r>
              <a:rPr lang="en-GB" sz="3600" dirty="0">
                <a:solidFill>
                  <a:schemeClr val="bg1"/>
                </a:solidFill>
              </a:rPr>
              <a:t>Jesus Christ my living hope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2/6</a:t>
            </a:r>
          </a:p>
        </p:txBody>
      </p:sp>
    </p:spTree>
    <p:extLst>
      <p:ext uri="{BB962C8B-B14F-4D97-AF65-F5344CB8AC3E}">
        <p14:creationId xmlns:p14="http://schemas.microsoft.com/office/powerpoint/2010/main" val="782476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D2C9E-0DDB-E095-534E-8D05553B6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C819907-44A5-A66D-451D-F92ED8D0B2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5536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Hallelujah praise the One who set me free</a:t>
            </a:r>
          </a:p>
          <a:p>
            <a:r>
              <a:rPr lang="en-GB" sz="3600" dirty="0">
                <a:solidFill>
                  <a:schemeClr val="bg1"/>
                </a:solidFill>
              </a:rPr>
              <a:t>Hallelujah death has lost its grip on 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have broken every chain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There’s salvation in Your Name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Jesus Christ my living hope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4C2985-B6E8-BA68-5169-4B3ACB1EA4E5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3/6</a:t>
            </a:r>
          </a:p>
        </p:txBody>
      </p:sp>
    </p:spTree>
    <p:extLst>
      <p:ext uri="{BB962C8B-B14F-4D97-AF65-F5344CB8AC3E}">
        <p14:creationId xmlns:p14="http://schemas.microsoft.com/office/powerpoint/2010/main" val="1954860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9F7B2-4602-6EF0-B4EB-2BD0A07F5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EAB30DE-FCD0-AA06-77E0-7AE5639437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1414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Then came the morning that sealed the promise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Your buried body began to breathe</a:t>
            </a:r>
          </a:p>
          <a:p>
            <a:r>
              <a:rPr lang="en-GB" sz="3600" dirty="0">
                <a:solidFill>
                  <a:schemeClr val="bg1"/>
                </a:solidFill>
              </a:rPr>
              <a:t>Out of the silence the Roaring Lion</a:t>
            </a:r>
          </a:p>
          <a:p>
            <a:r>
              <a:rPr lang="en-GB" sz="3600" dirty="0">
                <a:solidFill>
                  <a:schemeClr val="bg1"/>
                </a:solidFill>
              </a:rPr>
              <a:t>Declared the grave has no claim on 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(REPEAT)</a:t>
            </a:r>
          </a:p>
          <a:p>
            <a:r>
              <a:rPr lang="en-GB" sz="3600" dirty="0">
                <a:solidFill>
                  <a:schemeClr val="bg1"/>
                </a:solidFill>
              </a:rPr>
              <a:t>Jesus Yours is the victory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3212E5-B969-500E-6FD6-CC8608860010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4/6</a:t>
            </a:r>
          </a:p>
        </p:txBody>
      </p:sp>
    </p:spTree>
    <p:extLst>
      <p:ext uri="{BB962C8B-B14F-4D97-AF65-F5344CB8AC3E}">
        <p14:creationId xmlns:p14="http://schemas.microsoft.com/office/powerpoint/2010/main" val="3064188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2C08D5-384F-902F-6475-F4241A93D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EE647D1-B41A-EB35-577B-BDEAFA2B6F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1414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Hallelujah praise the One who set me free</a:t>
            </a:r>
          </a:p>
          <a:p>
            <a:r>
              <a:rPr lang="en-GB" sz="3600" dirty="0">
                <a:solidFill>
                  <a:schemeClr val="bg1"/>
                </a:solidFill>
              </a:rPr>
              <a:t>Hallelujah death has lost its grip on 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have broken every chain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There’s salvation in Your Name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Jesus Christ my living hope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1C01AA-7DF6-22A8-9641-482110AFDF13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5/6</a:t>
            </a:r>
          </a:p>
        </p:txBody>
      </p:sp>
    </p:spTree>
    <p:extLst>
      <p:ext uri="{BB962C8B-B14F-4D97-AF65-F5344CB8AC3E}">
        <p14:creationId xmlns:p14="http://schemas.microsoft.com/office/powerpoint/2010/main" val="2491498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E3017-7AC2-625C-E37B-D4AB48EF9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6F7C7DF-531C-F5EB-9D43-95359D8D0F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5536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Jesus Christ my living hope</a:t>
            </a:r>
          </a:p>
          <a:p>
            <a:r>
              <a:rPr lang="en-GB" sz="3600" dirty="0">
                <a:solidFill>
                  <a:schemeClr val="bg1"/>
                </a:solidFill>
              </a:rPr>
              <a:t>Oh God You are my living hope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C0B26D-8919-A799-7C0A-65B8DE5FF4E2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6/6</a:t>
            </a:r>
          </a:p>
        </p:txBody>
      </p:sp>
    </p:spTree>
    <p:extLst>
      <p:ext uri="{BB962C8B-B14F-4D97-AF65-F5344CB8AC3E}">
        <p14:creationId xmlns:p14="http://schemas.microsoft.com/office/powerpoint/2010/main" val="4173509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188640"/>
            <a:ext cx="8640960" cy="6480720"/>
          </a:xfrm>
        </p:spPr>
        <p:txBody>
          <a:bodyPr>
            <a:noAutofit/>
          </a:bodyPr>
          <a:lstStyle/>
          <a:p>
            <a:endParaRPr lang="en-GB" sz="5400" dirty="0">
              <a:solidFill>
                <a:schemeClr val="bg1"/>
              </a:solidFill>
            </a:endParaRPr>
          </a:p>
          <a:p>
            <a:r>
              <a:rPr lang="en-GB" sz="6600" b="0" i="0" dirty="0">
                <a:solidFill>
                  <a:srgbClr val="00A3E0"/>
                </a:solidFill>
                <a:effectLst/>
                <a:latin typeface="akagi_probook"/>
              </a:rPr>
              <a:t>Firm Foundation </a:t>
            </a:r>
            <a:br>
              <a:rPr lang="en-GB" sz="6600" b="0" i="0" dirty="0">
                <a:solidFill>
                  <a:srgbClr val="00A3E0"/>
                </a:solidFill>
                <a:effectLst/>
                <a:latin typeface="akagi_probook"/>
              </a:rPr>
            </a:br>
            <a:r>
              <a:rPr lang="en-GB" sz="6600" b="0" i="0" dirty="0">
                <a:solidFill>
                  <a:srgbClr val="00A3E0"/>
                </a:solidFill>
                <a:effectLst/>
                <a:latin typeface="akagi_probook"/>
              </a:rPr>
              <a:t>(He Won't)</a:t>
            </a:r>
          </a:p>
          <a:p>
            <a:r>
              <a:rPr lang="en-GB" sz="1200" dirty="0">
                <a:solidFill>
                  <a:schemeClr val="bg1"/>
                </a:solidFill>
              </a:rPr>
              <a:t/>
            </a:r>
            <a:br>
              <a:rPr lang="en-GB" sz="1200" dirty="0">
                <a:solidFill>
                  <a:schemeClr val="bg1"/>
                </a:solidFill>
              </a:rPr>
            </a:br>
            <a:r>
              <a:rPr lang="en-GB" sz="1200" dirty="0">
                <a:solidFill>
                  <a:schemeClr val="bg1"/>
                </a:solidFill>
              </a:rPr>
              <a:t>CCLI Song # 7188203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Austin Davis | Chandler Moore | Cody Carnes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© 2021 For Humans Publishing (Admin by Essential Music Publishing)</a:t>
            </a:r>
          </a:p>
          <a:p>
            <a:r>
              <a:rPr lang="en-GB" sz="1200" dirty="0">
                <a:solidFill>
                  <a:schemeClr val="bg1"/>
                </a:solidFill>
              </a:rPr>
              <a:t>Maverick City Publishing (Admin by Essential Music Publishing)</a:t>
            </a:r>
          </a:p>
          <a:p>
            <a:r>
              <a:rPr lang="en-GB" sz="1200" dirty="0">
                <a:solidFill>
                  <a:schemeClr val="bg1"/>
                </a:solidFill>
              </a:rPr>
              <a:t>Capitol CMG Paragon (Admin. by Capitol CMG Publishing)</a:t>
            </a:r>
          </a:p>
          <a:p>
            <a:r>
              <a:rPr lang="en-GB" sz="1200" dirty="0">
                <a:solidFill>
                  <a:schemeClr val="bg1"/>
                </a:solidFill>
              </a:rPr>
              <a:t>TBCO Publishing (Admin. by Capitol CMG Publishing)</a:t>
            </a:r>
          </a:p>
          <a:p>
            <a:r>
              <a:rPr lang="en-GB" sz="1200" dirty="0">
                <a:solidFill>
                  <a:schemeClr val="bg1"/>
                </a:solidFill>
              </a:rPr>
              <a:t>Writer's Roof Publishing (Admin. by Capitol CMG Publishing)</a:t>
            </a:r>
          </a:p>
          <a:p>
            <a:r>
              <a:rPr lang="en-GB" sz="1200" dirty="0">
                <a:solidFill>
                  <a:schemeClr val="bg1"/>
                </a:solidFill>
              </a:rPr>
              <a:t>A.L.K.D. Music (Admin. by Watershed Music Group (Admin. by Capitol CMG Publishing))</a:t>
            </a:r>
          </a:p>
          <a:p>
            <a:r>
              <a:rPr lang="en-GB" sz="1200" dirty="0">
                <a:solidFill>
                  <a:schemeClr val="bg1"/>
                </a:solidFill>
              </a:rPr>
              <a:t>For use solely with the </a:t>
            </a:r>
            <a:r>
              <a:rPr lang="en-GB" sz="1200" dirty="0" err="1">
                <a:solidFill>
                  <a:schemeClr val="bg1"/>
                </a:solidFill>
              </a:rPr>
              <a:t>SongSelect</a:t>
            </a:r>
            <a:r>
              <a:rPr lang="en-GB" sz="1200" dirty="0">
                <a:solidFill>
                  <a:schemeClr val="bg1"/>
                </a:solidFill>
              </a:rPr>
              <a:t>® Terms of Use. All rights reserved. www.ccli.com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CCLI Licence No. 33265</a:t>
            </a:r>
          </a:p>
        </p:txBody>
      </p:sp>
    </p:spTree>
    <p:extLst>
      <p:ext uri="{BB962C8B-B14F-4D97-AF65-F5344CB8AC3E}">
        <p14:creationId xmlns:p14="http://schemas.microsoft.com/office/powerpoint/2010/main" val="1141057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Christ is my firm foundation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rock on which I stand</a:t>
            </a:r>
          </a:p>
          <a:p>
            <a:r>
              <a:rPr lang="en-GB" sz="3600" dirty="0">
                <a:solidFill>
                  <a:schemeClr val="bg1"/>
                </a:solidFill>
              </a:rPr>
              <a:t>When everything around me is shaken</a:t>
            </a:r>
          </a:p>
          <a:p>
            <a:r>
              <a:rPr lang="en-GB" sz="3600" dirty="0">
                <a:solidFill>
                  <a:schemeClr val="bg1"/>
                </a:solidFill>
              </a:rPr>
              <a:t>I've never been more glad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8424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 smtClean="0">
                <a:solidFill>
                  <a:schemeClr val="bg1"/>
                </a:solidFill>
              </a:rPr>
              <a:t>1/14</a:t>
            </a:r>
            <a:endParaRPr lang="en-GB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7359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719FA-A440-CBC2-9F6F-00E858660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0EBF4FF-D73F-0368-0A47-8DD10FB696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That I put my faith in Jesus</a:t>
            </a:r>
          </a:p>
          <a:p>
            <a:r>
              <a:rPr lang="en-GB" sz="3600" dirty="0" err="1">
                <a:solidFill>
                  <a:schemeClr val="bg1"/>
                </a:solidFill>
              </a:rPr>
              <a:t>'Cause</a:t>
            </a:r>
            <a:r>
              <a:rPr lang="en-GB" sz="3600" dirty="0">
                <a:solidFill>
                  <a:schemeClr val="bg1"/>
                </a:solidFill>
              </a:rPr>
              <a:t> He's never let me down</a:t>
            </a:r>
          </a:p>
          <a:p>
            <a:r>
              <a:rPr lang="en-GB" sz="3600" dirty="0">
                <a:solidFill>
                  <a:schemeClr val="bg1"/>
                </a:solidFill>
              </a:rPr>
              <a:t>He's faithful through generations</a:t>
            </a:r>
          </a:p>
          <a:p>
            <a:r>
              <a:rPr lang="en-GB" sz="3600" dirty="0">
                <a:solidFill>
                  <a:schemeClr val="bg1"/>
                </a:solidFill>
              </a:rPr>
              <a:t>So why would He fail now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6B425B-D41C-24DD-3A5F-EBB18770A7BC}"/>
              </a:ext>
            </a:extLst>
          </p:cNvPr>
          <p:cNvSpPr txBox="1"/>
          <p:nvPr/>
        </p:nvSpPr>
        <p:spPr>
          <a:xfrm>
            <a:off x="8460432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 smtClean="0">
                <a:solidFill>
                  <a:schemeClr val="bg1"/>
                </a:solidFill>
              </a:rPr>
              <a:t>2/14</a:t>
            </a:r>
            <a:endParaRPr lang="en-GB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7133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He won’t</a:t>
            </a:r>
          </a:p>
          <a:p>
            <a:r>
              <a:rPr lang="en-GB" sz="4000" dirty="0">
                <a:solidFill>
                  <a:schemeClr val="bg1"/>
                </a:solidFill>
              </a:rPr>
              <a:t>He won't</a:t>
            </a:r>
          </a:p>
          <a:p>
            <a:endParaRPr lang="en-GB" sz="4000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335790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 smtClean="0">
                <a:solidFill>
                  <a:schemeClr val="bg1"/>
                </a:solidFill>
              </a:rPr>
              <a:t>3/14</a:t>
            </a:r>
            <a:endParaRPr lang="en-GB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3727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I've still got joy in chaos</a:t>
            </a:r>
          </a:p>
          <a:p>
            <a:r>
              <a:rPr lang="en-GB" sz="3600" dirty="0">
                <a:solidFill>
                  <a:schemeClr val="bg1"/>
                </a:solidFill>
              </a:rPr>
              <a:t>I've got peace that makes no sense</a:t>
            </a:r>
          </a:p>
          <a:p>
            <a:r>
              <a:rPr lang="en-GB" sz="3600" dirty="0">
                <a:solidFill>
                  <a:schemeClr val="bg1"/>
                </a:solidFill>
              </a:rPr>
              <a:t>So I won't be going under</a:t>
            </a:r>
          </a:p>
          <a:p>
            <a:r>
              <a:rPr lang="en-GB" sz="3600" dirty="0">
                <a:solidFill>
                  <a:schemeClr val="bg1"/>
                </a:solidFill>
              </a:rPr>
              <a:t>I'm not held by my own strength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8424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 smtClean="0">
                <a:solidFill>
                  <a:schemeClr val="bg1"/>
                </a:solidFill>
              </a:rPr>
              <a:t>4/14</a:t>
            </a:r>
            <a:endParaRPr lang="en-GB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5335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B7801-58DA-2574-9CF4-270712402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E02BABF-8956-7384-68EA-DF1D63497C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 err="1">
                <a:solidFill>
                  <a:schemeClr val="bg1"/>
                </a:solidFill>
              </a:rPr>
              <a:t>'Cause</a:t>
            </a:r>
            <a:r>
              <a:rPr lang="en-GB" sz="3600" dirty="0">
                <a:solidFill>
                  <a:schemeClr val="bg1"/>
                </a:solidFill>
              </a:rPr>
              <a:t> I've built my life on Jesus</a:t>
            </a:r>
          </a:p>
          <a:p>
            <a:r>
              <a:rPr lang="en-GB" sz="3600" dirty="0">
                <a:solidFill>
                  <a:schemeClr val="bg1"/>
                </a:solidFill>
              </a:rPr>
              <a:t>He's never let me down</a:t>
            </a:r>
          </a:p>
          <a:p>
            <a:r>
              <a:rPr lang="en-GB" sz="3600" dirty="0">
                <a:solidFill>
                  <a:schemeClr val="bg1"/>
                </a:solidFill>
              </a:rPr>
              <a:t>He's faithful in every season</a:t>
            </a:r>
          </a:p>
          <a:p>
            <a:r>
              <a:rPr lang="en-GB" sz="3600" dirty="0">
                <a:solidFill>
                  <a:schemeClr val="bg1"/>
                </a:solidFill>
              </a:rPr>
              <a:t>So why would He fail now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1D67F3-9193-41CE-932D-DB11C54E4C22}"/>
              </a:ext>
            </a:extLst>
          </p:cNvPr>
          <p:cNvSpPr txBox="1"/>
          <p:nvPr/>
        </p:nvSpPr>
        <p:spPr>
          <a:xfrm>
            <a:off x="8291033" y="-14941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 smtClean="0">
                <a:solidFill>
                  <a:schemeClr val="bg1"/>
                </a:solidFill>
              </a:rPr>
              <a:t>5/14</a:t>
            </a:r>
            <a:endParaRPr lang="en-GB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4491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He won’t</a:t>
            </a:r>
            <a:br>
              <a:rPr lang="en-GB" sz="4000" dirty="0">
                <a:solidFill>
                  <a:schemeClr val="bg1"/>
                </a:solidFill>
              </a:rPr>
            </a:br>
            <a:r>
              <a:rPr lang="en-GB" sz="4000" dirty="0">
                <a:solidFill>
                  <a:schemeClr val="bg1"/>
                </a:solidFill>
              </a:rPr>
              <a:t>He won't</a:t>
            </a:r>
          </a:p>
          <a:p>
            <a:r>
              <a:rPr lang="en-GB" sz="4000" dirty="0">
                <a:solidFill>
                  <a:schemeClr val="bg1"/>
                </a:solidFill>
              </a:rPr>
              <a:t>He won't fail</a:t>
            </a:r>
          </a:p>
          <a:p>
            <a:r>
              <a:rPr lang="en-GB" sz="4000" dirty="0">
                <a:solidFill>
                  <a:schemeClr val="bg1"/>
                </a:solidFill>
              </a:rPr>
              <a:t>He won't </a:t>
            </a:r>
            <a:r>
              <a:rPr lang="en-GB" sz="4000" dirty="0" smtClean="0">
                <a:solidFill>
                  <a:schemeClr val="bg1"/>
                </a:solidFill>
              </a:rPr>
              <a:t>fail</a:t>
            </a:r>
          </a:p>
          <a:p>
            <a:endParaRPr lang="en-GB" sz="4000" dirty="0">
              <a:solidFill>
                <a:schemeClr val="bg1"/>
              </a:solidFill>
            </a:endParaRPr>
          </a:p>
          <a:p>
            <a:r>
              <a:rPr lang="en-GB" sz="4000" dirty="0" smtClean="0">
                <a:solidFill>
                  <a:schemeClr val="bg1"/>
                </a:solidFill>
              </a:rPr>
              <a:t>(Repeat)</a:t>
            </a:r>
            <a:endParaRPr lang="en-GB" sz="4000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388424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 smtClean="0">
                <a:solidFill>
                  <a:schemeClr val="bg1"/>
                </a:solidFill>
              </a:rPr>
              <a:t>6/14</a:t>
            </a:r>
            <a:endParaRPr lang="en-GB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4663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Christ is my firm foundation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rock on which I stand</a:t>
            </a:r>
          </a:p>
          <a:p>
            <a:r>
              <a:rPr lang="en-GB" sz="3600" dirty="0">
                <a:solidFill>
                  <a:schemeClr val="bg1"/>
                </a:solidFill>
              </a:rPr>
              <a:t>When everything around me is shaken</a:t>
            </a:r>
          </a:p>
          <a:p>
            <a:r>
              <a:rPr lang="en-GB" sz="3600" dirty="0">
                <a:solidFill>
                  <a:schemeClr val="bg1"/>
                </a:solidFill>
              </a:rPr>
              <a:t>I've never been more glad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8424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 smtClean="0">
                <a:solidFill>
                  <a:schemeClr val="bg1"/>
                </a:solidFill>
              </a:rPr>
              <a:t>7/14</a:t>
            </a:r>
            <a:endParaRPr lang="en-GB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2579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719FA-A440-CBC2-9F6F-00E858660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0EBF4FF-D73F-0368-0A47-8DD10FB696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That I put my faith in Jesus</a:t>
            </a:r>
          </a:p>
          <a:p>
            <a:r>
              <a:rPr lang="en-GB" sz="3600" dirty="0" err="1">
                <a:solidFill>
                  <a:schemeClr val="bg1"/>
                </a:solidFill>
              </a:rPr>
              <a:t>'Cause</a:t>
            </a:r>
            <a:r>
              <a:rPr lang="en-GB" sz="3600" dirty="0">
                <a:solidFill>
                  <a:schemeClr val="bg1"/>
                </a:solidFill>
              </a:rPr>
              <a:t> He's never let me down</a:t>
            </a:r>
          </a:p>
          <a:p>
            <a:r>
              <a:rPr lang="en-GB" sz="3600" dirty="0">
                <a:solidFill>
                  <a:schemeClr val="bg1"/>
                </a:solidFill>
              </a:rPr>
              <a:t>He's faithful through generations</a:t>
            </a:r>
          </a:p>
          <a:p>
            <a:r>
              <a:rPr lang="en-GB" sz="3600" dirty="0">
                <a:solidFill>
                  <a:schemeClr val="bg1"/>
                </a:solidFill>
              </a:rPr>
              <a:t>So why would He fail now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6B425B-D41C-24DD-3A5F-EBB18770A7BC}"/>
              </a:ext>
            </a:extLst>
          </p:cNvPr>
          <p:cNvSpPr txBox="1"/>
          <p:nvPr/>
        </p:nvSpPr>
        <p:spPr>
          <a:xfrm>
            <a:off x="8460432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 smtClean="0">
                <a:solidFill>
                  <a:schemeClr val="bg1"/>
                </a:solidFill>
              </a:rPr>
              <a:t>8/14</a:t>
            </a:r>
            <a:endParaRPr lang="en-GB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975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He won’t</a:t>
            </a:r>
            <a:br>
              <a:rPr lang="en-GB" sz="4000" dirty="0">
                <a:solidFill>
                  <a:schemeClr val="bg1"/>
                </a:solidFill>
              </a:rPr>
            </a:br>
            <a:r>
              <a:rPr lang="en-GB" sz="4000" dirty="0">
                <a:solidFill>
                  <a:schemeClr val="bg1"/>
                </a:solidFill>
              </a:rPr>
              <a:t>He won't</a:t>
            </a:r>
          </a:p>
          <a:p>
            <a:r>
              <a:rPr lang="en-GB" sz="4000" dirty="0">
                <a:solidFill>
                  <a:schemeClr val="bg1"/>
                </a:solidFill>
              </a:rPr>
              <a:t>He won't fail</a:t>
            </a:r>
          </a:p>
          <a:p>
            <a:r>
              <a:rPr lang="en-GB" sz="4000" dirty="0">
                <a:solidFill>
                  <a:schemeClr val="bg1"/>
                </a:solidFill>
              </a:rPr>
              <a:t>He won't </a:t>
            </a:r>
            <a:r>
              <a:rPr lang="en-GB" sz="4000" dirty="0" smtClean="0">
                <a:solidFill>
                  <a:schemeClr val="bg1"/>
                </a:solidFill>
              </a:rPr>
              <a:t>fail</a:t>
            </a:r>
          </a:p>
          <a:p>
            <a:endParaRPr lang="en-GB" sz="4000" dirty="0">
              <a:solidFill>
                <a:schemeClr val="bg1"/>
              </a:solidFill>
            </a:endParaRPr>
          </a:p>
          <a:p>
            <a:r>
              <a:rPr lang="en-GB" sz="4000" dirty="0" smtClean="0">
                <a:solidFill>
                  <a:schemeClr val="bg1"/>
                </a:solidFill>
              </a:rPr>
              <a:t>(Repeat)</a:t>
            </a:r>
            <a:endParaRPr lang="en-GB" sz="4000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388424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 smtClean="0">
                <a:solidFill>
                  <a:schemeClr val="bg1"/>
                </a:solidFill>
              </a:rPr>
              <a:t>9/14</a:t>
            </a:r>
            <a:endParaRPr lang="en-GB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9977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Rain came and wind blew</a:t>
            </a:r>
          </a:p>
          <a:p>
            <a:r>
              <a:rPr lang="en-GB" sz="4000" dirty="0">
                <a:solidFill>
                  <a:schemeClr val="bg1"/>
                </a:solidFill>
              </a:rPr>
              <a:t>My house was built on You</a:t>
            </a:r>
          </a:p>
          <a:p>
            <a:r>
              <a:rPr lang="en-GB" sz="4000" dirty="0">
                <a:solidFill>
                  <a:schemeClr val="bg1"/>
                </a:solidFill>
              </a:rPr>
              <a:t>I'm safe with You</a:t>
            </a:r>
          </a:p>
          <a:p>
            <a:r>
              <a:rPr lang="en-GB" sz="4000" dirty="0">
                <a:solidFill>
                  <a:schemeClr val="bg1"/>
                </a:solidFill>
              </a:rPr>
              <a:t>I'm going to make it 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04319" y="0"/>
            <a:ext cx="9396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 smtClean="0">
                <a:solidFill>
                  <a:schemeClr val="bg1"/>
                </a:solidFill>
              </a:rPr>
              <a:t>10/14</a:t>
            </a:r>
            <a:endParaRPr lang="en-GB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1125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I'm going to make it through</a:t>
            </a:r>
          </a:p>
          <a:p>
            <a:r>
              <a:rPr lang="en-GB" sz="4000" dirty="0" err="1">
                <a:solidFill>
                  <a:schemeClr val="bg1"/>
                </a:solidFill>
              </a:rPr>
              <a:t>‘Cause</a:t>
            </a:r>
            <a:r>
              <a:rPr lang="en-GB" sz="4000" dirty="0">
                <a:solidFill>
                  <a:schemeClr val="bg1"/>
                </a:solidFill>
              </a:rPr>
              <a:t> I’m standing strong on You</a:t>
            </a:r>
          </a:p>
          <a:p>
            <a:r>
              <a:rPr lang="en-GB" sz="4000" dirty="0">
                <a:solidFill>
                  <a:schemeClr val="bg1"/>
                </a:solidFill>
              </a:rPr>
              <a:t>I’m going to make it through</a:t>
            </a:r>
          </a:p>
          <a:p>
            <a:r>
              <a:rPr lang="en-GB" sz="4000" dirty="0" err="1">
                <a:solidFill>
                  <a:schemeClr val="bg1"/>
                </a:solidFill>
              </a:rPr>
              <a:t>‘Cause</a:t>
            </a:r>
            <a:r>
              <a:rPr lang="en-GB" sz="4000" dirty="0">
                <a:solidFill>
                  <a:schemeClr val="bg1"/>
                </a:solidFill>
              </a:rPr>
              <a:t> my house is built on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04319" y="0"/>
            <a:ext cx="9396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 smtClean="0">
                <a:solidFill>
                  <a:schemeClr val="bg1"/>
                </a:solidFill>
              </a:rPr>
              <a:t>11/14</a:t>
            </a:r>
            <a:endParaRPr lang="en-GB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0000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B5E67-6926-CEAC-7572-0D53D015A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42058C9-6E33-F044-1327-1618FB68E1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Christ is my firm foundation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rock on which I stand</a:t>
            </a:r>
          </a:p>
          <a:p>
            <a:r>
              <a:rPr lang="en-GB" sz="3600" dirty="0">
                <a:solidFill>
                  <a:schemeClr val="bg1"/>
                </a:solidFill>
              </a:rPr>
              <a:t>When everything around me is shaken</a:t>
            </a:r>
          </a:p>
          <a:p>
            <a:r>
              <a:rPr lang="en-GB" sz="3600" dirty="0">
                <a:solidFill>
                  <a:schemeClr val="bg1"/>
                </a:solidFill>
              </a:rPr>
              <a:t>I've never been more glad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4497D1-58AE-5694-624B-8A8A306E6F08}"/>
              </a:ext>
            </a:extLst>
          </p:cNvPr>
          <p:cNvSpPr txBox="1"/>
          <p:nvPr/>
        </p:nvSpPr>
        <p:spPr>
          <a:xfrm>
            <a:off x="8183815" y="9312"/>
            <a:ext cx="9396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 smtClean="0">
                <a:solidFill>
                  <a:schemeClr val="bg1"/>
                </a:solidFill>
              </a:rPr>
              <a:t>12/14</a:t>
            </a:r>
            <a:endParaRPr lang="en-GB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1276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83FB5-F53D-DF2E-57E4-B4DAE0761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F72EC77-6804-341F-B94C-B88071B777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That I put my faith in Jesus</a:t>
            </a:r>
          </a:p>
          <a:p>
            <a:r>
              <a:rPr lang="en-GB" sz="3600" dirty="0" err="1">
                <a:solidFill>
                  <a:schemeClr val="bg1"/>
                </a:solidFill>
              </a:rPr>
              <a:t>'Cause</a:t>
            </a:r>
            <a:r>
              <a:rPr lang="en-GB" sz="3600" dirty="0">
                <a:solidFill>
                  <a:schemeClr val="bg1"/>
                </a:solidFill>
              </a:rPr>
              <a:t> He's never let me down</a:t>
            </a:r>
          </a:p>
          <a:p>
            <a:r>
              <a:rPr lang="en-GB" sz="3600" dirty="0">
                <a:solidFill>
                  <a:schemeClr val="bg1"/>
                </a:solidFill>
              </a:rPr>
              <a:t>He's faithful through generations</a:t>
            </a:r>
          </a:p>
          <a:p>
            <a:r>
              <a:rPr lang="en-GB" sz="3600" dirty="0">
                <a:solidFill>
                  <a:schemeClr val="bg1"/>
                </a:solidFill>
              </a:rPr>
              <a:t>So why would He fail now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7AF634-1276-6116-F372-5CEF9DC00B46}"/>
              </a:ext>
            </a:extLst>
          </p:cNvPr>
          <p:cNvSpPr txBox="1"/>
          <p:nvPr/>
        </p:nvSpPr>
        <p:spPr>
          <a:xfrm>
            <a:off x="8192527" y="0"/>
            <a:ext cx="9396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 smtClean="0">
                <a:solidFill>
                  <a:schemeClr val="bg1"/>
                </a:solidFill>
              </a:rPr>
              <a:t>13/14</a:t>
            </a:r>
            <a:endParaRPr lang="en-GB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036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88CCC-7FED-7C25-A215-83C40781E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41FF4CD-96A9-B1D4-E6A2-4BFBC7F649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He won’t</a:t>
            </a:r>
            <a:br>
              <a:rPr lang="en-GB" sz="4000" dirty="0">
                <a:solidFill>
                  <a:schemeClr val="bg1"/>
                </a:solidFill>
              </a:rPr>
            </a:br>
            <a:r>
              <a:rPr lang="en-GB" sz="4000" dirty="0">
                <a:solidFill>
                  <a:schemeClr val="bg1"/>
                </a:solidFill>
              </a:rPr>
              <a:t>He won't</a:t>
            </a:r>
          </a:p>
          <a:p>
            <a:r>
              <a:rPr lang="en-GB" sz="4000" dirty="0">
                <a:solidFill>
                  <a:schemeClr val="bg1"/>
                </a:solidFill>
              </a:rPr>
              <a:t>He won't fail</a:t>
            </a:r>
          </a:p>
          <a:p>
            <a:r>
              <a:rPr lang="en-GB" sz="4000" dirty="0">
                <a:solidFill>
                  <a:schemeClr val="bg1"/>
                </a:solidFill>
              </a:rPr>
              <a:t>He won't fail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B0DBD3-C0EC-08D9-DB95-5A20347BD8A6}"/>
              </a:ext>
            </a:extLst>
          </p:cNvPr>
          <p:cNvSpPr txBox="1"/>
          <p:nvPr/>
        </p:nvSpPr>
        <p:spPr>
          <a:xfrm>
            <a:off x="8316416" y="0"/>
            <a:ext cx="9396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 smtClean="0">
                <a:solidFill>
                  <a:schemeClr val="bg1"/>
                </a:solidFill>
              </a:rPr>
              <a:t>14/14</a:t>
            </a:r>
            <a:endParaRPr lang="en-GB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2469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188640"/>
            <a:ext cx="8640960" cy="6480720"/>
          </a:xfrm>
        </p:spPr>
        <p:txBody>
          <a:bodyPr>
            <a:noAutofit/>
          </a:bodyPr>
          <a:lstStyle/>
          <a:p>
            <a:endParaRPr lang="en-GB" sz="5400" dirty="0">
              <a:solidFill>
                <a:schemeClr val="bg1"/>
              </a:solidFill>
            </a:endParaRPr>
          </a:p>
          <a:p>
            <a:r>
              <a:rPr lang="en-GB" sz="4400" b="0" i="0" dirty="0">
                <a:solidFill>
                  <a:srgbClr val="00A3E0"/>
                </a:solidFill>
                <a:effectLst/>
                <a:latin typeface="akagi_probook"/>
              </a:rPr>
              <a:t>Abide With Me</a:t>
            </a:r>
          </a:p>
          <a:p>
            <a:r>
              <a:rPr lang="en-GB" sz="1200" dirty="0">
                <a:solidFill>
                  <a:schemeClr val="bg1"/>
                </a:solidFill>
              </a:rPr>
              <a:t/>
            </a:r>
            <a:br>
              <a:rPr lang="en-GB" sz="1200" dirty="0">
                <a:solidFill>
                  <a:schemeClr val="bg1"/>
                </a:solidFill>
              </a:rPr>
            </a:br>
            <a:r>
              <a:rPr lang="en-GB" sz="1200" dirty="0">
                <a:solidFill>
                  <a:schemeClr val="bg1"/>
                </a:solidFill>
              </a:rPr>
              <a:t/>
            </a:r>
            <a:br>
              <a:rPr lang="en-GB" sz="1200" dirty="0">
                <a:solidFill>
                  <a:schemeClr val="bg1"/>
                </a:solidFill>
              </a:rPr>
            </a:br>
            <a:r>
              <a:rPr lang="en-GB" sz="1200" dirty="0">
                <a:solidFill>
                  <a:schemeClr val="bg1"/>
                </a:solidFill>
              </a:rPr>
              <a:t>CCLI Song # 7038447</a:t>
            </a:r>
          </a:p>
          <a:p>
            <a:r>
              <a:rPr lang="en-GB" sz="1200" dirty="0">
                <a:solidFill>
                  <a:schemeClr val="bg1"/>
                </a:solidFill>
              </a:rPr>
              <a:t>David Crowder | Jason Ingram | Matt Maher | Matt Redman</a:t>
            </a:r>
          </a:p>
          <a:p>
            <a:r>
              <a:rPr lang="en-GB" sz="1200" dirty="0">
                <a:solidFill>
                  <a:schemeClr val="bg1"/>
                </a:solidFill>
              </a:rPr>
              <a:t>© </a:t>
            </a:r>
            <a:r>
              <a:rPr lang="en-GB" sz="1200" dirty="0" err="1">
                <a:solidFill>
                  <a:schemeClr val="bg1"/>
                </a:solidFill>
              </a:rPr>
              <a:t>Inot</a:t>
            </a:r>
            <a:r>
              <a:rPr lang="en-GB" sz="1200" dirty="0">
                <a:solidFill>
                  <a:schemeClr val="bg1"/>
                </a:solidFill>
              </a:rPr>
              <a:t> Music; </a:t>
            </a:r>
            <a:r>
              <a:rPr lang="en-GB" sz="1200" dirty="0" err="1">
                <a:solidFill>
                  <a:schemeClr val="bg1"/>
                </a:solidFill>
              </a:rPr>
              <a:t>sixsteps</a:t>
            </a:r>
            <a:r>
              <a:rPr lang="en-GB" sz="1200" dirty="0">
                <a:solidFill>
                  <a:schemeClr val="bg1"/>
                </a:solidFill>
              </a:rPr>
              <a:t> Music; worshiptogether.com songs; Be Essential Songs; I Am A Pilgrim Songs; Open Hands Music; So Essential Tunes; Said And Done Music; Thankyou Music Ltd</a:t>
            </a:r>
          </a:p>
          <a:p>
            <a:r>
              <a:rPr lang="en-GB" sz="1200" dirty="0">
                <a:solidFill>
                  <a:schemeClr val="bg1"/>
                </a:solidFill>
              </a:rPr>
              <a:t>For use solely with the </a:t>
            </a:r>
            <a:r>
              <a:rPr lang="en-GB" sz="1200" dirty="0" err="1">
                <a:solidFill>
                  <a:schemeClr val="bg1"/>
                </a:solidFill>
              </a:rPr>
              <a:t>SongSelect</a:t>
            </a:r>
            <a:r>
              <a:rPr lang="en-GB" sz="1200" dirty="0">
                <a:solidFill>
                  <a:schemeClr val="bg1"/>
                </a:solidFill>
              </a:rPr>
              <a:t>® Terms of Use. All rights reserved. www.ccli.com</a:t>
            </a:r>
          </a:p>
          <a:p>
            <a:r>
              <a:rPr lang="en-GB" sz="1200" dirty="0">
                <a:solidFill>
                  <a:schemeClr val="bg1"/>
                </a:solidFill>
              </a:rPr>
              <a:t>CCLI Licence No. 33265</a:t>
            </a:r>
          </a:p>
        </p:txBody>
      </p:sp>
    </p:spTree>
    <p:extLst>
      <p:ext uri="{BB962C8B-B14F-4D97-AF65-F5344CB8AC3E}">
        <p14:creationId xmlns:p14="http://schemas.microsoft.com/office/powerpoint/2010/main" val="1409846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836712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I have a home eternal home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But for now I walk this broken world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walked it first You know our pain</a:t>
            </a:r>
          </a:p>
          <a:p>
            <a:r>
              <a:rPr lang="en-GB" sz="3600" dirty="0">
                <a:solidFill>
                  <a:schemeClr val="bg1"/>
                </a:solidFill>
              </a:rPr>
              <a:t>But You show hope can rise</a:t>
            </a:r>
          </a:p>
          <a:p>
            <a:r>
              <a:rPr lang="en-GB" sz="3600" dirty="0">
                <a:solidFill>
                  <a:schemeClr val="bg1"/>
                </a:solidFill>
              </a:rPr>
              <a:t>Again up from the grave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1/7</a:t>
            </a:r>
          </a:p>
        </p:txBody>
      </p:sp>
    </p:spTree>
    <p:extLst>
      <p:ext uri="{BB962C8B-B14F-4D97-AF65-F5344CB8AC3E}">
        <p14:creationId xmlns:p14="http://schemas.microsoft.com/office/powerpoint/2010/main" val="2175635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Abide with me abide with 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Don't let me fall and don't let go</a:t>
            </a:r>
          </a:p>
          <a:p>
            <a:r>
              <a:rPr lang="en-GB" sz="3600" dirty="0">
                <a:solidFill>
                  <a:schemeClr val="bg1"/>
                </a:solidFill>
              </a:rPr>
              <a:t>Walk with me and never leave</a:t>
            </a:r>
          </a:p>
          <a:p>
            <a:r>
              <a:rPr lang="en-GB" sz="3600" dirty="0">
                <a:solidFill>
                  <a:schemeClr val="bg1"/>
                </a:solidFill>
              </a:rPr>
              <a:t>Ever close God abide with 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2/7</a:t>
            </a:r>
          </a:p>
        </p:txBody>
      </p:sp>
    </p:spTree>
    <p:extLst>
      <p:ext uri="{BB962C8B-B14F-4D97-AF65-F5344CB8AC3E}">
        <p14:creationId xmlns:p14="http://schemas.microsoft.com/office/powerpoint/2010/main" val="365095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There in the night Gethsemane</a:t>
            </a:r>
          </a:p>
          <a:p>
            <a:r>
              <a:rPr lang="en-GB" sz="3600" dirty="0">
                <a:solidFill>
                  <a:schemeClr val="bg1"/>
                </a:solidFill>
              </a:rPr>
              <a:t>Before the cross before the nails</a:t>
            </a:r>
          </a:p>
          <a:p>
            <a:r>
              <a:rPr lang="en-GB" sz="3600" dirty="0">
                <a:solidFill>
                  <a:schemeClr val="bg1"/>
                </a:solidFill>
              </a:rPr>
              <a:t>Overwhelmed alone You prayed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met us in our suffering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bore our shame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3/7</a:t>
            </a:r>
          </a:p>
        </p:txBody>
      </p:sp>
    </p:spTree>
    <p:extLst>
      <p:ext uri="{BB962C8B-B14F-4D97-AF65-F5344CB8AC3E}">
        <p14:creationId xmlns:p14="http://schemas.microsoft.com/office/powerpoint/2010/main" val="2878598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BC496-FC87-8E1E-64AA-1F013CF68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43CC7BE-92CA-0354-ADCB-7ED005CC7E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Abide with me abide with 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Don't let me fall and don't let go</a:t>
            </a:r>
          </a:p>
          <a:p>
            <a:r>
              <a:rPr lang="en-GB" sz="3600" dirty="0">
                <a:solidFill>
                  <a:schemeClr val="bg1"/>
                </a:solidFill>
              </a:rPr>
              <a:t>Walk with me and never leave</a:t>
            </a:r>
          </a:p>
          <a:p>
            <a:r>
              <a:rPr lang="en-GB" sz="3600" dirty="0">
                <a:solidFill>
                  <a:schemeClr val="bg1"/>
                </a:solidFill>
              </a:rPr>
              <a:t>Ever close God abide with 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4041DC-0661-6DFD-ED4A-0A5AC9565E29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4/7</a:t>
            </a:r>
          </a:p>
        </p:txBody>
      </p:sp>
    </p:spTree>
    <p:extLst>
      <p:ext uri="{BB962C8B-B14F-4D97-AF65-F5344CB8AC3E}">
        <p14:creationId xmlns:p14="http://schemas.microsoft.com/office/powerpoint/2010/main" val="2865740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5536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Oh love that will not ever let me go</a:t>
            </a:r>
          </a:p>
          <a:p>
            <a:r>
              <a:rPr lang="en-GB" sz="3600" dirty="0">
                <a:solidFill>
                  <a:schemeClr val="bg1"/>
                </a:solidFill>
              </a:rPr>
              <a:t>Love that will not ever let me go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never let me go</a:t>
            </a:r>
          </a:p>
          <a:p>
            <a:r>
              <a:rPr lang="en-GB" sz="3600" dirty="0">
                <a:solidFill>
                  <a:schemeClr val="bg1"/>
                </a:solidFill>
              </a:rPr>
              <a:t>Love that will not ever let me 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5/7</a:t>
            </a:r>
          </a:p>
        </p:txBody>
      </p:sp>
    </p:spTree>
    <p:extLst>
      <p:ext uri="{BB962C8B-B14F-4D97-AF65-F5344CB8AC3E}">
        <p14:creationId xmlns:p14="http://schemas.microsoft.com/office/powerpoint/2010/main" val="323061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1698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And up ahead eternity</a:t>
            </a:r>
          </a:p>
          <a:p>
            <a:r>
              <a:rPr lang="en-GB" sz="3600" dirty="0">
                <a:solidFill>
                  <a:schemeClr val="bg1"/>
                </a:solidFill>
              </a:rPr>
              <a:t>We'll weep no more we'll sing for joy</a:t>
            </a:r>
          </a:p>
          <a:p>
            <a:r>
              <a:rPr lang="en-GB" sz="3600" dirty="0">
                <a:solidFill>
                  <a:schemeClr val="bg1"/>
                </a:solidFill>
              </a:rPr>
              <a:t>Abide with 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6/7</a:t>
            </a:r>
          </a:p>
        </p:txBody>
      </p:sp>
    </p:spTree>
    <p:extLst>
      <p:ext uri="{BB962C8B-B14F-4D97-AF65-F5344CB8AC3E}">
        <p14:creationId xmlns:p14="http://schemas.microsoft.com/office/powerpoint/2010/main" val="3491371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E7D48-1168-DE63-5A45-FEAF7915D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9733510-3923-2217-4DE2-9A0D6B61C7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Abide with me abide with 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Don't let me fall and don't let go</a:t>
            </a:r>
          </a:p>
          <a:p>
            <a:r>
              <a:rPr lang="en-GB" sz="3600" dirty="0">
                <a:solidFill>
                  <a:schemeClr val="bg1"/>
                </a:solidFill>
              </a:rPr>
              <a:t>Walk with me and never leave</a:t>
            </a:r>
          </a:p>
          <a:p>
            <a:r>
              <a:rPr lang="en-GB" sz="3600" dirty="0">
                <a:solidFill>
                  <a:schemeClr val="bg1"/>
                </a:solidFill>
              </a:rPr>
              <a:t>Ever close God abide with 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B2B5D7-EB7E-2DC6-06FE-29BB9F8C6B9E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7/7</a:t>
            </a:r>
          </a:p>
        </p:txBody>
      </p:sp>
    </p:spTree>
    <p:extLst>
      <p:ext uri="{BB962C8B-B14F-4D97-AF65-F5344CB8AC3E}">
        <p14:creationId xmlns:p14="http://schemas.microsoft.com/office/powerpoint/2010/main" val="3200596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188640"/>
            <a:ext cx="8640960" cy="6480720"/>
          </a:xfrm>
        </p:spPr>
        <p:txBody>
          <a:bodyPr>
            <a:noAutofit/>
          </a:bodyPr>
          <a:lstStyle/>
          <a:p>
            <a:endParaRPr lang="en-GB" sz="5400" dirty="0">
              <a:solidFill>
                <a:schemeClr val="bg1"/>
              </a:solidFill>
            </a:endParaRPr>
          </a:p>
          <a:p>
            <a:r>
              <a:rPr lang="en-GB" sz="4400" b="0" i="0" dirty="0">
                <a:solidFill>
                  <a:srgbClr val="00A3E0"/>
                </a:solidFill>
                <a:effectLst/>
                <a:latin typeface="akagi_probook"/>
              </a:rPr>
              <a:t>Endless Hallelujah</a:t>
            </a:r>
          </a:p>
          <a:p>
            <a:r>
              <a:rPr lang="en-GB" sz="1200" dirty="0">
                <a:solidFill>
                  <a:schemeClr val="bg1"/>
                </a:solidFill>
              </a:rPr>
              <a:t/>
            </a:r>
            <a:br>
              <a:rPr lang="en-GB" sz="1200" dirty="0">
                <a:solidFill>
                  <a:schemeClr val="bg1"/>
                </a:solidFill>
              </a:rPr>
            </a:br>
            <a:r>
              <a:rPr lang="en-GB" sz="1200" dirty="0">
                <a:solidFill>
                  <a:schemeClr val="bg1"/>
                </a:solidFill>
              </a:rPr>
              <a:t/>
            </a:r>
            <a:br>
              <a:rPr lang="en-GB" sz="1200" dirty="0">
                <a:solidFill>
                  <a:schemeClr val="bg1"/>
                </a:solidFill>
              </a:rPr>
            </a:br>
            <a:r>
              <a:rPr lang="en-GB" sz="1200" dirty="0">
                <a:solidFill>
                  <a:schemeClr val="bg1"/>
                </a:solidFill>
              </a:rPr>
              <a:t>CCLI Song # 6016557</a:t>
            </a:r>
          </a:p>
          <a:p>
            <a:r>
              <a:rPr lang="en-GB" sz="1200" dirty="0">
                <a:solidFill>
                  <a:schemeClr val="bg1"/>
                </a:solidFill>
              </a:rPr>
              <a:t>Chris Tomlin | Jonas Myrin | Matt Redman | Tim </a:t>
            </a:r>
            <a:r>
              <a:rPr lang="en-GB" sz="1200" dirty="0" err="1">
                <a:solidFill>
                  <a:schemeClr val="bg1"/>
                </a:solidFill>
              </a:rPr>
              <a:t>Wanstall</a:t>
            </a:r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© 2011 Chrysalis Music Ltd.; Atlas Mountain Songs; S. D. G. Publishing; Twelve Lions Music; Worship Together Music; Thankyou Music Ltd</a:t>
            </a:r>
          </a:p>
          <a:p>
            <a:r>
              <a:rPr lang="en-GB" sz="1200" dirty="0">
                <a:solidFill>
                  <a:schemeClr val="bg1"/>
                </a:solidFill>
              </a:rPr>
              <a:t>For use solely with the </a:t>
            </a:r>
            <a:r>
              <a:rPr lang="en-GB" sz="1200" dirty="0" err="1">
                <a:solidFill>
                  <a:schemeClr val="bg1"/>
                </a:solidFill>
              </a:rPr>
              <a:t>SongSelect</a:t>
            </a:r>
            <a:r>
              <a:rPr lang="en-GB" sz="1200" dirty="0">
                <a:solidFill>
                  <a:schemeClr val="bg1"/>
                </a:solidFill>
              </a:rPr>
              <a:t>® Terms of Use. All rights reserved. www.ccli.com</a:t>
            </a:r>
          </a:p>
          <a:p>
            <a:r>
              <a:rPr lang="en-GB" sz="1200" dirty="0">
                <a:solidFill>
                  <a:schemeClr val="bg1"/>
                </a:solidFill>
              </a:rPr>
              <a:t>CCLI Licence No. 33265</a:t>
            </a:r>
          </a:p>
        </p:txBody>
      </p:sp>
    </p:spTree>
    <p:extLst>
      <p:ext uri="{BB962C8B-B14F-4D97-AF65-F5344CB8AC3E}">
        <p14:creationId xmlns:p14="http://schemas.microsoft.com/office/powerpoint/2010/main" val="743776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When I stand before Your throne</a:t>
            </a:r>
          </a:p>
          <a:p>
            <a:r>
              <a:rPr lang="en-GB" sz="3600" dirty="0">
                <a:solidFill>
                  <a:schemeClr val="bg1"/>
                </a:solidFill>
              </a:rPr>
              <a:t>Dressed in glory not my own</a:t>
            </a:r>
          </a:p>
          <a:p>
            <a:r>
              <a:rPr lang="en-GB" sz="3600" dirty="0">
                <a:solidFill>
                  <a:schemeClr val="bg1"/>
                </a:solidFill>
              </a:rPr>
              <a:t>What a joy I'll sing of on that day</a:t>
            </a:r>
          </a:p>
          <a:p>
            <a:r>
              <a:rPr lang="en-GB" sz="3600" dirty="0">
                <a:solidFill>
                  <a:schemeClr val="bg1"/>
                </a:solidFill>
              </a:rPr>
              <a:t>No more tears or broken dreams</a:t>
            </a:r>
          </a:p>
          <a:p>
            <a:r>
              <a:rPr lang="en-GB" sz="3600" dirty="0">
                <a:solidFill>
                  <a:schemeClr val="bg1"/>
                </a:solidFill>
              </a:rPr>
              <a:t>Forgotten is the minor key</a:t>
            </a:r>
          </a:p>
          <a:p>
            <a:r>
              <a:rPr lang="en-GB" sz="3600" dirty="0" err="1">
                <a:solidFill>
                  <a:schemeClr val="bg1"/>
                </a:solidFill>
              </a:rPr>
              <a:t>Ev'rything</a:t>
            </a:r>
            <a:r>
              <a:rPr lang="en-GB" sz="3600" dirty="0">
                <a:solidFill>
                  <a:schemeClr val="bg1"/>
                </a:solidFill>
              </a:rPr>
              <a:t> as it was meant to 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1/8</a:t>
            </a:r>
          </a:p>
        </p:txBody>
      </p:sp>
    </p:spTree>
    <p:extLst>
      <p:ext uri="{BB962C8B-B14F-4D97-AF65-F5344CB8AC3E}">
        <p14:creationId xmlns:p14="http://schemas.microsoft.com/office/powerpoint/2010/main" val="3281651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E76D7-371A-4EB5-412B-61D0D217E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C2FD82B-E55F-55A4-77FE-4661694042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And we will worship, worship</a:t>
            </a:r>
          </a:p>
          <a:p>
            <a:r>
              <a:rPr lang="en-GB" sz="3600" dirty="0">
                <a:solidFill>
                  <a:schemeClr val="bg1"/>
                </a:solidFill>
              </a:rPr>
              <a:t>Forever in Your presence we will sing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We will worship, worship You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 endless hallelujah to the King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F7189C-71E5-2F7D-459A-71EE182BBC70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2/8</a:t>
            </a:r>
          </a:p>
        </p:txBody>
      </p:sp>
    </p:spTree>
    <p:extLst>
      <p:ext uri="{BB962C8B-B14F-4D97-AF65-F5344CB8AC3E}">
        <p14:creationId xmlns:p14="http://schemas.microsoft.com/office/powerpoint/2010/main" val="2673392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268A6-FCF8-9407-99CE-A6F7B623C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276D78E-1E0E-481E-0E41-158A748F89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I will see You as You are</a:t>
            </a:r>
          </a:p>
          <a:p>
            <a:r>
              <a:rPr lang="en-GB" sz="3600" dirty="0">
                <a:solidFill>
                  <a:schemeClr val="bg1"/>
                </a:solidFill>
              </a:rPr>
              <a:t>Love You with un-sinning heart</a:t>
            </a:r>
          </a:p>
          <a:p>
            <a:r>
              <a:rPr lang="en-GB" sz="3600" dirty="0">
                <a:solidFill>
                  <a:schemeClr val="bg1"/>
                </a:solidFill>
              </a:rPr>
              <a:t>See how much You paid to bring me home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Not 'til then Lord shall I know</a:t>
            </a:r>
          </a:p>
          <a:p>
            <a:r>
              <a:rPr lang="en-GB" sz="3600" dirty="0">
                <a:solidFill>
                  <a:schemeClr val="bg1"/>
                </a:solidFill>
              </a:rPr>
              <a:t>Not 'til then how much I owe</a:t>
            </a:r>
          </a:p>
          <a:p>
            <a:r>
              <a:rPr lang="en-GB" sz="3600" dirty="0" err="1">
                <a:solidFill>
                  <a:schemeClr val="bg1"/>
                </a:solidFill>
              </a:rPr>
              <a:t>Ev'rything</a:t>
            </a:r>
            <a:r>
              <a:rPr lang="en-GB" sz="3600" dirty="0">
                <a:solidFill>
                  <a:schemeClr val="bg1"/>
                </a:solidFill>
              </a:rPr>
              <a:t> I am before Your throne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AA8FDC-C9D5-0635-FD78-B0B35BB31994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3/8</a:t>
            </a:r>
          </a:p>
        </p:txBody>
      </p:sp>
    </p:spTree>
    <p:extLst>
      <p:ext uri="{BB962C8B-B14F-4D97-AF65-F5344CB8AC3E}">
        <p14:creationId xmlns:p14="http://schemas.microsoft.com/office/powerpoint/2010/main" val="2849577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9CB519-994A-5E94-5A98-54ED76894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5F9ECA2-C86C-64D3-6CED-77CEBDF4E3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And we will worship, worship</a:t>
            </a:r>
          </a:p>
          <a:p>
            <a:r>
              <a:rPr lang="en-GB" sz="3600" dirty="0">
                <a:solidFill>
                  <a:schemeClr val="bg1"/>
                </a:solidFill>
              </a:rPr>
              <a:t>Forever in Your presence we will sing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We will worship, worship You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 endless hallelujah to the King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5FB08D-5770-5319-3C96-100CF7F6AFD0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4/8</a:t>
            </a:r>
          </a:p>
        </p:txBody>
      </p:sp>
    </p:spTree>
    <p:extLst>
      <p:ext uri="{BB962C8B-B14F-4D97-AF65-F5344CB8AC3E}">
        <p14:creationId xmlns:p14="http://schemas.microsoft.com/office/powerpoint/2010/main" val="2624784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B5293-206E-4331-140B-5087A0C12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1179B6C-66E2-72A0-786A-29CA7FEC12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No more tears no more shame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No more sin and sorrow ever known again</a:t>
            </a:r>
          </a:p>
          <a:p>
            <a:r>
              <a:rPr lang="en-GB" sz="3600" dirty="0">
                <a:solidFill>
                  <a:schemeClr val="bg1"/>
                </a:solidFill>
              </a:rPr>
              <a:t>No more fears no more pain</a:t>
            </a:r>
          </a:p>
          <a:p>
            <a:r>
              <a:rPr lang="en-GB" sz="3600" dirty="0">
                <a:solidFill>
                  <a:schemeClr val="bg1"/>
                </a:solidFill>
              </a:rPr>
              <a:t>We will see You face to face</a:t>
            </a:r>
          </a:p>
          <a:p>
            <a:r>
              <a:rPr lang="en-GB" sz="3600" dirty="0">
                <a:solidFill>
                  <a:schemeClr val="bg1"/>
                </a:solidFill>
              </a:rPr>
              <a:t>See You face to face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A091E0-44D3-C018-40E3-D30F5038C3EF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5/8</a:t>
            </a:r>
          </a:p>
        </p:txBody>
      </p:sp>
    </p:spTree>
    <p:extLst>
      <p:ext uri="{BB962C8B-B14F-4D97-AF65-F5344CB8AC3E}">
        <p14:creationId xmlns:p14="http://schemas.microsoft.com/office/powerpoint/2010/main" val="1407458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DC764A-4DE7-E699-0203-D747C0048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21AA2E2-A278-8412-AA7E-DF9A4C8001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And we will worship, worship</a:t>
            </a:r>
          </a:p>
          <a:p>
            <a:r>
              <a:rPr lang="en-GB" sz="3600" dirty="0">
                <a:solidFill>
                  <a:schemeClr val="bg1"/>
                </a:solidFill>
              </a:rPr>
              <a:t>Forever in Your presence we will sing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We will worship, worship You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 endless hallelujah to the King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5A1AAD-EFF4-62DE-9EA3-DBDDA9887AD1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6/8</a:t>
            </a:r>
          </a:p>
        </p:txBody>
      </p:sp>
    </p:spTree>
    <p:extLst>
      <p:ext uri="{BB962C8B-B14F-4D97-AF65-F5344CB8AC3E}">
        <p14:creationId xmlns:p14="http://schemas.microsoft.com/office/powerpoint/2010/main" val="3092935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A7F5D-A47C-E34D-24EB-745ED6768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76FAD5C-E726-30D3-6A06-DDEF1CE0C8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692696"/>
            <a:ext cx="8640960" cy="6480720"/>
          </a:xfrm>
        </p:spPr>
        <p:txBody>
          <a:bodyPr>
            <a:noAutofit/>
          </a:bodyPr>
          <a:lstStyle/>
          <a:p>
            <a:r>
              <a:rPr lang="fi-FI" sz="3600" dirty="0">
                <a:solidFill>
                  <a:schemeClr val="bg1"/>
                </a:solidFill>
              </a:rPr>
              <a:t>Oh</a:t>
            </a:r>
          </a:p>
          <a:p>
            <a:r>
              <a:rPr lang="fi-FI" sz="3600" dirty="0">
                <a:solidFill>
                  <a:schemeClr val="bg1"/>
                </a:solidFill>
              </a:rPr>
              <a:t>Hallelujah</a:t>
            </a:r>
          </a:p>
          <a:p>
            <a:r>
              <a:rPr lang="fi-FI" sz="3600" dirty="0">
                <a:solidFill>
                  <a:schemeClr val="bg1"/>
                </a:solidFill>
              </a:rPr>
              <a:t>Hallelujah yeah</a:t>
            </a:r>
          </a:p>
          <a:p>
            <a:r>
              <a:rPr lang="fi-FI" sz="3600" dirty="0">
                <a:solidFill>
                  <a:schemeClr val="bg1"/>
                </a:solidFill>
              </a:rPr>
              <a:t>Oh oh</a:t>
            </a:r>
            <a:endParaRPr lang="en-GB" sz="36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FC21DD-0FAD-E8D4-0B51-FC9DC66C54B3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7/8</a:t>
            </a:r>
          </a:p>
        </p:txBody>
      </p:sp>
    </p:spTree>
    <p:extLst>
      <p:ext uri="{BB962C8B-B14F-4D97-AF65-F5344CB8AC3E}">
        <p14:creationId xmlns:p14="http://schemas.microsoft.com/office/powerpoint/2010/main" val="367408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803E8D-142D-0AD1-27B7-845C7A45B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67DE566-69AF-662F-A554-ADC0900F1D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And we will worship, worship</a:t>
            </a:r>
          </a:p>
          <a:p>
            <a:r>
              <a:rPr lang="en-GB" sz="3600" dirty="0">
                <a:solidFill>
                  <a:schemeClr val="bg1"/>
                </a:solidFill>
              </a:rPr>
              <a:t>Forever in Your presence we will sing we will sing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We will worship, worship You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 endless hallelujah to the King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 endless hallelujah to the King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We'll sing an endless hallelujah to the King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45545F-AC73-60A8-396B-C22671B6F0BB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8/8</a:t>
            </a:r>
          </a:p>
        </p:txBody>
      </p:sp>
    </p:spTree>
    <p:extLst>
      <p:ext uri="{BB962C8B-B14F-4D97-AF65-F5344CB8AC3E}">
        <p14:creationId xmlns:p14="http://schemas.microsoft.com/office/powerpoint/2010/main" val="506950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188640"/>
            <a:ext cx="8640960" cy="6480720"/>
          </a:xfrm>
        </p:spPr>
        <p:txBody>
          <a:bodyPr>
            <a:noAutofit/>
          </a:bodyPr>
          <a:lstStyle/>
          <a:p>
            <a:endParaRPr lang="en-GB" sz="5400" dirty="0">
              <a:solidFill>
                <a:schemeClr val="bg1"/>
              </a:solidFill>
            </a:endParaRPr>
          </a:p>
          <a:p>
            <a:r>
              <a:rPr lang="en-GB" sz="4400" b="0" i="0" dirty="0">
                <a:solidFill>
                  <a:srgbClr val="00A3E0"/>
                </a:solidFill>
                <a:effectLst/>
                <a:latin typeface="akagi_probook"/>
              </a:rPr>
              <a:t>It Is Well</a:t>
            </a:r>
          </a:p>
          <a:p>
            <a:r>
              <a:rPr lang="en-GB" sz="1200" dirty="0">
                <a:solidFill>
                  <a:schemeClr val="bg1"/>
                </a:solidFill>
              </a:rPr>
              <a:t/>
            </a:r>
            <a:br>
              <a:rPr lang="en-GB" sz="1200" dirty="0">
                <a:solidFill>
                  <a:schemeClr val="bg1"/>
                </a:solidFill>
              </a:rPr>
            </a:br>
            <a:r>
              <a:rPr lang="en-GB" sz="1200" dirty="0">
                <a:solidFill>
                  <a:schemeClr val="bg1"/>
                </a:solidFill>
              </a:rPr>
              <a:t/>
            </a:r>
            <a:br>
              <a:rPr lang="en-GB" sz="1200" dirty="0">
                <a:solidFill>
                  <a:schemeClr val="bg1"/>
                </a:solidFill>
              </a:rPr>
            </a:br>
            <a:r>
              <a:rPr lang="en-GB" sz="1200" dirty="0">
                <a:solidFill>
                  <a:schemeClr val="bg1"/>
                </a:solidFill>
              </a:rPr>
              <a:t>CCLI Song # 7021972</a:t>
            </a:r>
          </a:p>
          <a:p>
            <a:r>
              <a:rPr lang="en-GB" sz="1200" dirty="0">
                <a:solidFill>
                  <a:schemeClr val="bg1"/>
                </a:solidFill>
              </a:rPr>
              <a:t>Horatio Gates Spafford | Kristene DiMarco | Philip Paul Bliss</a:t>
            </a:r>
          </a:p>
          <a:p>
            <a:r>
              <a:rPr lang="en-GB" sz="1200" dirty="0">
                <a:solidFill>
                  <a:schemeClr val="bg1"/>
                </a:solidFill>
              </a:rPr>
              <a:t>© 2013 Bethel Music Publishing</a:t>
            </a:r>
          </a:p>
          <a:p>
            <a:r>
              <a:rPr lang="en-GB" sz="1200" dirty="0">
                <a:solidFill>
                  <a:schemeClr val="bg1"/>
                </a:solidFill>
              </a:rPr>
              <a:t>For use solely with the </a:t>
            </a:r>
            <a:r>
              <a:rPr lang="en-GB" sz="1200" dirty="0" err="1">
                <a:solidFill>
                  <a:schemeClr val="bg1"/>
                </a:solidFill>
              </a:rPr>
              <a:t>SongSelect</a:t>
            </a:r>
            <a:r>
              <a:rPr lang="en-GB" sz="1200" dirty="0">
                <a:solidFill>
                  <a:schemeClr val="bg1"/>
                </a:solidFill>
              </a:rPr>
              <a:t>® Terms of Use. All rights reserved. www.ccli.com</a:t>
            </a:r>
          </a:p>
          <a:p>
            <a:r>
              <a:rPr lang="en-GB" sz="1200" dirty="0">
                <a:solidFill>
                  <a:schemeClr val="bg1"/>
                </a:solidFill>
              </a:rPr>
              <a:t>CCLI Licence No. 33265</a:t>
            </a:r>
          </a:p>
        </p:txBody>
      </p:sp>
    </p:spTree>
    <p:extLst>
      <p:ext uri="{BB962C8B-B14F-4D97-AF65-F5344CB8AC3E}">
        <p14:creationId xmlns:p14="http://schemas.microsoft.com/office/powerpoint/2010/main" val="2692585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836712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Grander earth has quaked before</a:t>
            </a:r>
          </a:p>
          <a:p>
            <a:r>
              <a:rPr lang="en-GB" sz="3600" dirty="0">
                <a:solidFill>
                  <a:schemeClr val="bg1"/>
                </a:solidFill>
              </a:rPr>
              <a:t>Moved by the sound of His voice</a:t>
            </a:r>
          </a:p>
          <a:p>
            <a:r>
              <a:rPr lang="en-GB" sz="3600" dirty="0">
                <a:solidFill>
                  <a:schemeClr val="bg1"/>
                </a:solidFill>
              </a:rPr>
              <a:t>Seas that are shaken and stirred</a:t>
            </a:r>
          </a:p>
          <a:p>
            <a:r>
              <a:rPr lang="en-GB" sz="3600" dirty="0">
                <a:solidFill>
                  <a:schemeClr val="bg1"/>
                </a:solidFill>
              </a:rPr>
              <a:t>Can be calmed and broken for my regard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1/7</a:t>
            </a:r>
          </a:p>
        </p:txBody>
      </p:sp>
    </p:spTree>
    <p:extLst>
      <p:ext uri="{BB962C8B-B14F-4D97-AF65-F5344CB8AC3E}">
        <p14:creationId xmlns:p14="http://schemas.microsoft.com/office/powerpoint/2010/main" val="1635143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Through it all through it all</a:t>
            </a:r>
          </a:p>
          <a:p>
            <a:r>
              <a:rPr lang="en-GB" sz="3600" dirty="0">
                <a:solidFill>
                  <a:schemeClr val="bg1"/>
                </a:solidFill>
              </a:rPr>
              <a:t>My eyes are on You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Through it all through it all</a:t>
            </a:r>
          </a:p>
          <a:p>
            <a:r>
              <a:rPr lang="en-GB" sz="3600" dirty="0">
                <a:solidFill>
                  <a:schemeClr val="bg1"/>
                </a:solidFill>
              </a:rPr>
              <a:t>It is well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Through it all through it all</a:t>
            </a:r>
          </a:p>
          <a:p>
            <a:r>
              <a:rPr lang="en-GB" sz="3600" dirty="0">
                <a:solidFill>
                  <a:schemeClr val="bg1"/>
                </a:solidFill>
              </a:rPr>
              <a:t>My eyes are on You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it is well with 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2/7</a:t>
            </a:r>
          </a:p>
        </p:txBody>
      </p:sp>
    </p:spTree>
    <p:extLst>
      <p:ext uri="{BB962C8B-B14F-4D97-AF65-F5344CB8AC3E}">
        <p14:creationId xmlns:p14="http://schemas.microsoft.com/office/powerpoint/2010/main" val="1986311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Far be it from me to not believe</a:t>
            </a:r>
          </a:p>
          <a:p>
            <a:r>
              <a:rPr lang="en-GB" sz="3600" dirty="0">
                <a:solidFill>
                  <a:schemeClr val="bg1"/>
                </a:solidFill>
              </a:rPr>
              <a:t>Even when my eyes can't see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this mountain that's in front of 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Will be thrown into the midst of the sea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3/7</a:t>
            </a:r>
          </a:p>
        </p:txBody>
      </p:sp>
    </p:spTree>
    <p:extLst>
      <p:ext uri="{BB962C8B-B14F-4D97-AF65-F5344CB8AC3E}">
        <p14:creationId xmlns:p14="http://schemas.microsoft.com/office/powerpoint/2010/main" val="3117841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5536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Through it all through it all</a:t>
            </a:r>
          </a:p>
          <a:p>
            <a:r>
              <a:rPr lang="en-GB" sz="3600" dirty="0">
                <a:solidFill>
                  <a:schemeClr val="bg1"/>
                </a:solidFill>
              </a:rPr>
              <a:t>My eyes are on You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Through it all through it all</a:t>
            </a:r>
          </a:p>
          <a:p>
            <a:r>
              <a:rPr lang="en-GB" sz="3600" dirty="0">
                <a:solidFill>
                  <a:schemeClr val="bg1"/>
                </a:solidFill>
              </a:rPr>
              <a:t>It is well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Through it all through it all</a:t>
            </a:r>
          </a:p>
          <a:p>
            <a:r>
              <a:rPr lang="en-GB" sz="3600" dirty="0">
                <a:solidFill>
                  <a:schemeClr val="bg1"/>
                </a:solidFill>
              </a:rPr>
              <a:t>My eyes are on You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it is well it is well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4/7</a:t>
            </a:r>
          </a:p>
        </p:txBody>
      </p:sp>
    </p:spTree>
    <p:extLst>
      <p:ext uri="{BB962C8B-B14F-4D97-AF65-F5344CB8AC3E}">
        <p14:creationId xmlns:p14="http://schemas.microsoft.com/office/powerpoint/2010/main" val="2277284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1698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So let go my soul and trust in Him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waves and wind still know His Name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(REPEAT)</a:t>
            </a:r>
          </a:p>
          <a:p>
            <a:endParaRPr lang="en-GB" sz="3600" dirty="0">
              <a:solidFill>
                <a:schemeClr val="bg1"/>
              </a:solidFill>
            </a:endParaRPr>
          </a:p>
          <a:p>
            <a:r>
              <a:rPr lang="en-GB" sz="3600" dirty="0">
                <a:solidFill>
                  <a:schemeClr val="bg1"/>
                </a:solidFill>
              </a:rPr>
              <a:t>The waves and wind still know His Name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5/7</a:t>
            </a:r>
          </a:p>
        </p:txBody>
      </p:sp>
    </p:spTree>
    <p:extLst>
      <p:ext uri="{BB962C8B-B14F-4D97-AF65-F5344CB8AC3E}">
        <p14:creationId xmlns:p14="http://schemas.microsoft.com/office/powerpoint/2010/main" val="2887928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It is well with my soul</a:t>
            </a:r>
          </a:p>
          <a:p>
            <a:r>
              <a:rPr lang="en-GB" sz="3600" dirty="0">
                <a:solidFill>
                  <a:schemeClr val="bg1"/>
                </a:solidFill>
              </a:rPr>
              <a:t>It is well with my soul</a:t>
            </a:r>
          </a:p>
          <a:p>
            <a:r>
              <a:rPr lang="en-GB" sz="3600" dirty="0">
                <a:solidFill>
                  <a:schemeClr val="bg1"/>
                </a:solidFill>
              </a:rPr>
              <a:t>It is well with my soul</a:t>
            </a:r>
          </a:p>
          <a:p>
            <a:r>
              <a:rPr lang="en-GB" sz="3600" dirty="0">
                <a:solidFill>
                  <a:schemeClr val="bg1"/>
                </a:solidFill>
              </a:rPr>
              <a:t>It is well it is well with my soul</a:t>
            </a:r>
          </a:p>
          <a:p>
            <a:r>
              <a:rPr lang="en-GB" sz="3600" dirty="0">
                <a:solidFill>
                  <a:schemeClr val="bg1"/>
                </a:solidFill>
              </a:rPr>
              <a:t>(REPEAT)</a:t>
            </a:r>
            <a:br>
              <a:rPr lang="en-GB" sz="3600" dirty="0">
                <a:solidFill>
                  <a:schemeClr val="bg1"/>
                </a:solidFill>
              </a:rPr>
            </a:br>
            <a:endParaRPr lang="en-GB" sz="3600" dirty="0">
              <a:solidFill>
                <a:schemeClr val="bg1"/>
              </a:solidFill>
            </a:endParaRPr>
          </a:p>
          <a:p>
            <a:r>
              <a:rPr lang="en-GB" sz="3600" dirty="0">
                <a:solidFill>
                  <a:schemeClr val="bg1"/>
                </a:solidFill>
              </a:rPr>
              <a:t>It is well it is well with my soul</a:t>
            </a:r>
          </a:p>
          <a:p>
            <a:r>
              <a:rPr lang="en-GB" sz="3600" dirty="0">
                <a:solidFill>
                  <a:schemeClr val="bg1"/>
                </a:solidFill>
              </a:rPr>
              <a:t>It is well it is well with my soul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6/7</a:t>
            </a:r>
          </a:p>
        </p:txBody>
      </p:sp>
    </p:spTree>
    <p:extLst>
      <p:ext uri="{BB962C8B-B14F-4D97-AF65-F5344CB8AC3E}">
        <p14:creationId xmlns:p14="http://schemas.microsoft.com/office/powerpoint/2010/main" val="1090371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Through it all through it all</a:t>
            </a:r>
          </a:p>
          <a:p>
            <a:r>
              <a:rPr lang="en-GB" sz="3600" dirty="0">
                <a:solidFill>
                  <a:schemeClr val="bg1"/>
                </a:solidFill>
              </a:rPr>
              <a:t>My eyes are on You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Through it all through it all</a:t>
            </a:r>
          </a:p>
          <a:p>
            <a:r>
              <a:rPr lang="en-GB" sz="3600" dirty="0">
                <a:solidFill>
                  <a:schemeClr val="bg1"/>
                </a:solidFill>
              </a:rPr>
              <a:t>It is well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Through it all through it all</a:t>
            </a:r>
          </a:p>
          <a:p>
            <a:r>
              <a:rPr lang="en-GB" sz="3600" dirty="0">
                <a:solidFill>
                  <a:schemeClr val="bg1"/>
                </a:solidFill>
              </a:rPr>
              <a:t>My eyes are on You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it is well with me</a:t>
            </a:r>
          </a:p>
          <a:p>
            <a:endParaRPr lang="en-GB" sz="3600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7/7</a:t>
            </a:r>
          </a:p>
        </p:txBody>
      </p:sp>
    </p:spTree>
    <p:extLst>
      <p:ext uri="{BB962C8B-B14F-4D97-AF65-F5344CB8AC3E}">
        <p14:creationId xmlns:p14="http://schemas.microsoft.com/office/powerpoint/2010/main" val="2948181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ongs_2024-09-29" id="{AE33A1CF-5A6E-9A45-939B-9BEFB8807446}" vid="{DFD4CA98-726C-574E-9379-F8F810DB231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6930</TotalTime>
  <Words>1305</Words>
  <Application>Microsoft Office PowerPoint</Application>
  <PresentationFormat>On-screen Show (4:3)</PresentationFormat>
  <Paragraphs>324</Paragraphs>
  <Slides>54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58" baseType="lpstr">
      <vt:lpstr>akagi_probook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Florence Olajide</dc:creator>
  <cp:lastModifiedBy>CCC_Hoo@outlook.com</cp:lastModifiedBy>
  <cp:revision>262</cp:revision>
  <dcterms:created xsi:type="dcterms:W3CDTF">2024-09-27T16:56:29Z</dcterms:created>
  <dcterms:modified xsi:type="dcterms:W3CDTF">2026-03-17T11:12:39Z</dcterms:modified>
</cp:coreProperties>
</file>