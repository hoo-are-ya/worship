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3"/>
  </p:notesMasterIdLst>
  <p:sldIdLst>
    <p:sldId id="950" r:id="rId2"/>
    <p:sldId id="1526" r:id="rId3"/>
    <p:sldId id="518" r:id="rId4"/>
    <p:sldId id="522" r:id="rId5"/>
    <p:sldId id="520" r:id="rId6"/>
    <p:sldId id="1486" r:id="rId7"/>
    <p:sldId id="521" r:id="rId8"/>
    <p:sldId id="1487" r:id="rId9"/>
    <p:sldId id="332" r:id="rId10"/>
    <p:sldId id="454" r:id="rId11"/>
    <p:sldId id="455" r:id="rId12"/>
    <p:sldId id="457" r:id="rId13"/>
    <p:sldId id="456" r:id="rId14"/>
    <p:sldId id="463" r:id="rId15"/>
    <p:sldId id="458" r:id="rId16"/>
    <p:sldId id="459" r:id="rId17"/>
    <p:sldId id="460" r:id="rId18"/>
    <p:sldId id="461" r:id="rId19"/>
    <p:sldId id="462" r:id="rId20"/>
    <p:sldId id="464" r:id="rId21"/>
    <p:sldId id="670" r:id="rId22"/>
    <p:sldId id="671" r:id="rId23"/>
    <p:sldId id="672" r:id="rId24"/>
    <p:sldId id="673" r:id="rId25"/>
    <p:sldId id="674" r:id="rId26"/>
    <p:sldId id="512" r:id="rId27"/>
    <p:sldId id="1268" r:id="rId28"/>
    <p:sldId id="513" r:id="rId29"/>
    <p:sldId id="514" r:id="rId30"/>
    <p:sldId id="685" r:id="rId31"/>
    <p:sldId id="686" r:id="rId32"/>
    <p:sldId id="1269" r:id="rId33"/>
    <p:sldId id="1594" r:id="rId34"/>
    <p:sldId id="1085" r:id="rId35"/>
    <p:sldId id="1086" r:id="rId36"/>
    <p:sldId id="1087" r:id="rId37"/>
    <p:sldId id="1088" r:id="rId38"/>
    <p:sldId id="1091" r:id="rId39"/>
    <p:sldId id="1089" r:id="rId40"/>
    <p:sldId id="1090" r:id="rId41"/>
    <p:sldId id="1092" r:id="rId42"/>
    <p:sldId id="1093" r:id="rId43"/>
    <p:sldId id="1640" r:id="rId44"/>
    <p:sldId id="1641" r:id="rId45"/>
    <p:sldId id="1642" r:id="rId46"/>
    <p:sldId id="1635" r:id="rId47"/>
    <p:sldId id="954" r:id="rId48"/>
    <p:sldId id="1511" r:id="rId49"/>
    <p:sldId id="1411" r:id="rId50"/>
    <p:sldId id="1408" r:id="rId51"/>
    <p:sldId id="1632" r:id="rId52"/>
    <p:sldId id="1633" r:id="rId53"/>
    <p:sldId id="1410" r:id="rId54"/>
    <p:sldId id="1281" r:id="rId55"/>
    <p:sldId id="1339" r:id="rId56"/>
    <p:sldId id="1636" r:id="rId57"/>
    <p:sldId id="519" r:id="rId58"/>
    <p:sldId id="1637" r:id="rId59"/>
    <p:sldId id="1638" r:id="rId60"/>
    <p:sldId id="946" r:id="rId61"/>
    <p:sldId id="1578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Service" id="{1F80873B-EF87-4756-A9D6-A147B579BB11}">
          <p14:sldIdLst>
            <p14:sldId id="950"/>
            <p14:sldId id="1526"/>
            <p14:sldId id="518"/>
            <p14:sldId id="522"/>
            <p14:sldId id="520"/>
            <p14:sldId id="1486"/>
            <p14:sldId id="521"/>
            <p14:sldId id="1487"/>
            <p14:sldId id="332"/>
            <p14:sldId id="454"/>
            <p14:sldId id="455"/>
            <p14:sldId id="457"/>
            <p14:sldId id="456"/>
            <p14:sldId id="463"/>
            <p14:sldId id="458"/>
            <p14:sldId id="459"/>
            <p14:sldId id="460"/>
            <p14:sldId id="461"/>
            <p14:sldId id="462"/>
            <p14:sldId id="464"/>
            <p14:sldId id="670"/>
            <p14:sldId id="671"/>
            <p14:sldId id="672"/>
            <p14:sldId id="673"/>
            <p14:sldId id="674"/>
            <p14:sldId id="512"/>
            <p14:sldId id="1268"/>
            <p14:sldId id="513"/>
            <p14:sldId id="514"/>
            <p14:sldId id="685"/>
            <p14:sldId id="686"/>
            <p14:sldId id="1269"/>
            <p14:sldId id="1594"/>
            <p14:sldId id="1085"/>
            <p14:sldId id="1086"/>
            <p14:sldId id="1087"/>
            <p14:sldId id="1088"/>
            <p14:sldId id="1091"/>
            <p14:sldId id="1089"/>
            <p14:sldId id="1090"/>
            <p14:sldId id="1092"/>
            <p14:sldId id="1093"/>
            <p14:sldId id="1640"/>
            <p14:sldId id="1641"/>
            <p14:sldId id="1642"/>
            <p14:sldId id="1635"/>
            <p14:sldId id="954"/>
            <p14:sldId id="1511"/>
            <p14:sldId id="1411"/>
            <p14:sldId id="1408"/>
            <p14:sldId id="1632"/>
            <p14:sldId id="1633"/>
            <p14:sldId id="1410"/>
            <p14:sldId id="1281"/>
            <p14:sldId id="1339"/>
            <p14:sldId id="1636"/>
            <p14:sldId id="519"/>
            <p14:sldId id="1637"/>
            <p14:sldId id="1638"/>
          </p14:sldIdLst>
        </p14:section>
        <p14:section name="Main Service" id="{4FE2647C-705B-495A-AADF-8CE4EFF28E49}">
          <p14:sldIdLst>
            <p14:sldId id="946"/>
            <p14:sldId id="15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6A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4" autoAdjust="0"/>
    <p:restoredTop sz="82242" autoAdjust="0"/>
  </p:normalViewPr>
  <p:slideViewPr>
    <p:cSldViewPr>
      <p:cViewPr varScale="1">
        <p:scale>
          <a:sx n="73" d="100"/>
          <a:sy n="73" d="100"/>
        </p:scale>
        <p:origin x="1891" y="62"/>
      </p:cViewPr>
      <p:guideLst>
        <p:guide orient="horz" pos="216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EAEFC-A9C7-464E-BE3F-33D4DD72E122}" type="datetimeFigureOut">
              <a:rPr lang="en-GB" smtClean="0"/>
              <a:t>05/10/2026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B61DE-1D46-4752-AF65-FA2C4EB0D1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48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9B61DE-1D46-4752-AF65-FA2C4EB0D1D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914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67DBD-057D-01FF-A64B-035F23BED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6334A-DB13-39E3-4BDB-7C2A24C01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383A3-6764-2C1B-F831-AB9D96EF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8CEFB-600E-4948-2677-1853EC632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8054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B2E1-B37D-FB49-A65A-671ADE3D5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6BD6C-5D27-5528-5477-794671471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02F94-0732-2AD1-B39C-996F03FE5A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8BBE2-4115-F920-0A28-2321EC352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31751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F0D9-A4CB-49D5-85A7-5D98D2582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7DB45-56F3-C825-A12E-999DEA3EF1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3878AC-B62E-BCEE-3481-4B37CB363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FFECA-8E1C-0028-5B82-4B41F4172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566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8963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58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203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9B61DE-1D46-4752-AF65-FA2C4EB0D1D0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17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9500" y="5640767"/>
            <a:ext cx="5998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20277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836712"/>
            <a:ext cx="8229600" cy="4369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A1CF3-4A15-4CBF-9A5A-6A56C368BE71}" type="datetimeFigureOut">
              <a:rPr lang="en-GB" smtClean="0"/>
              <a:pPr/>
              <a:t>05/10/2026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929FA-79A7-47B7-BF4C-8C146230B1E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1FA438-06AA-FBAF-6598-C474F739A20A}"/>
              </a:ext>
            </a:extLst>
          </p:cNvPr>
          <p:cNvSpPr/>
          <p:nvPr userDrawn="1"/>
        </p:nvSpPr>
        <p:spPr>
          <a:xfrm>
            <a:off x="72008" y="5949280"/>
            <a:ext cx="899592" cy="773808"/>
          </a:xfrm>
          <a:prstGeom prst="rect">
            <a:avLst/>
          </a:prstGeom>
          <a:blipFill>
            <a:blip r:embed="rId1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A119C8-FA69-A36C-A18F-B470565B9C0C}"/>
              </a:ext>
            </a:extLst>
          </p:cNvPr>
          <p:cNvCxnSpPr>
            <a:cxnSpLocks/>
          </p:cNvCxnSpPr>
          <p:nvPr userDrawn="1"/>
        </p:nvCxnSpPr>
        <p:spPr>
          <a:xfrm>
            <a:off x="971600" y="6237312"/>
            <a:ext cx="77152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FB4C0C-9840-84EC-CAB9-6BA55788BC6D}"/>
              </a:ext>
            </a:extLst>
          </p:cNvPr>
          <p:cNvCxnSpPr>
            <a:cxnSpLocks/>
          </p:cNvCxnSpPr>
          <p:nvPr userDrawn="1"/>
        </p:nvCxnSpPr>
        <p:spPr>
          <a:xfrm>
            <a:off x="457200" y="764704"/>
            <a:ext cx="8229600" cy="0"/>
          </a:xfrm>
          <a:prstGeom prst="line">
            <a:avLst/>
          </a:prstGeom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Cornerstone City Church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Peninsula Plus Community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  <a:t>Hoo Are Ya</a:t>
            </a:r>
            <a:b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ckwell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chemeClr val="bg1"/>
                </a:solidFill>
              </a:rPr>
              <a:t>  11</a:t>
            </a:r>
            <a:r>
              <a:rPr lang="en-US" sz="2400" baseline="30000" dirty="0">
                <a:solidFill>
                  <a:schemeClr val="bg1"/>
                </a:solidFill>
              </a:rPr>
              <a:t>th</a:t>
            </a:r>
            <a:r>
              <a:rPr lang="en-US" sz="2400" dirty="0">
                <a:solidFill>
                  <a:schemeClr val="bg1"/>
                </a:solidFill>
              </a:rPr>
              <a:t> October 2026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02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2-9A8B-9D8C-A0B7-67A2B26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B248-B4EE-1D0D-D485-E66A9A0CC880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0EDFEF-D004-BA25-5891-3BCB2A09D886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9A73C-3530-0721-C3BF-72AF8847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586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Come Now </a:t>
            </a:r>
            <a:r>
              <a:rPr lang="en-GB" sz="4400" dirty="0">
                <a:solidFill>
                  <a:srgbClr val="00A3E0"/>
                </a:solidFill>
                <a:latin typeface="akagi_probook"/>
              </a:rPr>
              <a:t>Is the Time To Worship</a:t>
            </a:r>
            <a:endParaRPr lang="en-GB" sz="4400" b="0" i="0" dirty="0">
              <a:solidFill>
                <a:srgbClr val="00A3E0"/>
              </a:solidFill>
              <a:effectLst/>
              <a:latin typeface="akagi_probook"/>
            </a:endParaRP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2430948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Brian Doerksen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1998 Vineyard Songs (UK/Eire) (Admin. by Integrity Music Ltd)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940382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now is the time to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now is the time to give your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just as you are to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just as you are before your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634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One day every tongue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Will confess You are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One day every knee will bow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Still the greatest treasure remains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those who gladly choose You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2175635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B62E-638E-0A8E-CF84-6A4E340F3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D8D4C70-3F06-57AE-5928-B8AA05581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now is the time to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now is the time to give your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just as you are to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just as you are before your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1BBA12-34C9-4A01-B259-16F294C6FA4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2889117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Willingly we choose to surrender our lives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Willingly our knees will bow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With all our heart soul mind and strength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gladly choose You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3189844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6F897-774B-2898-3BEE-585494DC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310524-4543-7DBF-EC12-8B1CF605E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now is the time to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now is the time to give your heart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just as you are to worship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just as you are before your God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7FE93-DA42-4EF2-9269-B61918B09E4B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3191573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Bless God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Song # 7206380</a:t>
            </a:r>
          </a:p>
          <a:p>
            <a:r>
              <a:rPr lang="en-GB" sz="1200" dirty="0">
                <a:solidFill>
                  <a:schemeClr val="bg1"/>
                </a:solidFill>
              </a:rPr>
              <a:t>Brandon Lake | Brooke Ligertwood | Cody Carnes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2023 Brandon Lake Music; Brooke Ligertwood Designee; Capitol CMG Paragon; Writer's Roof Publishing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Blessed are those who run to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place their hope and confidence in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 won’t forsake them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Blessed are those who seek His face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bend their knee and fix their gaze on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They won’t be shaken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6323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663203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8838-C0FA-C339-E16F-5A439F07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D7BE0D-C14E-5761-2D6B-4757AD653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praise the Lord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 love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your voice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1770E6-11E5-F766-740C-162EB63DC923}"/>
              </a:ext>
            </a:extLst>
          </p:cNvPr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566770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91D09-9D12-9403-DF28-2FE616D1D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14DE41F-6BDC-916A-4205-946750AC8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Blessed are those who walk with Him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Whose hearts are set on pilgrimage with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They’ll see His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Blessed are those who die to live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Whose joy it is to give it all for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for Him only</a:t>
            </a:r>
          </a:p>
          <a:p>
            <a:r>
              <a:rPr lang="en-GB" sz="3600" dirty="0">
                <a:solidFill>
                  <a:schemeClr val="bg1"/>
                </a:solidFill>
              </a:rPr>
              <a:t>Oh Jesus all for Your glory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932DDC-277B-2BB1-0C21-7244B3A977BF}"/>
              </a:ext>
            </a:extLst>
          </p:cNvPr>
          <p:cNvSpPr txBox="1"/>
          <p:nvPr/>
        </p:nvSpPr>
        <p:spPr>
          <a:xfrm>
            <a:off x="8235898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515809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22C2C-E618-61BF-ECFE-D59B2753A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E489CD-C977-1727-092F-F14A4A904E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praise the Lord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 love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your voice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4607E-DCA5-A65C-5199-EDDE102ACFCC}"/>
              </a:ext>
            </a:extLst>
          </p:cNvPr>
          <p:cNvSpPr txBox="1"/>
          <p:nvPr/>
        </p:nvSpPr>
        <p:spPr>
          <a:xfrm>
            <a:off x="8388424" y="24046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1751724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35DE3-B274-AD1D-AE88-87F4B67AC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D3780D-19B1-910F-F5F8-88D5FE262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bring your offering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you’ve known His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up your holy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3C34B-3718-CFCC-62E1-1B6B320144BA}"/>
              </a:ext>
            </a:extLst>
          </p:cNvPr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067192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E5BD-2125-1602-8408-6B7C49A7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E3E246-0DAD-2C25-CFA4-502E18F8B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in the sanctuary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in the fields of plenty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in the darkest valley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447DD-4F98-9272-756F-80E83EFECD35}"/>
              </a:ext>
            </a:extLst>
          </p:cNvPr>
          <p:cNvSpPr txBox="1"/>
          <p:nvPr/>
        </p:nvSpPr>
        <p:spPr>
          <a:xfrm>
            <a:off x="8388424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3664034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FC65F-6319-1DB6-E282-44C4E8ED7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96B40A-4576-5E12-B95E-67B87AD662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when my hands are empty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with a praise that costs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when nobody’s watching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13681-1347-A03E-CCDC-4AD17D4D0939}"/>
              </a:ext>
            </a:extLst>
          </p:cNvPr>
          <p:cNvSpPr txBox="1"/>
          <p:nvPr/>
        </p:nvSpPr>
        <p:spPr>
          <a:xfrm>
            <a:off x="831641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1691035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0C18D-98C9-AEDA-F90F-C4266ADC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2AE24CE-6ADE-B2DE-EAAD-DCD1859E9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when the weapon’s forming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when the walls are falling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</a:t>
            </a:r>
            <a:r>
              <a:rPr lang="en-GB" sz="3600" dirty="0" err="1">
                <a:solidFill>
                  <a:schemeClr val="bg1"/>
                </a:solidFill>
              </a:rPr>
              <a:t>‘cause</a:t>
            </a:r>
            <a:r>
              <a:rPr lang="en-GB" sz="3600" dirty="0">
                <a:solidFill>
                  <a:schemeClr val="bg1"/>
                </a:solidFill>
              </a:rPr>
              <a:t> He goes before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D1BAD-6226-C339-2A9E-473F9BE02B66}"/>
              </a:ext>
            </a:extLst>
          </p:cNvPr>
          <p:cNvSpPr txBox="1"/>
          <p:nvPr/>
        </p:nvSpPr>
        <p:spPr>
          <a:xfrm>
            <a:off x="8388424" y="-3388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4003699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869D-6CAD-9EF3-01FD-12974F768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54CEE4-344C-B59C-C736-F69525F02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Bless God for He holds the </a:t>
            </a:r>
            <a:r>
              <a:rPr lang="en-GB" sz="3600" dirty="0" err="1">
                <a:solidFill>
                  <a:schemeClr val="bg1"/>
                </a:solidFill>
              </a:rPr>
              <a:t>vict’ry</a:t>
            </a: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Bless God for He’s always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Bless God for He’s always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r>
              <a:rPr lang="en-GB" sz="3600" dirty="0">
                <a:solidFill>
                  <a:schemeClr val="bg1"/>
                </a:solidFill>
              </a:rPr>
              <a:t>Every chance I get I bless Your name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F334A-8846-181A-4AE4-F9CC335A2A80}"/>
              </a:ext>
            </a:extLst>
          </p:cNvPr>
          <p:cNvSpPr txBox="1"/>
          <p:nvPr/>
        </p:nvSpPr>
        <p:spPr>
          <a:xfrm>
            <a:off x="8194495" y="0"/>
            <a:ext cx="914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1831830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750AD-7CEE-59A1-0EB0-8DE0AD51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F509A7-119E-C55B-8F57-AB7A39A23D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praise the Lord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 love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your voice with 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62C56-5CB3-0CDD-257D-EE027C825571}"/>
              </a:ext>
            </a:extLst>
          </p:cNvPr>
          <p:cNvSpPr txBox="1"/>
          <p:nvPr/>
        </p:nvSpPr>
        <p:spPr>
          <a:xfrm>
            <a:off x="8316416" y="-14818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436668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6C53B-89CB-7F86-910D-C415B9216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72D447-60A1-09D4-6F36-219D95EAC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Come on and bring your offering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Sing if you’ve known His grace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Come on and lift up your holy hands</a:t>
            </a:r>
          </a:p>
          <a:p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He’s worthy of all our praise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D5EB7-C08C-4F9A-5954-6BC8445A9047}"/>
              </a:ext>
            </a:extLst>
          </p:cNvPr>
          <p:cNvSpPr txBox="1"/>
          <p:nvPr/>
        </p:nvSpPr>
        <p:spPr>
          <a:xfrm>
            <a:off x="8172400" y="19472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2985507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6600" b="0" i="0" dirty="0">
                <a:solidFill>
                  <a:srgbClr val="00A3E0"/>
                </a:solidFill>
                <a:effectLst/>
                <a:latin typeface="akagi_probook"/>
              </a:rPr>
              <a:t>King of Kings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7127647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Brooke </a:t>
            </a:r>
            <a:r>
              <a:rPr lang="en-GB" sz="1200" dirty="0" err="1">
                <a:solidFill>
                  <a:schemeClr val="bg1"/>
                </a:solidFill>
              </a:rPr>
              <a:t>Ligertwood</a:t>
            </a:r>
            <a:r>
              <a:rPr lang="en-GB" sz="1200" dirty="0">
                <a:solidFill>
                  <a:schemeClr val="bg1"/>
                </a:solidFill>
              </a:rPr>
              <a:t> | Jason Ingram | Scott </a:t>
            </a:r>
            <a:r>
              <a:rPr lang="en-GB" sz="1200" dirty="0" err="1">
                <a:solidFill>
                  <a:schemeClr val="bg1"/>
                </a:solidFill>
              </a:rPr>
              <a:t>Ligertwood</a:t>
            </a:r>
            <a:endParaRPr lang="en-GB" sz="1200" dirty="0">
              <a:solidFill>
                <a:schemeClr val="bg1"/>
              </a:solidFill>
            </a:endParaRP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© 2019 Fellow Ships Music (Admin. by Essential Music Publishing LLC)</a:t>
            </a:r>
          </a:p>
          <a:p>
            <a:r>
              <a:rPr lang="en-GB" sz="1200" dirty="0">
                <a:solidFill>
                  <a:schemeClr val="bg1"/>
                </a:solidFill>
              </a:rPr>
              <a:t>So Essential Tunes (Admin. by Essential Music Publishing LLC)</a:t>
            </a:r>
          </a:p>
          <a:p>
            <a:r>
              <a:rPr lang="en-GB" sz="1200" dirty="0">
                <a:solidFill>
                  <a:schemeClr val="bg1"/>
                </a:solidFill>
              </a:rPr>
              <a:t>Hillsong Music Publishing Australia (Admin. by Hillsong Music Publishing UK)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478394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In the darkness we were waiting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Without hope without light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Till from Heaven You came running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was mercy in Your eyes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458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1/11</a:t>
            </a:r>
          </a:p>
        </p:txBody>
      </p:sp>
    </p:spTree>
    <p:extLst>
      <p:ext uri="{BB962C8B-B14F-4D97-AF65-F5344CB8AC3E}">
        <p14:creationId xmlns:p14="http://schemas.microsoft.com/office/powerpoint/2010/main" val="2702671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536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To fulfil the law and prophets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a virgin came the Word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From a throne of endless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a cradle in the dirt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2075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2/11</a:t>
            </a:r>
          </a:p>
        </p:txBody>
      </p:sp>
    </p:spTree>
    <p:extLst>
      <p:ext uri="{BB962C8B-B14F-4D97-AF65-F5344CB8AC3E}">
        <p14:creationId xmlns:p14="http://schemas.microsoft.com/office/powerpoint/2010/main" val="23628880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Praise the Father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Son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Spirit three in 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God of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forever to the King of kings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92117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3/11</a:t>
            </a:r>
          </a:p>
        </p:txBody>
      </p:sp>
    </p:spTree>
    <p:extLst>
      <p:ext uri="{BB962C8B-B14F-4D97-AF65-F5344CB8AC3E}">
        <p14:creationId xmlns:p14="http://schemas.microsoft.com/office/powerpoint/2010/main" val="117235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08" y="692696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To reveal the kingdom coming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to reconcile the lost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redeem the whole creation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did not despise the cross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4/11</a:t>
            </a:r>
          </a:p>
        </p:txBody>
      </p:sp>
    </p:spTree>
    <p:extLst>
      <p:ext uri="{BB962C8B-B14F-4D97-AF65-F5344CB8AC3E}">
        <p14:creationId xmlns:p14="http://schemas.microsoft.com/office/powerpoint/2010/main" val="2981371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508" y="764704"/>
            <a:ext cx="8856984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For even in Your suffering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saw to the other side</a:t>
            </a:r>
          </a:p>
          <a:p>
            <a:r>
              <a:rPr lang="en-GB" sz="3600" dirty="0">
                <a:solidFill>
                  <a:schemeClr val="bg1"/>
                </a:solidFill>
              </a:rPr>
              <a:t>Knowing this was our salvation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for our sake You died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5806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5/11</a:t>
            </a:r>
          </a:p>
        </p:txBody>
      </p:sp>
    </p:spTree>
    <p:extLst>
      <p:ext uri="{BB962C8B-B14F-4D97-AF65-F5344CB8AC3E}">
        <p14:creationId xmlns:p14="http://schemas.microsoft.com/office/powerpoint/2010/main" val="1390635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BDCB-9419-C9DD-BFB4-D7FEE1B69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00CB17B-9192-536A-3434-AFDF0802F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Praise the Father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Son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Spirit three in 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God of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forever to the King of kings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327401-E9CB-7DC8-F7E5-91B5E3C069DD}"/>
              </a:ext>
            </a:extLst>
          </p:cNvPr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6/11</a:t>
            </a:r>
          </a:p>
        </p:txBody>
      </p:sp>
    </p:spTree>
    <p:extLst>
      <p:ext uri="{BB962C8B-B14F-4D97-AF65-F5344CB8AC3E}">
        <p14:creationId xmlns:p14="http://schemas.microsoft.com/office/powerpoint/2010/main" val="1955223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the morning that You rose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of heaven held its breath</a:t>
            </a:r>
          </a:p>
          <a:p>
            <a:r>
              <a:rPr lang="en-GB" sz="3600" dirty="0">
                <a:solidFill>
                  <a:schemeClr val="bg1"/>
                </a:solidFill>
              </a:rPr>
              <a:t>Till that stone was moved for good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Lamb had conquered death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59811" y="0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7/11</a:t>
            </a:r>
          </a:p>
        </p:txBody>
      </p:sp>
    </p:spTree>
    <p:extLst>
      <p:ext uri="{BB962C8B-B14F-4D97-AF65-F5344CB8AC3E}">
        <p14:creationId xmlns:p14="http://schemas.microsoft.com/office/powerpoint/2010/main" val="27041358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the dead rose from their tombs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the angels stood in awe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souls of all who'd 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To the Father are restored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92084" y="-14884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8/11</a:t>
            </a:r>
          </a:p>
        </p:txBody>
      </p:sp>
    </p:spTree>
    <p:extLst>
      <p:ext uri="{BB962C8B-B14F-4D97-AF65-F5344CB8AC3E}">
        <p14:creationId xmlns:p14="http://schemas.microsoft.com/office/powerpoint/2010/main" val="21125202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And the Church of Christ was born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Then the Spirit lit the flame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Now this Gospel truth of old</a:t>
            </a:r>
          </a:p>
          <a:p>
            <a:r>
              <a:rPr lang="en-GB" sz="3600" dirty="0">
                <a:solidFill>
                  <a:schemeClr val="bg1"/>
                </a:solidFill>
              </a:rPr>
              <a:t>Shall not kneel shall not faint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60432" y="-7422"/>
            <a:ext cx="784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9/11</a:t>
            </a:r>
          </a:p>
        </p:txBody>
      </p:sp>
    </p:spTree>
    <p:extLst>
      <p:ext uri="{BB962C8B-B14F-4D97-AF65-F5344CB8AC3E}">
        <p14:creationId xmlns:p14="http://schemas.microsoft.com/office/powerpoint/2010/main" val="3632770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3118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By His blood and in His Name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His freedom I am free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For the love of Jesus Christ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has resurrected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05611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10/11</a:t>
            </a:r>
          </a:p>
        </p:txBody>
      </p:sp>
    </p:spTree>
    <p:extLst>
      <p:ext uri="{BB962C8B-B14F-4D97-AF65-F5344CB8AC3E}">
        <p14:creationId xmlns:p14="http://schemas.microsoft.com/office/powerpoint/2010/main" val="7253661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E749C-B8AF-A5E1-3AF3-472E8D6B6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9C4603-558D-CD72-3C2E-1957D73EC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692696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Praise the Father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Son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the Spirit three in 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God of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Majesty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Praise forever to the King of kings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D45AB-5390-39A1-1578-0FDC36D69C6E}"/>
              </a:ext>
            </a:extLst>
          </p:cNvPr>
          <p:cNvSpPr txBox="1"/>
          <p:nvPr/>
        </p:nvSpPr>
        <p:spPr>
          <a:xfrm>
            <a:off x="8225036" y="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11/11</a:t>
            </a:r>
          </a:p>
        </p:txBody>
      </p:sp>
    </p:spTree>
    <p:extLst>
      <p:ext uri="{BB962C8B-B14F-4D97-AF65-F5344CB8AC3E}">
        <p14:creationId xmlns:p14="http://schemas.microsoft.com/office/powerpoint/2010/main" val="3535617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A4C3-4644-046D-323E-D475A8A0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5063-D7A9-E9C9-206A-AC2F2E97E01D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22FC65-E57B-5A77-8EFB-B6EB184B3E29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14AFBD-0121-0467-7E2A-7E954FC34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3603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908720"/>
            <a:ext cx="8640960" cy="6480720"/>
          </a:xfrm>
        </p:spPr>
        <p:txBody>
          <a:bodyPr>
            <a:noAutofit/>
          </a:bodyPr>
          <a:lstStyle/>
          <a:p>
            <a:r>
              <a:rPr lang="en-GB" sz="5400" dirty="0">
                <a:solidFill>
                  <a:srgbClr val="00A3E0"/>
                </a:solidFill>
                <a:latin typeface="akagi_probook"/>
              </a:rPr>
              <a:t>Who Else</a:t>
            </a: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7223119</a:t>
            </a:r>
          </a:p>
          <a:p>
            <a:r>
              <a:rPr lang="en-GB" sz="1200" dirty="0">
                <a:solidFill>
                  <a:schemeClr val="bg1"/>
                </a:solidFill>
              </a:rPr>
              <a:t>Abbie Gamboa | Josiah Funderburk | Zac Rowe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2023 Gateway Music Global Publishing; Gamboa World, LLC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2164743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I am an instrument of exaltation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And I was born to lift Your name above all names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hear the melody of all creation</a:t>
            </a:r>
          </a:p>
          <a:p>
            <a:r>
              <a:rPr lang="en-GB" sz="3600" dirty="0">
                <a:solidFill>
                  <a:schemeClr val="bg1"/>
                </a:solidFill>
              </a:rPr>
              <a:t>But there's a song of praise that only I can bring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1/8</a:t>
            </a:r>
          </a:p>
        </p:txBody>
      </p:sp>
    </p:spTree>
    <p:extLst>
      <p:ext uri="{BB962C8B-B14F-4D97-AF65-F5344CB8AC3E}">
        <p14:creationId xmlns:p14="http://schemas.microsoft.com/office/powerpoint/2010/main" val="32952115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5117003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 are the infinite God of the ages</a:t>
            </a:r>
          </a:p>
          <a:p>
            <a:r>
              <a:rPr lang="en-GB" sz="3600" dirty="0">
                <a:solidFill>
                  <a:schemeClr val="bg1"/>
                </a:solidFill>
              </a:rPr>
              <a:t>Yet You chose to make my heart Your dwelling place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healed my brokenness showed me Your glory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So I have songs of thanks not even angels 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2790068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C0959-8BA8-CC43-70F2-0CE218762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BB7583-DD6F-F907-F2E9-CCBE9E348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304694-B085-E36B-0A45-6DA8D52D7EF1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4/8</a:t>
            </a:r>
          </a:p>
        </p:txBody>
      </p:sp>
    </p:spTree>
    <p:extLst>
      <p:ext uri="{BB962C8B-B14F-4D97-AF65-F5344CB8AC3E}">
        <p14:creationId xmlns:p14="http://schemas.microsoft.com/office/powerpoint/2010/main" val="25318473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Lamb of God anointed one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was and is and is to 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Seated on the throne above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Holy </a:t>
            </a:r>
            <a:r>
              <a:rPr lang="en-GB" sz="3600" dirty="0" err="1">
                <a:solidFill>
                  <a:schemeClr val="bg1"/>
                </a:solidFill>
              </a:rPr>
              <a:t>holy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5/8</a:t>
            </a:r>
          </a:p>
        </p:txBody>
      </p:sp>
    </p:spTree>
    <p:extLst>
      <p:ext uri="{BB962C8B-B14F-4D97-AF65-F5344CB8AC3E}">
        <p14:creationId xmlns:p14="http://schemas.microsoft.com/office/powerpoint/2010/main" val="28993062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F8C9E-1E16-2D97-4B35-0BBC09BD3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BAD27E-7BAD-B761-C6A8-1B36421D6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Righteous One who shed His blood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 proved to us the Father's love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Christ be lifted up</a:t>
            </a:r>
          </a:p>
          <a:p>
            <a:r>
              <a:rPr lang="en-GB" sz="3600" dirty="0">
                <a:solidFill>
                  <a:schemeClr val="bg1"/>
                </a:solidFill>
              </a:rPr>
              <a:t>(Holy holy)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536764-58F0-83A5-A4C3-F61AC23C64B7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6/8</a:t>
            </a:r>
          </a:p>
        </p:txBody>
      </p:sp>
    </p:spTree>
    <p:extLst>
      <p:ext uri="{BB962C8B-B14F-4D97-AF65-F5344CB8AC3E}">
        <p14:creationId xmlns:p14="http://schemas.microsoft.com/office/powerpoint/2010/main" val="10055724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610D0-2CA6-8A39-5C22-0B86272A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D3404E-69E1-D8CA-6A02-E734C921A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B77A19-7960-2EA3-49E5-2F7EDDE14C00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11310093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916FA-1FA1-CE87-1BF6-A49CC2FE5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832738-27A6-8CF3-117C-3A1AD06FB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(REPEAT)</a:t>
            </a:r>
            <a:br>
              <a:rPr lang="en-GB" sz="3600" dirty="0">
                <a:solidFill>
                  <a:schemeClr val="bg1"/>
                </a:solidFill>
              </a:rPr>
            </a:b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Who else is worthy who else is worthy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There is no one only You Jesus</a:t>
            </a:r>
            <a:br>
              <a:rPr lang="en-GB" sz="3600" dirty="0">
                <a:solidFill>
                  <a:schemeClr val="bg1"/>
                </a:solidFill>
              </a:rPr>
            </a:br>
            <a:r>
              <a:rPr lang="en-GB" sz="3600" dirty="0">
                <a:solidFill>
                  <a:schemeClr val="bg1"/>
                </a:solidFill>
              </a:rPr>
              <a:t>(REPEAT)</a:t>
            </a:r>
            <a:br>
              <a:rPr lang="en-GB" sz="3600" dirty="0">
                <a:solidFill>
                  <a:schemeClr val="bg1"/>
                </a:solidFill>
              </a:rPr>
            </a:br>
            <a:endParaRPr lang="en-GB" sz="3600" dirty="0">
              <a:solidFill>
                <a:schemeClr val="bg1"/>
              </a:solidFill>
            </a:endParaRP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8670A-E796-2573-5212-32D0A00044B3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34083369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7CBF2-1AD0-3625-A724-4E6CEFA5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F915C89-A7D9-3FD7-362E-A366D7643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silence fear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F814B-7FEB-20B4-3C81-5F115898628B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5194568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F7752-18B0-A61A-FF08-AE5901718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742465-2446-87ED-0692-ABF1905B7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Your name is a light that the shadows can't deny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cannot be overcome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is alive forever lifted high</a:t>
            </a:r>
          </a:p>
          <a:p>
            <a:r>
              <a:rPr lang="en-GB" sz="3600" dirty="0">
                <a:solidFill>
                  <a:schemeClr val="bg1"/>
                </a:solidFill>
              </a:rPr>
              <a:t>Your name cannot be overcome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A322E-DBFC-8D4F-FC93-7EF0D0F53EA4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26225335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3088-4AF9-60A1-DB46-C764C3997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44D6D8-0A73-09B9-8E23-98A245228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silence fear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r>
              <a:rPr lang="en-GB" sz="3600" dirty="0">
                <a:solidFill>
                  <a:schemeClr val="bg1"/>
                </a:solidFill>
              </a:rPr>
              <a:t> You make the darkness tremble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</a:t>
            </a:r>
            <a:r>
              <a:rPr lang="en-GB" sz="3600" dirty="0" err="1">
                <a:solidFill>
                  <a:schemeClr val="bg1"/>
                </a:solidFill>
              </a:rPr>
              <a:t>Jesus</a:t>
            </a:r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F7185-4A5D-70BC-9BB2-17245519CC69}"/>
              </a:ext>
            </a:extLst>
          </p:cNvPr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31777494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E059E-4EAF-16F2-E312-1705531A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5A27-753C-1BDB-C146-A996ED262D37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128B4E-BD4F-16F2-FF41-16602AB5E45E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F26992-6175-C351-C3AD-581416FF5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642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435852" y="1484784"/>
            <a:ext cx="82296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pic>
        <p:nvPicPr>
          <p:cNvPr id="7170" name="Picture 2" descr="Ainsdale Methodist Church Notices">
            <a:extLst>
              <a:ext uri="{FF2B5EF4-FFF2-40B4-BE49-F238E27FC236}">
                <a16:creationId xmlns:a16="http://schemas.microsoft.com/office/drawing/2014/main" id="{3EEB5152-0F8F-378F-8135-B60333430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27113"/>
            <a:ext cx="9144000" cy="4803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4022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757F6-55A9-47B0-91CA-75C5DBDC1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36747-D090-4803-C7DC-22BAB5B26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5452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DDB38-2D92-CDA8-108E-BAB01467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FC629845-6805-C1E6-E442-AEA8EF7F5C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06B2D-5EB4-A907-2876-C5E6CE50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697" y="0"/>
            <a:ext cx="48486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9132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C3985-8B83-D3B2-292F-E1A59D0A1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5A882619-E590-B58F-E69C-A28B83B97A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6EA3C-752F-7FDC-9302-57DAFDDCF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167"/>
            <a:ext cx="9144000" cy="646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7306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35433-DF29-11DE-5734-6D3E1638C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4183285E-03CB-0D11-1882-A1BA07545B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4507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51349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D4F5-7735-C2A4-5222-746F2743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AC1F9C-7D07-CC4A-86C6-42449AE43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8012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0A929D4-B857-13A7-F16F-1C885159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69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reach the Word#6. “Broken preachers.” – Morningside church of Christ">
            <a:extLst>
              <a:ext uri="{FF2B5EF4-FFF2-40B4-BE49-F238E27FC236}">
                <a16:creationId xmlns:a16="http://schemas.microsoft.com/office/drawing/2014/main" id="{2AA83B72-9961-C11B-4973-8C7748297C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0"/>
          <a:stretch/>
        </p:blipFill>
        <p:spPr bwMode="auto">
          <a:xfrm>
            <a:off x="539552" y="1052736"/>
            <a:ext cx="8229600" cy="4525963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40430316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528" y="188640"/>
            <a:ext cx="8640960" cy="6480720"/>
          </a:xfrm>
        </p:spPr>
        <p:txBody>
          <a:bodyPr>
            <a:noAutofit/>
          </a:bodyPr>
          <a:lstStyle/>
          <a:p>
            <a:endParaRPr lang="en-GB" sz="5400" dirty="0">
              <a:solidFill>
                <a:schemeClr val="bg1"/>
              </a:solidFill>
            </a:endParaRPr>
          </a:p>
          <a:p>
            <a:r>
              <a:rPr lang="en-GB" sz="4400" b="0" i="0" dirty="0">
                <a:solidFill>
                  <a:srgbClr val="00A3E0"/>
                </a:solidFill>
                <a:effectLst/>
                <a:latin typeface="akagi_probook"/>
              </a:rPr>
              <a:t>What A Friend We Have In Jesus</a:t>
            </a:r>
          </a:p>
          <a:p>
            <a:br>
              <a:rPr lang="en-GB" sz="1200" dirty="0">
                <a:solidFill>
                  <a:schemeClr val="bg1"/>
                </a:solidFill>
              </a:rPr>
            </a:br>
            <a:br>
              <a:rPr lang="en-GB" sz="1200" dirty="0">
                <a:solidFill>
                  <a:schemeClr val="bg1"/>
                </a:solidFill>
              </a:rPr>
            </a:br>
            <a:r>
              <a:rPr lang="en-GB" sz="1200" dirty="0">
                <a:solidFill>
                  <a:schemeClr val="bg1"/>
                </a:solidFill>
              </a:rPr>
              <a:t>CCLI Song # 7206913</a:t>
            </a:r>
          </a:p>
          <a:p>
            <a:r>
              <a:rPr lang="en-GB" sz="1200" dirty="0">
                <a:solidFill>
                  <a:schemeClr val="bg1"/>
                </a:solidFill>
              </a:rPr>
              <a:t>Charles Crozat Converse | Joseph Medlicott Scriven | Paul Baloche</a:t>
            </a:r>
          </a:p>
          <a:p>
            <a:r>
              <a:rPr lang="en-GB" sz="1200" dirty="0">
                <a:solidFill>
                  <a:schemeClr val="bg1"/>
                </a:solidFill>
              </a:rPr>
              <a:t>© Words: Public Domain; Music: Integrity Worship Music; </a:t>
            </a:r>
            <a:r>
              <a:rPr lang="en-GB" sz="1200" dirty="0" err="1">
                <a:solidFill>
                  <a:schemeClr val="bg1"/>
                </a:solidFill>
              </a:rPr>
              <a:t>Leadworship</a:t>
            </a:r>
            <a:r>
              <a:rPr lang="en-GB" sz="1200" dirty="0">
                <a:solidFill>
                  <a:schemeClr val="bg1"/>
                </a:solidFill>
              </a:rPr>
              <a:t> Songs</a:t>
            </a:r>
          </a:p>
          <a:p>
            <a:r>
              <a:rPr lang="en-GB" sz="1200" dirty="0">
                <a:solidFill>
                  <a:schemeClr val="bg1"/>
                </a:solidFill>
              </a:rPr>
              <a:t>For use solely with the </a:t>
            </a:r>
            <a:r>
              <a:rPr lang="en-GB" sz="1200" dirty="0" err="1">
                <a:solidFill>
                  <a:schemeClr val="bg1"/>
                </a:solidFill>
              </a:rPr>
              <a:t>SongSelect</a:t>
            </a:r>
            <a:r>
              <a:rPr lang="en-GB" sz="1200" dirty="0">
                <a:solidFill>
                  <a:schemeClr val="bg1"/>
                </a:solidFill>
              </a:rPr>
              <a:t>® Terms of Use. All rights reserved. www.ccli.com</a:t>
            </a:r>
          </a:p>
          <a:p>
            <a:r>
              <a:rPr lang="en-GB" sz="1200" dirty="0">
                <a:solidFill>
                  <a:schemeClr val="bg1"/>
                </a:solidFill>
              </a:rPr>
              <a:t>CCLI Licence No. 33265</a:t>
            </a:r>
          </a:p>
        </p:txBody>
      </p:sp>
    </p:spTree>
    <p:extLst>
      <p:ext uri="{BB962C8B-B14F-4D97-AF65-F5344CB8AC3E}">
        <p14:creationId xmlns:p14="http://schemas.microsoft.com/office/powerpoint/2010/main" val="19664208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836712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What a friend we have in Jesus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our sins and griefs to bear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What a privilege to carry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Everything to God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what peace we often forfeit</a:t>
            </a:r>
          </a:p>
          <a:p>
            <a:r>
              <a:rPr lang="en-GB" sz="3600" dirty="0">
                <a:solidFill>
                  <a:schemeClr val="bg1"/>
                </a:solidFill>
              </a:rPr>
              <a:t>O what needless pain we bear</a:t>
            </a:r>
          </a:p>
          <a:p>
            <a:r>
              <a:rPr lang="en-GB" sz="3600" dirty="0">
                <a:solidFill>
                  <a:schemeClr val="bg1"/>
                </a:solidFill>
              </a:rPr>
              <a:t>All because we do not carry</a:t>
            </a:r>
          </a:p>
          <a:p>
            <a:r>
              <a:rPr lang="en-GB" sz="3600" dirty="0">
                <a:solidFill>
                  <a:schemeClr val="bg1"/>
                </a:solidFill>
              </a:rPr>
              <a:t>Everything to God in prayer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48674753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Have we trials and temptations</a:t>
            </a:r>
          </a:p>
          <a:p>
            <a:r>
              <a:rPr lang="en-GB" sz="3600" dirty="0">
                <a:solidFill>
                  <a:schemeClr val="bg1"/>
                </a:solidFill>
              </a:rPr>
              <a:t>Is there trouble anywhere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We should never be discouraged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Can we find a friend so faithful</a:t>
            </a:r>
          </a:p>
          <a:p>
            <a:r>
              <a:rPr lang="en-GB" sz="3600" dirty="0">
                <a:solidFill>
                  <a:schemeClr val="bg1"/>
                </a:solidFill>
              </a:rPr>
              <a:t>Who will all our sorrows share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Jesus knows our every weakness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36509513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764704"/>
            <a:ext cx="8640960" cy="6480720"/>
          </a:xfrm>
        </p:spPr>
        <p:txBody>
          <a:bodyPr>
            <a:noAutofit/>
          </a:bodyPr>
          <a:lstStyle/>
          <a:p>
            <a:r>
              <a:rPr lang="en-GB" sz="3600" dirty="0">
                <a:solidFill>
                  <a:schemeClr val="bg1"/>
                </a:solidFill>
              </a:rPr>
              <a:t>Are we weak and heavy laden</a:t>
            </a:r>
          </a:p>
          <a:p>
            <a:r>
              <a:rPr lang="en-GB" sz="3600" dirty="0">
                <a:solidFill>
                  <a:schemeClr val="bg1"/>
                </a:solidFill>
              </a:rPr>
              <a:t>Cumbered with a load of care</a:t>
            </a:r>
          </a:p>
          <a:p>
            <a:r>
              <a:rPr lang="en-GB" sz="3600" dirty="0">
                <a:solidFill>
                  <a:schemeClr val="bg1"/>
                </a:solidFill>
              </a:rPr>
              <a:t>Precious Savior still our refuge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Do thy friends despise forsake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Take it to the Lord in prayer</a:t>
            </a:r>
          </a:p>
          <a:p>
            <a:r>
              <a:rPr lang="en-GB" sz="3600" dirty="0">
                <a:solidFill>
                  <a:schemeClr val="bg1"/>
                </a:solidFill>
              </a:rPr>
              <a:t>In His arms He'll take and shield thee</a:t>
            </a:r>
          </a:p>
          <a:p>
            <a:r>
              <a:rPr lang="en-GB" sz="3600" dirty="0">
                <a:solidFill>
                  <a:schemeClr val="bg1"/>
                </a:solidFill>
              </a:rPr>
              <a:t>Thou wilt find a solace there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9729" y="0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28785980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06D2A-5E68-F15C-89E4-2DBC4F4793A3}"/>
              </a:ext>
            </a:extLst>
          </p:cNvPr>
          <p:cNvSpPr txBox="1">
            <a:spLocks/>
          </p:cNvSpPr>
          <p:nvPr/>
        </p:nvSpPr>
        <p:spPr bwMode="auto">
          <a:xfrm>
            <a:off x="457200" y="836712"/>
            <a:ext cx="8229600" cy="489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ckwell"/>
              <a:ea typeface="+mj-ea"/>
              <a:cs typeface="+mj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C6AC8B-4AF1-9B45-6683-F14ED4AE0E1F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2 Corinthians 14</a:t>
            </a:r>
            <a:br>
              <a:rPr lang="en-GB" dirty="0">
                <a:solidFill>
                  <a:schemeClr val="bg1"/>
                </a:solidFill>
              </a:rPr>
            </a:b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May the grace of the Lord Jesus Christ, and the love of God, and the fellowship of the Holy Spirit be with us all.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And….</a:t>
            </a:r>
          </a:p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Surely goodness and mercy shall follow us all the days of our lives, and we shall dwell in the house of the Lord forever.</a:t>
            </a:r>
          </a:p>
        </p:txBody>
      </p:sp>
    </p:spTree>
    <p:extLst>
      <p:ext uri="{BB962C8B-B14F-4D97-AF65-F5344CB8AC3E}">
        <p14:creationId xmlns:p14="http://schemas.microsoft.com/office/powerpoint/2010/main" val="39747127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79A194A-DD04-B8BB-F5E2-C52C9DD327EA}"/>
              </a:ext>
            </a:extLst>
          </p:cNvPr>
          <p:cNvSpPr txBox="1">
            <a:spLocks/>
          </p:cNvSpPr>
          <p:nvPr/>
        </p:nvSpPr>
        <p:spPr bwMode="auto">
          <a:xfrm>
            <a:off x="323528" y="116632"/>
            <a:ext cx="8229600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3200" kern="1200">
                <a:solidFill>
                  <a:srgbClr val="58595B"/>
                </a:solidFill>
                <a:latin typeface="Rockwell"/>
                <a:ea typeface="+mj-ea"/>
                <a:cs typeface="+mj-cs"/>
              </a:defRPr>
            </a:lvl1pPr>
            <a:lvl2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2pPr>
            <a:lvl3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3pPr>
            <a:lvl4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4pPr>
            <a:lvl5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5pPr>
            <a:lvl6pPr marL="4572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6pPr>
            <a:lvl7pPr marL="9144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7pPr>
            <a:lvl8pPr marL="13716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8pPr>
            <a:lvl9pPr marL="1828800"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58595B"/>
                </a:solidFill>
                <a:latin typeface="Rockwell" panose="02060603020205020403" pitchFamily="18" charset="0"/>
              </a:defRPr>
            </a:lvl9pPr>
          </a:lstStyle>
          <a:p>
            <a:pPr lvl="0" algn="ctr">
              <a:defRPr/>
            </a:pPr>
            <a:r>
              <a:rPr lang="en-GB" dirty="0">
                <a:solidFill>
                  <a:schemeClr val="bg1"/>
                </a:solidFill>
              </a:rPr>
              <a:t>Amen!</a:t>
            </a:r>
          </a:p>
        </p:txBody>
      </p:sp>
    </p:spTree>
    <p:extLst>
      <p:ext uri="{BB962C8B-B14F-4D97-AF65-F5344CB8AC3E}">
        <p14:creationId xmlns:p14="http://schemas.microsoft.com/office/powerpoint/2010/main" val="160682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ngs_2024-09-29" id="{AE33A1CF-5A6E-9A45-939B-9BEFB8807446}" vid="{DFD4CA98-726C-574E-9379-F8F810DB23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8474</TotalTime>
  <Words>1633</Words>
  <Application>Microsoft Office PowerPoint</Application>
  <PresentationFormat>On-screen Show (4:3)</PresentationFormat>
  <Paragraphs>286</Paragraphs>
  <Slides>61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akagi_probook</vt:lpstr>
      <vt:lpstr>Amatic SC</vt:lpstr>
      <vt:lpstr>Arial</vt:lpstr>
      <vt:lpstr>Calibri</vt:lpstr>
      <vt:lpstr>Rockwell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Florence Olajide</dc:creator>
  <cp:lastModifiedBy>Dele Olajide</cp:lastModifiedBy>
  <cp:revision>390</cp:revision>
  <dcterms:created xsi:type="dcterms:W3CDTF">2024-09-27T16:56:29Z</dcterms:created>
  <dcterms:modified xsi:type="dcterms:W3CDTF">2026-10-05T13:07:27Z</dcterms:modified>
</cp:coreProperties>
</file>