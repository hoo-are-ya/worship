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950" r:id="rId2"/>
    <p:sldId id="1526" r:id="rId3"/>
    <p:sldId id="465" r:id="rId4"/>
    <p:sldId id="466" r:id="rId5"/>
    <p:sldId id="467" r:id="rId6"/>
    <p:sldId id="475" r:id="rId7"/>
    <p:sldId id="474" r:id="rId8"/>
    <p:sldId id="476" r:id="rId9"/>
    <p:sldId id="518" r:id="rId10"/>
    <p:sldId id="521" r:id="rId11"/>
    <p:sldId id="522" r:id="rId12"/>
    <p:sldId id="523" r:id="rId13"/>
    <p:sldId id="525" r:id="rId14"/>
    <p:sldId id="526" r:id="rId15"/>
    <p:sldId id="532" r:id="rId16"/>
    <p:sldId id="527" r:id="rId17"/>
    <p:sldId id="528" r:id="rId18"/>
    <p:sldId id="529" r:id="rId19"/>
    <p:sldId id="530" r:id="rId20"/>
    <p:sldId id="1594" r:id="rId21"/>
    <p:sldId id="610" r:id="rId22"/>
    <p:sldId id="1025" r:id="rId23"/>
    <p:sldId id="1298" r:id="rId24"/>
    <p:sldId id="611" r:id="rId25"/>
    <p:sldId id="1299" r:id="rId26"/>
    <p:sldId id="1030" r:id="rId27"/>
    <p:sldId id="1300" r:id="rId28"/>
    <p:sldId id="1617" r:id="rId29"/>
    <p:sldId id="438" r:id="rId30"/>
    <p:sldId id="439" r:id="rId31"/>
    <p:sldId id="1343" r:id="rId32"/>
    <p:sldId id="440" r:id="rId33"/>
    <p:sldId id="441" r:id="rId34"/>
    <p:sldId id="1342" r:id="rId35"/>
    <p:sldId id="442" r:id="rId36"/>
    <p:sldId id="443" r:id="rId37"/>
    <p:sldId id="444" r:id="rId38"/>
    <p:sldId id="1610" r:id="rId39"/>
    <p:sldId id="954" r:id="rId40"/>
    <p:sldId id="1511" r:id="rId41"/>
    <p:sldId id="1411" r:id="rId42"/>
    <p:sldId id="1408" r:id="rId43"/>
    <p:sldId id="1410" r:id="rId44"/>
    <p:sldId id="1281" r:id="rId45"/>
    <p:sldId id="1339" r:id="rId46"/>
    <p:sldId id="709" r:id="rId47"/>
    <p:sldId id="710" r:id="rId48"/>
    <p:sldId id="711" r:id="rId49"/>
    <p:sldId id="712" r:id="rId50"/>
    <p:sldId id="450" r:id="rId51"/>
    <p:sldId id="1621" r:id="rId52"/>
    <p:sldId id="1622" r:id="rId53"/>
    <p:sldId id="946" r:id="rId54"/>
    <p:sldId id="1578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65"/>
            <p14:sldId id="466"/>
            <p14:sldId id="467"/>
            <p14:sldId id="475"/>
            <p14:sldId id="474"/>
            <p14:sldId id="476"/>
            <p14:sldId id="518"/>
            <p14:sldId id="521"/>
            <p14:sldId id="522"/>
            <p14:sldId id="523"/>
            <p14:sldId id="525"/>
            <p14:sldId id="526"/>
            <p14:sldId id="532"/>
            <p14:sldId id="527"/>
            <p14:sldId id="528"/>
            <p14:sldId id="529"/>
            <p14:sldId id="530"/>
            <p14:sldId id="1594"/>
            <p14:sldId id="610"/>
            <p14:sldId id="1025"/>
            <p14:sldId id="1298"/>
            <p14:sldId id="611"/>
            <p14:sldId id="1299"/>
            <p14:sldId id="1030"/>
            <p14:sldId id="1300"/>
            <p14:sldId id="1617"/>
            <p14:sldId id="438"/>
            <p14:sldId id="439"/>
            <p14:sldId id="1343"/>
            <p14:sldId id="440"/>
            <p14:sldId id="441"/>
            <p14:sldId id="1342"/>
            <p14:sldId id="442"/>
            <p14:sldId id="443"/>
            <p14:sldId id="444"/>
            <p14:sldId id="1610"/>
            <p14:sldId id="954"/>
            <p14:sldId id="1511"/>
            <p14:sldId id="1411"/>
            <p14:sldId id="1408"/>
            <p14:sldId id="1410"/>
            <p14:sldId id="1281"/>
            <p14:sldId id="1339"/>
            <p14:sldId id="709"/>
            <p14:sldId id="710"/>
            <p14:sldId id="711"/>
            <p14:sldId id="712"/>
            <p14:sldId id="450"/>
            <p14:sldId id="1621"/>
            <p14:sldId id="1622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91" d="100"/>
          <a:sy n="91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168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5A52-0DE2-80F1-1DDD-3C22C6EA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D23EF-9F6C-E0A4-7EF2-8797229A0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0D4EF-FEC3-05D3-023F-92095422D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D47C7-7014-FB05-51C3-10723A2E1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535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03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C521-7081-5DA1-AC5F-F2700623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1D8-3EAC-1197-A01C-F1E114375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074-3F10-ADC5-8AB5-460AEF44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B6D-52FD-D974-BB68-0A20D5DA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741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6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September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 reach Up High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1075387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Judy Bailey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1993 Song Solutions Daybreak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3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34863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I'll do anything just for my God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done </a:t>
            </a:r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doesn't matter who is looking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is the person that I want to please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42401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D91A-DFDD-48AC-0F00-213B2FF2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2F09A0-5E24-0651-30E4-786C052C8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2E214-951C-FED2-A2CF-07F17381583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99141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my whole life be a song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worship God in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this song the actions praise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my actions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day to do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24289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5E1C-C6D9-FDE5-7657-AF1C5BFD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65DCCB-489A-5614-E889-5897AEB04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8AAA2-1D7A-38CB-01BC-7843C494E6E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74866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Praise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7213077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Brandon Lake </a:t>
            </a:r>
            <a:r>
              <a:rPr lang="en-GB" sz="1200" dirty="0" err="1">
                <a:solidFill>
                  <a:schemeClr val="bg1"/>
                </a:solidFill>
              </a:rPr>
              <a:t>MusicFor</a:t>
            </a:r>
            <a:r>
              <a:rPr lang="en-GB" sz="1200" dirty="0">
                <a:solidFill>
                  <a:schemeClr val="bg1"/>
                </a:solidFill>
              </a:rPr>
              <a:t> Humans </a:t>
            </a:r>
            <a:r>
              <a:rPr lang="en-GB" sz="1200" dirty="0" err="1">
                <a:solidFill>
                  <a:schemeClr val="bg1"/>
                </a:solidFill>
              </a:rPr>
              <a:t>PublishingMaverick</a:t>
            </a:r>
            <a:r>
              <a:rPr lang="en-GB" sz="1200" dirty="0">
                <a:solidFill>
                  <a:schemeClr val="bg1"/>
                </a:solidFill>
              </a:rPr>
              <a:t> City </a:t>
            </a:r>
            <a:r>
              <a:rPr lang="en-GB" sz="1200" dirty="0" err="1">
                <a:solidFill>
                  <a:schemeClr val="bg1"/>
                </a:solidFill>
              </a:rPr>
              <a:t>PublishingCapitol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GenesisCapitol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ParagonHousefires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SoundsWriter's</a:t>
            </a:r>
            <a:r>
              <a:rPr lang="en-GB" sz="1200" dirty="0">
                <a:solidFill>
                  <a:schemeClr val="bg1"/>
                </a:solidFill>
              </a:rPr>
              <a:t> Roof </a:t>
            </a:r>
            <a:r>
              <a:rPr lang="en-GB" sz="1200" dirty="0" err="1">
                <a:solidFill>
                  <a:schemeClr val="bg1"/>
                </a:solidFill>
              </a:rPr>
              <a:t>PublishingMusic</a:t>
            </a:r>
            <a:r>
              <a:rPr lang="en-GB" sz="1200" dirty="0">
                <a:solidFill>
                  <a:schemeClr val="bg1"/>
                </a:solidFill>
              </a:rPr>
              <a:t> by Elevation Worship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Note: Reproduction of this sheet music requires a CCLI Music Reproduction Licence. Please report all copies.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in the valley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on the mountain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when I’m sure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when I’m doubting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118027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when outnumbered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when surrounded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praise is the water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enemies drown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209865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I’ve got a reason to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338029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when I feel it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I’ll praise when I don’t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I know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still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49304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my praise is a weapon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It’s more than a sound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praise is the shout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That brings Jericho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214334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I’ve got a reason to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2606885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612916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sovereign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 reign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 rose and defeated the grave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faithful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true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there’s nobody greater than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71727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3699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3928456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5391" y="0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 0/10</a:t>
            </a:r>
          </a:p>
        </p:txBody>
      </p:sp>
    </p:spTree>
    <p:extLst>
      <p:ext uri="{BB962C8B-B14F-4D97-AF65-F5344CB8AC3E}">
        <p14:creationId xmlns:p14="http://schemas.microsoft.com/office/powerpoint/2010/main" val="314717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Christ is Enough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6514035</a:t>
            </a:r>
          </a:p>
          <a:p>
            <a:r>
              <a:rPr lang="en-GB" sz="1200" dirty="0">
                <a:solidFill>
                  <a:schemeClr val="bg1"/>
                </a:solidFill>
              </a:rPr>
              <a:t>Jonas </a:t>
            </a:r>
            <a:r>
              <a:rPr lang="en-GB" sz="1200" dirty="0" err="1">
                <a:solidFill>
                  <a:schemeClr val="bg1"/>
                </a:solidFill>
              </a:rPr>
              <a:t>Myrin</a:t>
            </a:r>
            <a:r>
              <a:rPr lang="en-GB" sz="1200" dirty="0">
                <a:solidFill>
                  <a:schemeClr val="bg1"/>
                </a:solidFill>
              </a:rPr>
              <a:t> | Reuben Morgan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2012 Hillsong MP Songs; Hillsong Music Publishing Australia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License # 33265</a:t>
            </a:r>
          </a:p>
        </p:txBody>
      </p:sp>
    </p:spTree>
    <p:extLst>
      <p:ext uri="{BB962C8B-B14F-4D97-AF65-F5344CB8AC3E}">
        <p14:creationId xmlns:p14="http://schemas.microsoft.com/office/powerpoint/2010/main" val="361992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my reward and all of my devotion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there's nothing in this world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That could ever satisfy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Through every trial my soul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I've been set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092947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4188872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my all in all the joy of my salvation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this hope will never fail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Heaven is our home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Through every storm my soul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is here to God be the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538111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AC17-E0C2-C69C-68E8-97DDDD70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D6EC1E-E82B-2F23-B197-9B4AB0582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92C75-7E50-5207-3A75-6CF2EEBBB4A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902928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have decided to follow Jesus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no turning back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The cross before me the world behind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no turning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9825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EAD3-2378-8003-327E-BE191CBC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21BA0E-E5AD-D347-8EE8-8324DA926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7D28C-A96D-0FCF-28AD-CC7158B3736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620817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A497-527F-58B5-F7D6-7640EE8C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90B3-2A8B-B96D-21A3-EF89AB2FC21F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BCCF55-083E-5D79-75DA-92B3FC963262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F9091-EB2D-FF22-0061-F15FFC39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6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7200" dirty="0">
              <a:solidFill>
                <a:schemeClr val="bg1"/>
              </a:solidFill>
            </a:endParaRPr>
          </a:p>
          <a:p>
            <a:r>
              <a:rPr lang="en-GB" sz="7200" dirty="0">
                <a:solidFill>
                  <a:schemeClr val="bg1"/>
                </a:solidFill>
              </a:rPr>
              <a:t>Trust In God</a:t>
            </a:r>
          </a:p>
          <a:p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CCLI Song # 7206001</a:t>
            </a:r>
          </a:p>
          <a:p>
            <a:r>
              <a:rPr lang="en-GB" sz="1200" dirty="0"/>
              <a:t>Brandon Lake | Chris Brown | Mitch Wong | Steven Furtick</a:t>
            </a:r>
          </a:p>
          <a:p>
            <a:r>
              <a:rPr lang="en-GB" sz="1200" dirty="0"/>
              <a:t>© Brandon Lake Music; Music by Elevation Worship Publishing; A Wong Made Write Publishing; Integrity's Praise! Music</a:t>
            </a:r>
          </a:p>
          <a:p>
            <a:r>
              <a:rPr lang="en-GB" sz="1200" dirty="0"/>
              <a:t>For use solely with the </a:t>
            </a:r>
            <a:r>
              <a:rPr lang="en-GB" sz="1200" dirty="0" err="1"/>
              <a:t>SongSelect</a:t>
            </a:r>
            <a:r>
              <a:rPr lang="en-GB" sz="1200" dirty="0"/>
              <a:t>® Terms of Use. All rights reserved. www.ccli.com</a:t>
            </a:r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assurance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is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been my fourth man in the fire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Time after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FFE9-9AF6-3520-1693-6B1BF42B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0C42EE-321D-0919-D41A-964E8A3F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Born of His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Washed in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what He did for me on Calvary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more than enough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22E81-4DF9-D930-DE65-DDEF6FD6BCE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258070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895982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Perfect submission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is at rest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know the author of tomorrow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Has ordered my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672049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0B34-9597-ACF0-CF9F-08F30677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B2D613-8D85-57A9-1F8C-1FA28D183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So this is my story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I’m praising my risen King and Savior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day 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75606-26C6-5CDF-2B12-8034AD61544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3278717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340523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sought the Lord and 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heard and He answered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(X3)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That’s why I trust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That’s why (I trust Him)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75743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27027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5335-480E-0963-14B6-61BC7C3D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EEB7-507D-DEF1-8407-2F36ADB946B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A1BBC5-8814-BF8C-9D48-4079547A26BD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081DA-A487-E35F-C866-D466ECF4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45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9AFE2-1BF7-7D3C-A093-C9C8FAF2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In Christ Alone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3350395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Keith Getty | Stuart Townend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2001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07317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8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Christ alone my hope is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my light my strength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Cornerstone this solid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Firm through the fiercest drought and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heights of love what depths of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fears are stilled when strivings cease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Comforter my All in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love of Christ I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2035287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Christ alone who took on flesh</a:t>
            </a:r>
          </a:p>
          <a:p>
            <a:r>
              <a:rPr lang="en-GB" sz="3600" dirty="0">
                <a:solidFill>
                  <a:schemeClr val="bg1"/>
                </a:solidFill>
              </a:rPr>
              <a:t>Fullness of God in helpless babe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gift of love and righteousness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Scorned by the ones He came to save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on that cross as Jesus died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wrath of God was satisfied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every sin on Him was laid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death of Christ I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288803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in the ground His body lay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 of the world by darkness slain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bursting forth in glorious Day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 from the grave He rose again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as He stands in victory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Sin's curse has lost its grip on me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 am His and He is mine</a:t>
            </a:r>
          </a:p>
          <a:p>
            <a:r>
              <a:rPr lang="en-GB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Bought with the precious blood of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005588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 guilt in life no fear in death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the power of Christ 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life's first cry to final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commands my destiny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power of hell no scheme of man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ever pluck me from His hand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He returns or calls me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power of Christ I'll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4164038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9154-2534-35FC-2B4E-1AC32553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D48AB-D6FE-2F02-4592-F627B866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‘ve found my strength, I ‘ve found my hope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‘ve found my help in Christ Alone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When fear assails, when darkness falls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find my peace, in Christ alone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I give my life, I give my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sing this song, to Christ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 The King of kings, the Lord of lords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heaven sings, to Christ alone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9D18E-F063-C6B1-DE63-EAD8E99720F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2082889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ACE6-1F3C-4951-C397-462D27AB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5796B6-ACF8-E0BC-5981-7672ED5EB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Till He returns or calls me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power of Christ I'll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in the power of Christ we stand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650E1-CD3C-07DC-D811-0B318826DD1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2526319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8119</TotalTime>
  <Words>1497</Words>
  <Application>Microsoft Office PowerPoint</Application>
  <PresentationFormat>On-screen Show (4:3)</PresentationFormat>
  <Paragraphs>270</Paragraphs>
  <Slides>54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369</cp:revision>
  <dcterms:created xsi:type="dcterms:W3CDTF">2024-09-27T16:56:29Z</dcterms:created>
  <dcterms:modified xsi:type="dcterms:W3CDTF">2026-09-05T09:07:28Z</dcterms:modified>
</cp:coreProperties>
</file>