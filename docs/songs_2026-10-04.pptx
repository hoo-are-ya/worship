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950" r:id="rId2"/>
    <p:sldId id="1526" r:id="rId3"/>
    <p:sldId id="460" r:id="rId4"/>
    <p:sldId id="477" r:id="rId5"/>
    <p:sldId id="478" r:id="rId6"/>
    <p:sldId id="545" r:id="rId7"/>
    <p:sldId id="546" r:id="rId8"/>
    <p:sldId id="1373" r:id="rId9"/>
    <p:sldId id="547" r:id="rId10"/>
    <p:sldId id="548" r:id="rId11"/>
    <p:sldId id="1374" r:id="rId12"/>
    <p:sldId id="552" r:id="rId13"/>
    <p:sldId id="549" r:id="rId14"/>
    <p:sldId id="550" r:id="rId15"/>
    <p:sldId id="553" r:id="rId16"/>
    <p:sldId id="551" r:id="rId17"/>
    <p:sldId id="1594" r:id="rId18"/>
    <p:sldId id="518" r:id="rId19"/>
    <p:sldId id="520" r:id="rId20"/>
    <p:sldId id="521" r:id="rId21"/>
    <p:sldId id="522" r:id="rId22"/>
    <p:sldId id="1487" r:id="rId23"/>
    <p:sldId id="523" r:id="rId24"/>
    <p:sldId id="1486" r:id="rId25"/>
    <p:sldId id="1635" r:id="rId26"/>
    <p:sldId id="1636" r:id="rId27"/>
    <p:sldId id="1637" r:id="rId28"/>
    <p:sldId id="1638" r:id="rId29"/>
    <p:sldId id="1639" r:id="rId30"/>
    <p:sldId id="642" r:id="rId31"/>
    <p:sldId id="643" r:id="rId32"/>
    <p:sldId id="644" r:id="rId33"/>
    <p:sldId id="645" r:id="rId34"/>
    <p:sldId id="954" r:id="rId35"/>
    <p:sldId id="1511" r:id="rId36"/>
    <p:sldId id="1411" r:id="rId37"/>
    <p:sldId id="1408" r:id="rId38"/>
    <p:sldId id="1632" r:id="rId39"/>
    <p:sldId id="1633" r:id="rId40"/>
    <p:sldId id="1410" r:id="rId41"/>
    <p:sldId id="1281" r:id="rId42"/>
    <p:sldId id="1339" r:id="rId43"/>
    <p:sldId id="946" r:id="rId44"/>
    <p:sldId id="1578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460"/>
            <p14:sldId id="477"/>
            <p14:sldId id="478"/>
            <p14:sldId id="545"/>
            <p14:sldId id="546"/>
            <p14:sldId id="1373"/>
            <p14:sldId id="547"/>
            <p14:sldId id="548"/>
            <p14:sldId id="1374"/>
            <p14:sldId id="552"/>
            <p14:sldId id="549"/>
            <p14:sldId id="550"/>
            <p14:sldId id="553"/>
            <p14:sldId id="551"/>
            <p14:sldId id="1594"/>
            <p14:sldId id="518"/>
            <p14:sldId id="520"/>
            <p14:sldId id="521"/>
            <p14:sldId id="522"/>
            <p14:sldId id="1487"/>
            <p14:sldId id="523"/>
            <p14:sldId id="1486"/>
            <p14:sldId id="1635"/>
            <p14:sldId id="1636"/>
            <p14:sldId id="1637"/>
            <p14:sldId id="1638"/>
            <p14:sldId id="1639"/>
            <p14:sldId id="642"/>
            <p14:sldId id="643"/>
            <p14:sldId id="644"/>
            <p14:sldId id="645"/>
            <p14:sldId id="954"/>
            <p14:sldId id="1511"/>
            <p14:sldId id="1411"/>
            <p14:sldId id="1408"/>
            <p14:sldId id="1632"/>
            <p14:sldId id="1633"/>
            <p14:sldId id="1410"/>
            <p14:sldId id="1281"/>
            <p14:sldId id="1339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4" autoAdjust="0"/>
    <p:restoredTop sz="82242" autoAdjust="0"/>
  </p:normalViewPr>
  <p:slideViewPr>
    <p:cSldViewPr>
      <p:cViewPr varScale="1">
        <p:scale>
          <a:sx n="91" d="100"/>
          <a:sy n="91" d="100"/>
        </p:scale>
        <p:origin x="1458" y="78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F0D9-A4CB-49D5-85A7-5D98D258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7DB45-56F3-C825-A12E-999DEA3EF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878AC-B62E-BCEE-3481-4B37CB363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FFECA-8E1C-0028-5B82-4B41F4172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566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4</a:t>
            </a:r>
            <a:r>
              <a:rPr lang="en-US" sz="2400" baseline="30000" dirty="0">
                <a:solidFill>
                  <a:schemeClr val="bg1"/>
                </a:solidFill>
              </a:rPr>
              <a:t>th</a:t>
            </a:r>
            <a:r>
              <a:rPr lang="en-US" sz="2400" dirty="0">
                <a:solidFill>
                  <a:schemeClr val="bg1"/>
                </a:solidFill>
              </a:rPr>
              <a:t> October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9600" dirty="0"/>
          </a:p>
          <a:p>
            <a:r>
              <a:rPr lang="en-GB" sz="9600" dirty="0">
                <a:solidFill>
                  <a:schemeClr val="bg1"/>
                </a:solidFill>
              </a:rPr>
              <a:t>Great Big God</a:t>
            </a:r>
            <a:br>
              <a:rPr lang="en-GB" sz="9600" dirty="0">
                <a:solidFill>
                  <a:schemeClr val="bg1"/>
                </a:solidFill>
              </a:rPr>
            </a:br>
            <a:endParaRPr lang="en-GB" sz="1200" dirty="0"/>
          </a:p>
          <a:p>
            <a:r>
              <a:rPr lang="en-GB" sz="1200" dirty="0">
                <a:solidFill>
                  <a:schemeClr val="bg1"/>
                </a:solidFill>
              </a:rPr>
              <a:t>CCLI Song # 3373437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Jo Hemming | Nigel Hemming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2001 Vineyard Songs (UK/Eire)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Our God is a great big God</a:t>
            </a:r>
          </a:p>
          <a:p>
            <a:r>
              <a:rPr lang="en-GB" sz="4400" dirty="0">
                <a:solidFill>
                  <a:schemeClr val="bg1"/>
                </a:solidFill>
              </a:rPr>
              <a:t>Our God is a great big God</a:t>
            </a:r>
          </a:p>
          <a:p>
            <a:r>
              <a:rPr lang="en-GB" sz="4400" dirty="0">
                <a:solidFill>
                  <a:schemeClr val="bg1"/>
                </a:solidFill>
              </a:rPr>
              <a:t>Our God is a great big God</a:t>
            </a:r>
          </a:p>
          <a:p>
            <a:r>
              <a:rPr lang="en-GB" sz="4400" dirty="0">
                <a:solidFill>
                  <a:schemeClr val="bg1"/>
                </a:solidFill>
              </a:rPr>
              <a:t>And He holds us in His hands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620815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He's higher than a skyscraper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And He's deeper than a submarine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He's wider than the universe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And beyond my wildest dreams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And He's known me and He's loved me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Since before the world began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How wonderful to be a part of</a:t>
            </a:r>
          </a:p>
          <a:p>
            <a:pPr>
              <a:spcBef>
                <a:spcPts val="0"/>
              </a:spcBef>
            </a:pPr>
            <a:r>
              <a:rPr lang="en-GB" sz="4200" dirty="0">
                <a:solidFill>
                  <a:schemeClr val="bg1"/>
                </a:solidFill>
              </a:rPr>
              <a:t>God's amazing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2825452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endParaRPr lang="en-GB" sz="5400" b="0" i="0" dirty="0">
              <a:solidFill>
                <a:schemeClr val="bg1"/>
              </a:solidFill>
              <a:effectLst/>
              <a:latin typeface="akagi_probook"/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Thanksgiving</a:t>
            </a:r>
          </a:p>
          <a:p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Song # 7199589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Nick Herbert | Taku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Mudere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 | Zo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Chilengwe</a:t>
            </a:r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© Capitol CMG Genesis; Safe and Sound Music; Remaining portion is unaffiliated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274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Enter in (Enter in)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courts with praise (His courts with praise)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 (To be praised)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20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3954137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9DD7-B2B7-34A7-A5B8-EAF1715F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C4FFBF-DCE6-E5A1-C361-22E248E40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Enter in (Enter in)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courts with praise (His courts with praise)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BFF33-1B50-1A18-6F77-6FA2008844EA}"/>
              </a:ext>
            </a:extLst>
          </p:cNvPr>
          <p:cNvSpPr txBox="1"/>
          <p:nvPr/>
        </p:nvSpPr>
        <p:spPr>
          <a:xfrm>
            <a:off x="8316416" y="3433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313103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9D591-AE3A-2618-1CD7-2DC64310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EB5AEE-0DF1-B4F6-151C-93F774862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D0EAE-F0CA-2A45-29DA-0790DB8B210A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1291426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F335C-AEE2-4CC7-9C26-BD7B43C6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8DC42F-7799-DAE4-6F0C-1323E8730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Magnify (Magnify)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Holy Name (His Holy Name)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(For 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 (To be praised)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542DD-D8C0-735A-9FE5-0F850BBDC1EC}"/>
              </a:ext>
            </a:extLst>
          </p:cNvPr>
          <p:cNvSpPr txBox="1"/>
          <p:nvPr/>
        </p:nvSpPr>
        <p:spPr>
          <a:xfrm>
            <a:off x="8264884" y="-14818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1756858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C4FD-CC2D-2962-0618-F531E806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5B6EF0-9D08-FD59-927E-A98110967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Magnify (Magnify)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Holy Name (His Holy Name)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(For 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F180A-F50C-F047-FA28-D8A0F38D8779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024228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3BF4A-7A19-DF6B-3E5B-EDB06679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EBF80F-BD2D-4504-FDA6-86A0FFB9D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3B8D22-9B6A-3AB7-A6E5-2A2B516F6DDE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1129505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8001D-BEFE-BD02-199A-A335574E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7B5509-E76C-AC17-1523-0E59B0733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Even if the rocks cry 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drown them 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 a louder shout of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Even when the battles roar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praise You Lord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You are always worthy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1AA6E-5855-5DDA-44D4-8AC95B35777E}"/>
              </a:ext>
            </a:extLst>
          </p:cNvPr>
          <p:cNvSpPr txBox="1"/>
          <p:nvPr/>
        </p:nvSpPr>
        <p:spPr>
          <a:xfrm>
            <a:off x="824545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428902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56F3-19A2-F7FA-AEDD-C14F1944B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1A404C-0957-C0C6-585D-5F251D803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of honour and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sing it again and again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97D06-1EC4-A4ED-DB40-F764385EF716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057781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7FA56-D776-348E-C764-4CAC2F978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9EF33B-0154-B876-9B16-4EAF4DAF2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7DE05-4DE3-0C2F-7587-2B9FFC6018D6}"/>
              </a:ext>
            </a:extLst>
          </p:cNvPr>
          <p:cNvSpPr txBox="1"/>
          <p:nvPr/>
        </p:nvSpPr>
        <p:spPr>
          <a:xfrm>
            <a:off x="8240938" y="-18246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834232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12D6-DA77-3F5E-9230-3425426BD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B8B34-392C-7381-6603-E09FF492C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158C1-5657-BE41-3CAD-B65F60D108E4}"/>
              </a:ext>
            </a:extLst>
          </p:cNvPr>
          <p:cNvSpPr txBox="1"/>
          <p:nvPr/>
        </p:nvSpPr>
        <p:spPr>
          <a:xfrm>
            <a:off x="8231693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4107917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Your Love Never Fails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5337172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Anthony Skinner | Chris </a:t>
            </a:r>
            <a:r>
              <a:rPr lang="en-GB" sz="1200" dirty="0" err="1">
                <a:solidFill>
                  <a:schemeClr val="bg1"/>
                </a:solidFill>
              </a:rPr>
              <a:t>McClarney</a:t>
            </a:r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2008 Integrity's Alleluia!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Out Of The Cave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Thankyou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Nothing can separate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Even if I ran away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fails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know I still make mistakes but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new mercies for me </a:t>
            </a:r>
            <a:r>
              <a:rPr lang="en-GB" sz="3600" dirty="0" err="1">
                <a:solidFill>
                  <a:schemeClr val="bg1"/>
                </a:solidFill>
              </a:rPr>
              <a:t>ev'ryday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Your love never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(And) You stay the same through the ages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changes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may be pain in the night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joy comes 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when the oceans rage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don't have to be afraid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Because I know that You love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(Your love never fails)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1570588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wind is strong and the water's deep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I'm not alone here in these open seas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fails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chasm is far too wide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never thought I'd reach the other side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3810902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2C397-59FA-2CF4-D207-856B422C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E085CD-C849-CDD0-2082-5DB3E69B7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(And) You stay the same through the ages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changes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may be pain in the night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joy comes 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when the oceans rage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don't have to be afraid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Because I know that You love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(Your love never fails)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2B8DF-F77A-D348-8D32-66228737F6C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956414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make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Work together for my good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make all things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Work together for my good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1241289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0FF40-4FCA-8E2E-86B2-5F6E3AB1B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9072CE-736A-9F42-AB2C-654767D7C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(And) You stay the same through the ages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love never changes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may be pain in the night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joy comes 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when the oceans rage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don't have to be afraid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Because I know that You love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(Your love never fails)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60F5B-2CF6-A9DE-CECA-5E9E8F49C8A8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1292161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059E-4EAF-16F2-E312-1705531A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5A27-753C-1BDB-C146-A996ED262D37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128B4E-BD4F-16F2-FF41-16602AB5E45E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F26992-6175-C351-C3AD-581416FF5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64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endParaRPr lang="en-GB" sz="5400" b="0" i="0" dirty="0">
              <a:solidFill>
                <a:schemeClr val="bg1"/>
              </a:solidFill>
              <a:effectLst/>
              <a:latin typeface="akagi_probook"/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My Worship</a:t>
            </a:r>
          </a:p>
          <a:p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Song # 7098688</a:t>
            </a: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Philip Nathan Thompson |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Zenzo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Matoga</a:t>
            </a:r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© 2017 Integrity Worship Music (Admin. by Integrity Music Ltd)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Phil Thompson Worship (Admin. by Integrity Music Ltd)</a:t>
            </a:r>
          </a:p>
          <a:p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Zenzo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Matoga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 Music (Admin. by Integrity Music Ltd)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839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no one can worship You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all of the things You've done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no one can worship You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1086915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Here's my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of my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Receive my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of my worship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202196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I will not be silent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always worship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As long as I am breathing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always worship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897472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Great Are You Lord</a:t>
            </a:r>
            <a:endParaRPr lang="en-GB" sz="6600" b="0" i="0" dirty="0">
              <a:solidFill>
                <a:srgbClr val="00A3E0"/>
              </a:solidFill>
              <a:effectLst/>
              <a:latin typeface="akagi_probook"/>
            </a:endParaRPr>
          </a:p>
          <a:p>
            <a:b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CCLI Song # 6460220</a:t>
            </a:r>
          </a:p>
          <a:p>
            <a:endParaRPr lang="en-GB" sz="12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David Leonard | Jason Ingram | Leslie Jordan</a:t>
            </a:r>
          </a:p>
          <a:p>
            <a:endParaRPr lang="en-GB" sz="12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© 2012 Open Hands Music (Admin. by Essential Music Publishing LLC)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So Essential Tunes (Admin. by Essential Music Publishing LLC)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Integrity's Praise! Music (Admin. by Integrity Music Ltd)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Little Way Creative (Admin. by Integrity Music Ltd)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12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endParaRPr lang="en-GB" sz="12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487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96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give life You are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bring light to the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give hope You restore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heart that is broken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great are You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180209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It's Your breath in our lungs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we pour out 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pour out 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Your breath in our lungs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we pour out our praise to You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3694851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all the earth will shout Your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hearts will cry these bones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Great are You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5284180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A50224-2990-0DAC-CF88-F3281D614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5433-DF29-11DE-5734-6D3E1638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4183285E-03CB-0D11-1882-A1BA07545B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1491D4-93EB-10B5-116C-612BEA718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50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BEF9B-FB8F-4C71-8627-DCF3A67E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337" y="849612"/>
            <a:ext cx="6811326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349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8362</TotalTime>
  <Words>1199</Words>
  <Application>Microsoft Office PowerPoint</Application>
  <PresentationFormat>On-screen Show (4:3)</PresentationFormat>
  <Paragraphs>221</Paragraphs>
  <Slides>44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384</cp:revision>
  <dcterms:created xsi:type="dcterms:W3CDTF">2024-09-27T16:56:29Z</dcterms:created>
  <dcterms:modified xsi:type="dcterms:W3CDTF">2026-09-28T13:13:19Z</dcterms:modified>
</cp:coreProperties>
</file>