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950" r:id="rId2"/>
    <p:sldId id="1526" r:id="rId3"/>
    <p:sldId id="518" r:id="rId4"/>
    <p:sldId id="519" r:id="rId5"/>
    <p:sldId id="520" r:id="rId6"/>
    <p:sldId id="521" r:id="rId7"/>
    <p:sldId id="522" r:id="rId8"/>
    <p:sldId id="526" r:id="rId9"/>
    <p:sldId id="527" r:id="rId10"/>
    <p:sldId id="524" r:id="rId11"/>
    <p:sldId id="528" r:id="rId12"/>
    <p:sldId id="523" r:id="rId13"/>
    <p:sldId id="525" r:id="rId14"/>
    <p:sldId id="1209" r:id="rId15"/>
    <p:sldId id="1210" r:id="rId16"/>
    <p:sldId id="1211" r:id="rId17"/>
    <p:sldId id="1212" r:id="rId18"/>
    <p:sldId id="1213" r:id="rId19"/>
    <p:sldId id="1214" r:id="rId20"/>
    <p:sldId id="1215" r:id="rId21"/>
    <p:sldId id="1216" r:id="rId22"/>
    <p:sldId id="1217" r:id="rId23"/>
    <p:sldId id="1218" r:id="rId24"/>
    <p:sldId id="1594" r:id="rId25"/>
    <p:sldId id="438" r:id="rId26"/>
    <p:sldId id="439" r:id="rId27"/>
    <p:sldId id="1631" r:id="rId28"/>
    <p:sldId id="1634" r:id="rId29"/>
    <p:sldId id="1622" r:id="rId30"/>
    <p:sldId id="1623" r:id="rId31"/>
    <p:sldId id="1624" r:id="rId32"/>
    <p:sldId id="1625" r:id="rId33"/>
    <p:sldId id="1626" r:id="rId34"/>
    <p:sldId id="1627" r:id="rId35"/>
    <p:sldId id="1628" r:id="rId36"/>
    <p:sldId id="1629" r:id="rId37"/>
    <p:sldId id="1635" r:id="rId38"/>
    <p:sldId id="565" r:id="rId39"/>
    <p:sldId id="566" r:id="rId40"/>
    <p:sldId id="1630" r:id="rId41"/>
    <p:sldId id="567" r:id="rId42"/>
    <p:sldId id="485" r:id="rId43"/>
    <p:sldId id="954" r:id="rId44"/>
    <p:sldId id="1511" r:id="rId45"/>
    <p:sldId id="1411" r:id="rId46"/>
    <p:sldId id="1408" r:id="rId47"/>
    <p:sldId id="1632" r:id="rId48"/>
    <p:sldId id="1633" r:id="rId49"/>
    <p:sldId id="1410" r:id="rId50"/>
    <p:sldId id="1281" r:id="rId51"/>
    <p:sldId id="1339" r:id="rId52"/>
    <p:sldId id="946" r:id="rId53"/>
    <p:sldId id="1578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19"/>
            <p14:sldId id="520"/>
            <p14:sldId id="521"/>
            <p14:sldId id="522"/>
            <p14:sldId id="526"/>
            <p14:sldId id="527"/>
            <p14:sldId id="524"/>
            <p14:sldId id="528"/>
            <p14:sldId id="523"/>
            <p14:sldId id="525"/>
            <p14:sldId id="1209"/>
            <p14:sldId id="1210"/>
            <p14:sldId id="1211"/>
            <p14:sldId id="1212"/>
            <p14:sldId id="1213"/>
            <p14:sldId id="1214"/>
            <p14:sldId id="1215"/>
            <p14:sldId id="1216"/>
            <p14:sldId id="1217"/>
            <p14:sldId id="1218"/>
            <p14:sldId id="1594"/>
            <p14:sldId id="438"/>
            <p14:sldId id="439"/>
            <p14:sldId id="1631"/>
            <p14:sldId id="1634"/>
            <p14:sldId id="1622"/>
            <p14:sldId id="1623"/>
            <p14:sldId id="1624"/>
            <p14:sldId id="1625"/>
            <p14:sldId id="1626"/>
            <p14:sldId id="1627"/>
            <p14:sldId id="1628"/>
            <p14:sldId id="1629"/>
            <p14:sldId id="1635"/>
            <p14:sldId id="565"/>
            <p14:sldId id="566"/>
            <p14:sldId id="1630"/>
            <p14:sldId id="567"/>
            <p14:sldId id="485"/>
            <p14:sldId id="954"/>
            <p14:sldId id="1511"/>
            <p14:sldId id="1411"/>
            <p14:sldId id="1408"/>
            <p14:sldId id="1632"/>
            <p14:sldId id="1633"/>
            <p14:sldId id="1410"/>
            <p14:sldId id="1281"/>
            <p14:sldId id="1339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91" d="100"/>
          <a:sy n="91" d="100"/>
        </p:scale>
        <p:origin x="1458" y="7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03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7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88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0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77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900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394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245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473E8-676D-2269-E520-4802FB39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F665D-773D-FD0C-75B3-CCE81A00C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59CC8-E824-4024-D663-91F542129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1BA8-CFC0-A7CD-3DF3-6716D4D65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576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0D9-A4CB-49D5-85A7-5D98D258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7DB45-56F3-C825-A12E-999DEA3E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878AC-B62E-BCEE-3481-4B37CB36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ECA-8E1C-0028-5B82-4B41F417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66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20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September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Joy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7209419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Andrew Holt | Mitch Wong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Andrew Holt Music Publishing; TBCO Publishing; A Wong Made Write Publishing; Integrity's Praise! Music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This is the day You made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I’ll rejoice and be glad</a:t>
            </a:r>
          </a:p>
          <a:p>
            <a:r>
              <a:rPr lang="en-GB" sz="3600" dirty="0">
                <a:solidFill>
                  <a:schemeClr val="bg1"/>
                </a:solidFill>
              </a:rPr>
              <a:t>Rejoice and be glad in 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This is where I believe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You are more than enough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More than enough for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782" y="-796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come what may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worthy of all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Worthy of all my praise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3258-2AE3-FDAB-EA06-45707B27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3FCB37-E08D-5B4B-9F3D-6B7811406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faithful to Your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strong when I am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When I’m standing in Your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everything I need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5428C-801B-9E0E-26C4-3D27AE621CA5}"/>
              </a:ext>
            </a:extLst>
          </p:cNvPr>
          <p:cNvSpPr txBox="1"/>
          <p:nvPr/>
        </p:nvSpPr>
        <p:spPr>
          <a:xfrm>
            <a:off x="846043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21608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D812-5805-EE7C-B2A4-B0F367FE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1E00BE-0C3C-E4D4-DA67-C98C563E4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B22F4-7E9C-A4E3-4A5F-8935CF141156}"/>
              </a:ext>
            </a:extLst>
          </p:cNvPr>
          <p:cNvSpPr txBox="1"/>
          <p:nvPr/>
        </p:nvSpPr>
        <p:spPr>
          <a:xfrm>
            <a:off x="8263782" y="4462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9311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Let it rise up like a river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it pour out with no limit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Overflowing Holy Spirit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1947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7BFC-C8C6-CB7D-5500-208F187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B562EB-034E-1C8E-26A4-0C4A983E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A5ED0-C3D5-67DE-14C0-FD2BD79611FF}"/>
              </a:ext>
            </a:extLst>
          </p:cNvPr>
          <p:cNvSpPr txBox="1"/>
          <p:nvPr/>
        </p:nvSpPr>
        <p:spPr>
          <a:xfrm>
            <a:off x="8263782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2241335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the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It's the joy of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4239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09037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my soul bless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that is within me say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joy of the Lord is my 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63695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948181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I know That I Know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7242526</a:t>
            </a:r>
          </a:p>
          <a:p>
            <a:r>
              <a:rPr lang="en-GB" sz="1200" dirty="0">
                <a:solidFill>
                  <a:schemeClr val="bg1"/>
                </a:solidFill>
              </a:rPr>
              <a:t>Alexander Pappas | Andrew Holt | Austin Davis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2025 A.L.K.D. Music; Andrew Holt Music Publishing; Capitol CMG Paragon; TBCO Publishing; City and Vine Music Publishing International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  <p:extLst>
      <p:ext uri="{BB962C8B-B14F-4D97-AF65-F5344CB8AC3E}">
        <p14:creationId xmlns:p14="http://schemas.microsoft.com/office/powerpoint/2010/main" val="184412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You’ve been good </a:t>
            </a:r>
            <a:r>
              <a:rPr lang="en-GB" sz="3600" dirty="0" err="1">
                <a:solidFill>
                  <a:schemeClr val="bg1"/>
                </a:solidFill>
              </a:rPr>
              <a:t>good</a:t>
            </a:r>
            <a:r>
              <a:rPr lang="en-GB" sz="3600" dirty="0">
                <a:solidFill>
                  <a:schemeClr val="bg1"/>
                </a:solidFill>
              </a:rPr>
              <a:t> for all my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So nothing could ever change my mind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never break Your promise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You’re constant in all You do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Yours is the way the truth the life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That I will choose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1/9</a:t>
            </a:r>
          </a:p>
        </p:txBody>
      </p:sp>
    </p:spTree>
    <p:extLst>
      <p:ext uri="{BB962C8B-B14F-4D97-AF65-F5344CB8AC3E}">
        <p14:creationId xmlns:p14="http://schemas.microsoft.com/office/powerpoint/2010/main" val="76426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2/9</a:t>
            </a:r>
          </a:p>
        </p:txBody>
      </p:sp>
    </p:spTree>
    <p:extLst>
      <p:ext uri="{BB962C8B-B14F-4D97-AF65-F5344CB8AC3E}">
        <p14:creationId xmlns:p14="http://schemas.microsoft.com/office/powerpoint/2010/main" val="3091649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3/9</a:t>
            </a:r>
          </a:p>
        </p:txBody>
      </p:sp>
    </p:spTree>
    <p:extLst>
      <p:ext uri="{BB962C8B-B14F-4D97-AF65-F5344CB8AC3E}">
        <p14:creationId xmlns:p14="http://schemas.microsoft.com/office/powerpoint/2010/main" val="366859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look to the left or right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I will keep heaven in my sight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No I will not be shaken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And nothing is moving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got a faith that's sure of things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 cannot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4/9</a:t>
            </a:r>
          </a:p>
        </p:txBody>
      </p:sp>
    </p:spTree>
    <p:extLst>
      <p:ext uri="{BB962C8B-B14F-4D97-AF65-F5344CB8AC3E}">
        <p14:creationId xmlns:p14="http://schemas.microsoft.com/office/powerpoint/2010/main" val="1637745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5/9</a:t>
            </a:r>
          </a:p>
        </p:txBody>
      </p:sp>
    </p:spTree>
    <p:extLst>
      <p:ext uri="{BB962C8B-B14F-4D97-AF65-F5344CB8AC3E}">
        <p14:creationId xmlns:p14="http://schemas.microsoft.com/office/powerpoint/2010/main" val="649178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6/9</a:t>
            </a:r>
          </a:p>
        </p:txBody>
      </p:sp>
    </p:spTree>
    <p:extLst>
      <p:ext uri="{BB962C8B-B14F-4D97-AF65-F5344CB8AC3E}">
        <p14:creationId xmlns:p14="http://schemas.microsoft.com/office/powerpoint/2010/main" val="3697029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I won’t stand on words of man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God I’ll stand on Yours instead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hope all of my faith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it’s in Your name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And the world cannot deny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that You’ve done in my life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of my days all of my praise</a:t>
            </a:r>
          </a:p>
          <a:p>
            <a:pPr>
              <a:spcBef>
                <a:spcPts val="0"/>
              </a:spcBef>
            </a:pPr>
            <a:r>
              <a:rPr lang="en-GB" sz="3600" dirty="0">
                <a:solidFill>
                  <a:schemeClr val="bg1"/>
                </a:solidFill>
              </a:rPr>
              <a:t>All to lift Jesus'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7/9</a:t>
            </a:r>
          </a:p>
        </p:txBody>
      </p:sp>
    </p:spTree>
    <p:extLst>
      <p:ext uri="{BB962C8B-B14F-4D97-AF65-F5344CB8AC3E}">
        <p14:creationId xmlns:p14="http://schemas.microsoft.com/office/powerpoint/2010/main" val="310991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Oh I know that I know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won’t ever let me go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Every low every high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 are faithful all the time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358561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B8DD-8DEA-F3F8-8ECB-5FD11020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05D92-3095-2A41-53A3-292B239BC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20688"/>
            <a:ext cx="8640960" cy="648072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I’ve tasted and I’ve seen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You've been so </a:t>
            </a:r>
            <a:r>
              <a:rPr lang="en-GB" sz="3600" dirty="0" err="1">
                <a:solidFill>
                  <a:schemeClr val="bg1"/>
                </a:solidFill>
              </a:rPr>
              <a:t>so</a:t>
            </a:r>
            <a:r>
              <a:rPr lang="en-GB" sz="3600" dirty="0">
                <a:solidFill>
                  <a:schemeClr val="bg1"/>
                </a:solidFill>
              </a:rPr>
              <a:t> good to me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God I know that I know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</a:p>
          <a:p>
            <a:pPr>
              <a:spcBef>
                <a:spcPts val="600"/>
              </a:spcBef>
            </a:pPr>
            <a:r>
              <a:rPr lang="en-GB" sz="3600" dirty="0">
                <a:solidFill>
                  <a:schemeClr val="bg1"/>
                </a:solidFill>
              </a:rPr>
              <a:t>You're faithful all the time oh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Faithful all the time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9BF9C-52FE-6A21-D895-5A28E43F5721}"/>
              </a:ext>
            </a:extLst>
          </p:cNvPr>
          <p:cNvSpPr txBox="1"/>
          <p:nvPr/>
        </p:nvSpPr>
        <p:spPr>
          <a:xfrm>
            <a:off x="8316416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9/9</a:t>
            </a:r>
          </a:p>
        </p:txBody>
      </p:sp>
    </p:spTree>
    <p:extLst>
      <p:ext uri="{BB962C8B-B14F-4D97-AF65-F5344CB8AC3E}">
        <p14:creationId xmlns:p14="http://schemas.microsoft.com/office/powerpoint/2010/main" val="2607437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7200" dirty="0">
              <a:solidFill>
                <a:schemeClr val="bg1"/>
              </a:solidFill>
            </a:endParaRPr>
          </a:p>
          <a:p>
            <a:r>
              <a:rPr lang="en-GB" sz="7200" dirty="0">
                <a:solidFill>
                  <a:schemeClr val="bg1"/>
                </a:solidFill>
              </a:rPr>
              <a:t>Break Every Chain</a:t>
            </a:r>
          </a:p>
          <a:p>
            <a:br>
              <a:rPr lang="en-GB" sz="1200" dirty="0"/>
            </a:br>
            <a:r>
              <a:rPr lang="en-GB" sz="1200" dirty="0"/>
              <a:t>CCLI Song # 5910977</a:t>
            </a:r>
          </a:p>
          <a:p>
            <a:endParaRPr lang="en-GB" sz="1200" dirty="0"/>
          </a:p>
          <a:p>
            <a:r>
              <a:rPr lang="en-GB" sz="1200" dirty="0"/>
              <a:t>Will Reagan</a:t>
            </a:r>
          </a:p>
          <a:p>
            <a:endParaRPr lang="en-GB" sz="1200" dirty="0"/>
          </a:p>
          <a:p>
            <a:r>
              <a:rPr lang="en-GB" sz="1200" dirty="0"/>
              <a:t>© 2009 United Pursuit Music (Admin. by Capitol CMG Publishing)</a:t>
            </a:r>
          </a:p>
          <a:p>
            <a:r>
              <a:rPr lang="en-GB" sz="1200" dirty="0"/>
              <a:t>For use solely with the </a:t>
            </a:r>
            <a:r>
              <a:rPr lang="en-GB" sz="1200" dirty="0" err="1"/>
              <a:t>SongSelect</a:t>
            </a:r>
            <a:r>
              <a:rPr lang="en-GB" sz="1200" dirty="0"/>
              <a:t>® Terms of Use. All rights reserved. www.ccli.com</a:t>
            </a:r>
          </a:p>
          <a:p>
            <a:endParaRPr lang="en-GB" sz="1200" dirty="0"/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5832648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power in the name of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break every chain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Break every chain 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Break every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0FB7C-3DDF-0F40-FD7E-FDB626BC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095FAA-60A9-1C7B-ECE5-9DF4F6A8A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908720"/>
            <a:ext cx="8640960" cy="576064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hear the chains falling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E7485-0AEC-C47F-5E8E-669E76ECF58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2/2</a:t>
            </a:r>
          </a:p>
        </p:txBody>
      </p:sp>
    </p:spTree>
    <p:extLst>
      <p:ext uri="{BB962C8B-B14F-4D97-AF65-F5344CB8AC3E}">
        <p14:creationId xmlns:p14="http://schemas.microsoft.com/office/powerpoint/2010/main" val="321724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F9A2-EF6A-72A5-799B-8BDB373BD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EF9319-8B71-E97D-B7B1-0C864E4FE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A5F20-B797-701D-887E-382E9E58F30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1677985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Amazing Grace </a:t>
            </a: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(My Chains Are </a:t>
            </a:r>
            <a:r>
              <a:rPr lang="en-GB" sz="4400" dirty="0">
                <a:solidFill>
                  <a:srgbClr val="00A3E0"/>
                </a:solidFill>
                <a:latin typeface="akagi_probook"/>
              </a:rPr>
              <a:t>G</a:t>
            </a:r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one)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4768151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Tomlin | John Newton | Louie Giglio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2006 Rising Springs Music; Vamos Publishing; worshiptogether.com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854156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Amazing grace how sweet the sound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That saved a wretch like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once was lost but now I'm found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Was blind but now I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4146938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 err="1">
                <a:solidFill>
                  <a:schemeClr val="bg1"/>
                </a:solidFill>
              </a:rPr>
              <a:t>'Twas</a:t>
            </a:r>
            <a:r>
              <a:rPr lang="en-GB" sz="3600" dirty="0">
                <a:solidFill>
                  <a:schemeClr val="bg1"/>
                </a:solidFill>
              </a:rPr>
              <a:t> grace that taught my heart to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grace my fears relieved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How precious did that grace appear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hour I first believed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801955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766179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C496-FC87-8E1E-64AA-1F013CF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3CC7BE-92CA-0354-ADCB-7ED005CC7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has promised good to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His word my hope secures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will my shield and portion be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41DC-0661-6DFD-ED4A-0A5AC9565E2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865740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709475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earth shall soon dissolve like snow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sun forbear to shine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God who called me here below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be forever mine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forever mine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7627933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7D48-1168-DE63-5A45-FEAF7915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33510-3923-2217-4DE2-9A0D6B61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chains are gone I've been set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 my Savior has ransomed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like a flood His mercy rains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Unending love amazing grace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2B5D7-EB7E-2DC6-06FE-29BB9F8C6B9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200596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059E-4EAF-16F2-E312-1705531A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5A27-753C-1BDB-C146-A996ED262D37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128B4E-BD4F-16F2-FF41-16602AB5E45E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6992-6175-C351-C3AD-581416FF5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4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Shout To The Lord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1406918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Darlene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Zschech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1993 Wondrous Worship (Admin. by Song Solutions www.songsolutions.org)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24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Jesus my Saviour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there is none like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days I want to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wonders of Your mighty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278502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B660-AFD5-2721-4D21-CF844026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82A0E-A30B-8C20-A29A-D86BCE912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comfort my shelter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Tower of refuge and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every breath all that I am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cease to worship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CF216-3E71-422D-17B7-7948FE610FA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2929817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Shout to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earth let us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Power and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Mountains bow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seas will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sound of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970559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sing for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work of Your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love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Nothing compares to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in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3104735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9AFE2-1BF7-7D3C-A093-C9C8FAF2F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491D4-93EB-10B5-116C-612BEA71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BEF9B-FB8F-4C71-8627-DCF3A67E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37" y="849612"/>
            <a:ext cx="6811326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34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8335</TotalTime>
  <Words>1429</Words>
  <Application>Microsoft Office PowerPoint</Application>
  <PresentationFormat>On-screen Show (4:3)</PresentationFormat>
  <Paragraphs>264</Paragraphs>
  <Slides>53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381</cp:revision>
  <dcterms:created xsi:type="dcterms:W3CDTF">2024-09-27T16:56:29Z</dcterms:created>
  <dcterms:modified xsi:type="dcterms:W3CDTF">2026-09-19T21:23:08Z</dcterms:modified>
</cp:coreProperties>
</file>