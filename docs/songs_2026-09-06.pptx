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950" r:id="rId2"/>
    <p:sldId id="1526" r:id="rId3"/>
    <p:sldId id="465" r:id="rId4"/>
    <p:sldId id="466" r:id="rId5"/>
    <p:sldId id="467" r:id="rId6"/>
    <p:sldId id="475" r:id="rId7"/>
    <p:sldId id="474" r:id="rId8"/>
    <p:sldId id="476" r:id="rId9"/>
    <p:sldId id="518" r:id="rId10"/>
    <p:sldId id="521" r:id="rId11"/>
    <p:sldId id="522" r:id="rId12"/>
    <p:sldId id="523" r:id="rId13"/>
    <p:sldId id="525" r:id="rId14"/>
    <p:sldId id="526" r:id="rId15"/>
    <p:sldId id="532" r:id="rId16"/>
    <p:sldId id="527" r:id="rId17"/>
    <p:sldId id="528" r:id="rId18"/>
    <p:sldId id="529" r:id="rId19"/>
    <p:sldId id="530" r:id="rId20"/>
    <p:sldId id="1594" r:id="rId21"/>
    <p:sldId id="610" r:id="rId22"/>
    <p:sldId id="1025" r:id="rId23"/>
    <p:sldId id="1298" r:id="rId24"/>
    <p:sldId id="611" r:id="rId25"/>
    <p:sldId id="1299" r:id="rId26"/>
    <p:sldId id="1030" r:id="rId27"/>
    <p:sldId id="1300" r:id="rId28"/>
    <p:sldId id="1617" r:id="rId29"/>
    <p:sldId id="438" r:id="rId30"/>
    <p:sldId id="439" r:id="rId31"/>
    <p:sldId id="1343" r:id="rId32"/>
    <p:sldId id="440" r:id="rId33"/>
    <p:sldId id="441" r:id="rId34"/>
    <p:sldId id="1342" r:id="rId35"/>
    <p:sldId id="442" r:id="rId36"/>
    <p:sldId id="443" r:id="rId37"/>
    <p:sldId id="444" r:id="rId38"/>
    <p:sldId id="1610" r:id="rId39"/>
    <p:sldId id="954" r:id="rId40"/>
    <p:sldId id="1511" r:id="rId41"/>
    <p:sldId id="1411" r:id="rId42"/>
    <p:sldId id="1408" r:id="rId43"/>
    <p:sldId id="1410" r:id="rId44"/>
    <p:sldId id="1281" r:id="rId45"/>
    <p:sldId id="1339" r:id="rId46"/>
    <p:sldId id="709" r:id="rId47"/>
    <p:sldId id="710" r:id="rId48"/>
    <p:sldId id="711" r:id="rId49"/>
    <p:sldId id="712" r:id="rId50"/>
    <p:sldId id="450" r:id="rId51"/>
    <p:sldId id="421" r:id="rId52"/>
    <p:sldId id="542" r:id="rId53"/>
    <p:sldId id="1297" r:id="rId54"/>
    <p:sldId id="1618" r:id="rId55"/>
    <p:sldId id="1619" r:id="rId56"/>
    <p:sldId id="1620" r:id="rId57"/>
    <p:sldId id="1301" r:id="rId58"/>
    <p:sldId id="946" r:id="rId59"/>
    <p:sldId id="1578" r:id="rId6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526"/>
            <p14:sldId id="465"/>
            <p14:sldId id="466"/>
            <p14:sldId id="467"/>
            <p14:sldId id="475"/>
            <p14:sldId id="474"/>
            <p14:sldId id="476"/>
            <p14:sldId id="518"/>
            <p14:sldId id="521"/>
            <p14:sldId id="522"/>
            <p14:sldId id="523"/>
            <p14:sldId id="525"/>
            <p14:sldId id="526"/>
            <p14:sldId id="532"/>
            <p14:sldId id="527"/>
            <p14:sldId id="528"/>
            <p14:sldId id="529"/>
            <p14:sldId id="530"/>
            <p14:sldId id="1594"/>
            <p14:sldId id="610"/>
            <p14:sldId id="1025"/>
            <p14:sldId id="1298"/>
            <p14:sldId id="611"/>
            <p14:sldId id="1299"/>
            <p14:sldId id="1030"/>
            <p14:sldId id="1300"/>
            <p14:sldId id="1617"/>
            <p14:sldId id="438"/>
            <p14:sldId id="439"/>
            <p14:sldId id="1343"/>
            <p14:sldId id="440"/>
            <p14:sldId id="441"/>
            <p14:sldId id="1342"/>
            <p14:sldId id="442"/>
            <p14:sldId id="443"/>
            <p14:sldId id="444"/>
            <p14:sldId id="1610"/>
            <p14:sldId id="954"/>
            <p14:sldId id="1511"/>
            <p14:sldId id="1411"/>
            <p14:sldId id="1408"/>
            <p14:sldId id="1410"/>
            <p14:sldId id="1281"/>
            <p14:sldId id="1339"/>
            <p14:sldId id="709"/>
            <p14:sldId id="710"/>
            <p14:sldId id="711"/>
            <p14:sldId id="712"/>
            <p14:sldId id="450"/>
            <p14:sldId id="421"/>
            <p14:sldId id="542"/>
            <p14:sldId id="1297"/>
            <p14:sldId id="1618"/>
            <p14:sldId id="1619"/>
            <p14:sldId id="1620"/>
            <p14:sldId id="1301"/>
          </p14:sldIdLst>
        </p14:section>
        <p14:section name="Main Service" id="{4FE2647C-705B-495A-AADF-8CE4EFF28E49}">
          <p14:sldIdLst>
            <p14:sldId id="946"/>
            <p14:sldId id="15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24" autoAdjust="0"/>
    <p:restoredTop sz="82242" autoAdjust="0"/>
  </p:normalViewPr>
  <p:slideViewPr>
    <p:cSldViewPr>
      <p:cViewPr varScale="1">
        <p:scale>
          <a:sx n="91" d="100"/>
          <a:sy n="91" d="100"/>
        </p:scale>
        <p:origin x="1458" y="78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67DBD-057D-01FF-A64B-035F23BE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16334A-DB13-39E3-4BDB-7C2A24C01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6383A3-6764-2C1B-F831-AB9D96EF5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8CEFB-600E-4948-2677-1853EC632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05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2168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FB2E1-B37D-FB49-A65A-671ADE3D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6BD6C-5D27-5528-5477-794671471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02F94-0732-2AD1-B39C-996F03FE5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8BBE2-4115-F920-0A28-2321EC352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1751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85A52-0DE2-80F1-1DDD-3C22C6EAC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3D23EF-9F6C-E0A4-7EF2-8797229A07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0D4EF-FEC3-05D3-023F-92095422D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D47C7-7014-FB05-51C3-10723A2E1D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05358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4032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1C521-7081-5DA1-AC5F-F27006233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3DE1D8-3EAC-1197-A01C-F1E114375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9B074-3F10-ADC5-8AB5-460AEF445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74B6D-52FD-D974-BB68-0A20D5DAE9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741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9632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58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203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174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20277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31/08/2026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Peninsula Plus Community</a:t>
            </a: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Hoo Are Ya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chemeClr val="bg1"/>
                </a:solidFill>
              </a:rPr>
              <a:t>  6</a:t>
            </a:r>
            <a:r>
              <a:rPr lang="en-US" sz="2400" baseline="30000" dirty="0">
                <a:solidFill>
                  <a:schemeClr val="bg1"/>
                </a:solidFill>
              </a:rPr>
              <a:t>th</a:t>
            </a:r>
            <a:r>
              <a:rPr lang="en-US" sz="2400" dirty="0">
                <a:solidFill>
                  <a:schemeClr val="bg1"/>
                </a:solidFill>
              </a:rPr>
              <a:t> September 2026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E5352-9A8B-9D8C-A0B7-67A2B262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B248-B4EE-1D0D-D485-E66A9A0CC880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0EDFEF-D004-BA25-5891-3BCB2A09D886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39A73C-3530-0721-C3BF-72AF88479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86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I reach Up High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Song # 1075387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Judy Bailey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1993 Song Solutions Daybreak (Admin. by Song Solutions www.songsolutions.org)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1639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reach up high I touch the ground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stomp my feet and turn around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I've got to (woo woo)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jump and dance with all my might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might look funny but that's alright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I've got to (woo woo) 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Praise my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348632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I'll do anything just for my God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He's done </a:t>
            </a:r>
            <a:r>
              <a:rPr lang="en-GB" sz="3600" dirty="0" err="1">
                <a:solidFill>
                  <a:schemeClr val="bg1"/>
                </a:solidFill>
              </a:rPr>
              <a:t>ev'rything</a:t>
            </a:r>
            <a:r>
              <a:rPr lang="en-GB" sz="3600" dirty="0">
                <a:solidFill>
                  <a:schemeClr val="bg1"/>
                </a:solidFill>
              </a:rPr>
              <a:t> for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doesn't matter who is looking 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is the person that I want to please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424017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AD91A-DFDD-48AC-0F00-213B2FF25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82F09A0-5E24-0651-30E4-786C052C8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reach up high I touch the ground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stomp my feet and turn around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I've got to (woo woo)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jump and dance with all my might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might look funny but that's alright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I've got to (woo woo) 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Praise my Lord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82E214-951C-FED2-A2CF-07F17381583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2991418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May my whole life be a song of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worship God in </a:t>
            </a:r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this song the actions praise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want my actions </a:t>
            </a:r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day to do the same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1242897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D5E1C-C6D9-FDE5-7657-AF1C5BFD5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865DCCB-489A-5614-E889-5897AEB04F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reach up high I touch the ground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stomp my feet and turn around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I've got to (woo woo)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jump and dance with all my might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 might look funny but that's alright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I've got to (woo woo) 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Praise my Lord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D8AAA2-1D7A-38CB-01BC-7843C494E6E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748662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Praise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7213077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Brandon Lake </a:t>
            </a:r>
            <a:r>
              <a:rPr lang="en-GB" sz="1200" dirty="0" err="1">
                <a:solidFill>
                  <a:schemeClr val="bg1"/>
                </a:solidFill>
              </a:rPr>
              <a:t>MusicFor</a:t>
            </a:r>
            <a:r>
              <a:rPr lang="en-GB" sz="1200" dirty="0">
                <a:solidFill>
                  <a:schemeClr val="bg1"/>
                </a:solidFill>
              </a:rPr>
              <a:t> Humans </a:t>
            </a:r>
            <a:r>
              <a:rPr lang="en-GB" sz="1200" dirty="0" err="1">
                <a:solidFill>
                  <a:schemeClr val="bg1"/>
                </a:solidFill>
              </a:rPr>
              <a:t>PublishingMaverick</a:t>
            </a:r>
            <a:r>
              <a:rPr lang="en-GB" sz="1200" dirty="0">
                <a:solidFill>
                  <a:schemeClr val="bg1"/>
                </a:solidFill>
              </a:rPr>
              <a:t> City </a:t>
            </a:r>
            <a:r>
              <a:rPr lang="en-GB" sz="1200" dirty="0" err="1">
                <a:solidFill>
                  <a:schemeClr val="bg1"/>
                </a:solidFill>
              </a:rPr>
              <a:t>PublishingCapitol</a:t>
            </a:r>
            <a:r>
              <a:rPr lang="en-GB" sz="1200" dirty="0">
                <a:solidFill>
                  <a:schemeClr val="bg1"/>
                </a:solidFill>
              </a:rPr>
              <a:t> CMG </a:t>
            </a:r>
            <a:r>
              <a:rPr lang="en-GB" sz="1200" dirty="0" err="1">
                <a:solidFill>
                  <a:schemeClr val="bg1"/>
                </a:solidFill>
              </a:rPr>
              <a:t>GenesisCapitol</a:t>
            </a:r>
            <a:r>
              <a:rPr lang="en-GB" sz="1200" dirty="0">
                <a:solidFill>
                  <a:schemeClr val="bg1"/>
                </a:solidFill>
              </a:rPr>
              <a:t> CMG </a:t>
            </a:r>
            <a:r>
              <a:rPr lang="en-GB" sz="1200" dirty="0" err="1">
                <a:solidFill>
                  <a:schemeClr val="bg1"/>
                </a:solidFill>
              </a:rPr>
              <a:t>ParagonHousefires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SoundsWriter's</a:t>
            </a:r>
            <a:r>
              <a:rPr lang="en-GB" sz="1200" dirty="0">
                <a:solidFill>
                  <a:schemeClr val="bg1"/>
                </a:solidFill>
              </a:rPr>
              <a:t> Roof </a:t>
            </a:r>
            <a:r>
              <a:rPr lang="en-GB" sz="1200" dirty="0" err="1">
                <a:solidFill>
                  <a:schemeClr val="bg1"/>
                </a:solidFill>
              </a:rPr>
              <a:t>PublishingMusic</a:t>
            </a:r>
            <a:r>
              <a:rPr lang="en-GB" sz="1200" dirty="0">
                <a:solidFill>
                  <a:schemeClr val="bg1"/>
                </a:solidFill>
              </a:rPr>
              <a:t> by Elevation Worship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Note: Reproduction of this sheet music requires a CCLI Music Reproduction Licence. Please report all copies.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I’ll praise in the valley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on the mountain</a:t>
            </a:r>
          </a:p>
          <a:p>
            <a:r>
              <a:rPr lang="en-GB" sz="4000" dirty="0">
                <a:solidFill>
                  <a:schemeClr val="bg1"/>
                </a:solidFill>
              </a:rPr>
              <a:t>I’ll praise when I’m sure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when I’m doubting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1180271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I’ll praise when outnumbered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when surrounded</a:t>
            </a:r>
          </a:p>
          <a:p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praise is the water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enemies drown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20986582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As long as I’m breathing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I’ve got a reason to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40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3380299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I’ll praise when I feel it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I’ll praise when I don’t</a:t>
            </a:r>
          </a:p>
          <a:p>
            <a:r>
              <a:rPr lang="en-GB" sz="4000" dirty="0">
                <a:solidFill>
                  <a:schemeClr val="bg1"/>
                </a:solidFill>
              </a:rPr>
              <a:t>I’ll praise </a:t>
            </a:r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I know</a:t>
            </a:r>
          </a:p>
          <a:p>
            <a:r>
              <a:rPr lang="en-GB" sz="4000" dirty="0">
                <a:solidFill>
                  <a:schemeClr val="bg1"/>
                </a:solidFill>
              </a:rPr>
              <a:t>You’re still in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1493042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my praise is a weapon</a:t>
            </a:r>
          </a:p>
          <a:p>
            <a:r>
              <a:rPr lang="en-GB" sz="4000" dirty="0">
                <a:solidFill>
                  <a:schemeClr val="bg1"/>
                </a:solidFill>
              </a:rPr>
              <a:t>It’s more than a sound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praise is the shout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That brings Jericho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2143340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As long as I’m breathing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I’ve got a reason to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40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2606885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612916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I’ll praise </a:t>
            </a:r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You’re sovereign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</a:t>
            </a:r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You reign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</a:t>
            </a:r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You rose and defeated the grave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I’ll praise </a:t>
            </a:r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You’re faithful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</a:t>
            </a:r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You’re true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</a:t>
            </a:r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there’s nobody greater than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27172751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could I keep it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36995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39284563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40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the Lord oh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391" y="0"/>
            <a:ext cx="1008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 0/10</a:t>
            </a:r>
          </a:p>
        </p:txBody>
      </p:sp>
    </p:spTree>
    <p:extLst>
      <p:ext uri="{BB962C8B-B14F-4D97-AF65-F5344CB8AC3E}">
        <p14:creationId xmlns:p14="http://schemas.microsoft.com/office/powerpoint/2010/main" val="314717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A4C3-4644-046D-323E-D475A8A0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A5063-D7A9-E9C9-206A-AC2F2E97E01D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22FC65-E57B-5A77-8EFB-B6EB184B3E2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4AFBD-0121-0467-7E2A-7E954FC3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360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6600" dirty="0">
              <a:solidFill>
                <a:srgbClr val="00A3E0"/>
              </a:solidFill>
              <a:latin typeface="akagi_probook"/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Christ is Enough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6514035</a:t>
            </a:r>
          </a:p>
          <a:p>
            <a:r>
              <a:rPr lang="en-GB" sz="1200" dirty="0">
                <a:solidFill>
                  <a:schemeClr val="bg1"/>
                </a:solidFill>
              </a:rPr>
              <a:t>Jonas </a:t>
            </a:r>
            <a:r>
              <a:rPr lang="en-GB" sz="1200" dirty="0" err="1">
                <a:solidFill>
                  <a:schemeClr val="bg1"/>
                </a:solidFill>
              </a:rPr>
              <a:t>Myrin</a:t>
            </a:r>
            <a:r>
              <a:rPr lang="en-GB" sz="1200" dirty="0">
                <a:solidFill>
                  <a:schemeClr val="bg1"/>
                </a:solidFill>
              </a:rPr>
              <a:t> | Reuben Morgan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2012 Hillsong MP Songs; Hillsong Music Publishing Australia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License # 33265</a:t>
            </a:r>
          </a:p>
        </p:txBody>
      </p:sp>
    </p:spTree>
    <p:extLst>
      <p:ext uri="{BB962C8B-B14F-4D97-AF65-F5344CB8AC3E}">
        <p14:creationId xmlns:p14="http://schemas.microsoft.com/office/powerpoint/2010/main" val="3619920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Christ is my reward and all of my devotion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Now there's nothing in this world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That could ever satisfy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Through every trial my soul will sing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 turning back I've been set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4092947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Christ is enough for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Christ is enough for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Everything I need is in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Everything I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41888724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Christ my all in all the joy of my salvation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this hope will never fail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Heaven is our home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Through every storm my soul will sing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Jesus is here to God be the glory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1538111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1AC17-E0C2-C69C-68E8-97DDDD707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D6EC1E-E82B-2F23-B197-9B4AB0582C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Christ is enough for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Christ is enough for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Everything I need is in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Everything I need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92C75-7E50-5207-3A75-6CF2EEBBB4A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9029288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 have decided to follow Jesus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 turning back no turning back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The cross before me the world behind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 turning back no turning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982589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3EAD3-2378-8003-327E-BE191CBCA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21BA0E-E5AD-D347-8EE8-8324DA9261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Christ is enough for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Christ is enough for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Everything I need is in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Everything I need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E7D28C-A96D-0FCF-28AD-CC7158B3736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16208172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A497-527F-58B5-F7D6-7640EE8CE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D90B3-2A8B-B96D-21A3-EF89AB2FC21F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FBCCF55-083E-5D79-75DA-92B3FC963262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BF9091-EB2D-FF22-0061-F15FFC39B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2763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7200" dirty="0">
              <a:solidFill>
                <a:schemeClr val="bg1"/>
              </a:solidFill>
            </a:endParaRPr>
          </a:p>
          <a:p>
            <a:r>
              <a:rPr lang="en-GB" sz="7200" dirty="0">
                <a:solidFill>
                  <a:schemeClr val="bg1"/>
                </a:solidFill>
              </a:rPr>
              <a:t>Trust In God</a:t>
            </a:r>
          </a:p>
          <a:p>
            <a:br>
              <a:rPr lang="en-GB" sz="1200" dirty="0"/>
            </a:br>
            <a:br>
              <a:rPr lang="en-GB" sz="1200" dirty="0"/>
            </a:br>
            <a:r>
              <a:rPr lang="en-GB" sz="1200" dirty="0"/>
              <a:t>CCLI Song # 7206001</a:t>
            </a:r>
          </a:p>
          <a:p>
            <a:r>
              <a:rPr lang="en-GB" sz="1200" dirty="0"/>
              <a:t>Brandon Lake | Chris Brown | Mitch Wong | Steven Furtick</a:t>
            </a:r>
          </a:p>
          <a:p>
            <a:r>
              <a:rPr lang="en-GB" sz="1200" dirty="0"/>
              <a:t>© Brandon Lake Music; Music by Elevation Worship Publishing; A Wong Made Write Publishing; Integrity's Praise! Music</a:t>
            </a:r>
          </a:p>
          <a:p>
            <a:r>
              <a:rPr lang="en-GB" sz="1200" dirty="0"/>
              <a:t>For use solely with the </a:t>
            </a:r>
            <a:r>
              <a:rPr lang="en-GB" sz="1200" dirty="0" err="1"/>
              <a:t>SongSelect</a:t>
            </a:r>
            <a:r>
              <a:rPr lang="en-GB" sz="1200" dirty="0"/>
              <a:t>® Terms of Use. All rights reserved. www.ccli.com</a:t>
            </a:r>
          </a:p>
          <a:p>
            <a:r>
              <a:rPr lang="en-GB" sz="1200" dirty="0"/>
              <a:t>CCLI Licence No. 33265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Blessed assurance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is mine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been my fourth man in the fire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Time after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EFFE9-9AF6-3520-1693-6B1BF42B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30C42EE-321D-0919-D41A-964E8A3F0C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Born of His Spirit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Washed in His blood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what He did for me on Calvary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Is more than enough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22E81-4DF9-D930-DE65-DDEF6FD6BCE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2580706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trust in God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Savior, the One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will never fail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will never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38959825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Perfect submission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is at rest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know the author of tomorrow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Has ordered my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6720494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E0B34-9597-ACF0-CF9F-08F30677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EB2D613-8D85-57A9-1F8C-1FA28D183D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So this is my story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this is my song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I’m praising my risen King and Savior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the day long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675606-26C6-5CDF-2B12-8034AD615444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32787175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trust in God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Savior, the One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will never fail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will never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33405232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sought the Lord and 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heard and He answered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(X3)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That’s why I trust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That’s why (I trust Him)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757437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trust in God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Savior, the One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will never fail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will never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3270274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45335-480E-0963-14B6-61BC7C3DB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CEEB7-507D-DEF1-8407-2F36ADB946B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3A1BBC5-8814-BF8C-9D48-4079547A26BD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D081DA-A487-E35F-C866-D466ECF41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3345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7170" name="Picture 2" descr="Ainsdale Methodist Church Notices">
            <a:extLst>
              <a:ext uri="{FF2B5EF4-FFF2-40B4-BE49-F238E27FC236}">
                <a16:creationId xmlns:a16="http://schemas.microsoft.com/office/drawing/2014/main" id="{3EEB5152-0F8F-378F-8135-B60333430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7113"/>
            <a:ext cx="9144000" cy="480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4022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757F6-55A9-47B0-91CA-75C5DBDC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7CD899-2F77-C4AD-8B59-3B43433C3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697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45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B38-2D92-CDA8-108E-BAB014677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FC629845-6805-C1E6-E442-AEA8EF7F5C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106B2D-5EB4-A907-2876-C5E6CE50C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697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9132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3985-8B83-D3B2-292F-E1A59D0A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5A882619-E590-B58F-E69C-A28B83B97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6EA3C-752F-7FDC-9302-57DAFDDCF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167"/>
            <a:ext cx="9144000" cy="646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7306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7D4F5-7735-C2A4-5222-746F2743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AC1F9C-7D07-CC4A-86C6-42449AE43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8012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A929D4-B857-13A7-F16F-1C885159F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069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each the Word#6. “Broken preachers.” – Morningside church of Christ">
            <a:extLst>
              <a:ext uri="{FF2B5EF4-FFF2-40B4-BE49-F238E27FC236}">
                <a16:creationId xmlns:a16="http://schemas.microsoft.com/office/drawing/2014/main" id="{2AA83B72-9961-C11B-4973-8C7748297C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0"/>
          <a:stretch/>
        </p:blipFill>
        <p:spPr bwMode="auto">
          <a:xfrm>
            <a:off x="539552" y="1052736"/>
            <a:ext cx="8229600" cy="4525963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43031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In Christ Alone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Song # 3350395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Keith Getty | Stuart Townend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2001 Thankyou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3107317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88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In Christ alone my hope is found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is my light my strength my song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Cornerstone this solid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Firm through the fiercest drought and storm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heights of love what depths of peace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fears are stilled when strivings cease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Comforter my All in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Here in the love of Christ I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1/4</a:t>
            </a:r>
          </a:p>
        </p:txBody>
      </p:sp>
    </p:spTree>
    <p:extLst>
      <p:ext uri="{BB962C8B-B14F-4D97-AF65-F5344CB8AC3E}">
        <p14:creationId xmlns:p14="http://schemas.microsoft.com/office/powerpoint/2010/main" val="22035287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In Christ alone who took on flesh</a:t>
            </a:r>
          </a:p>
          <a:p>
            <a:r>
              <a:rPr lang="en-GB" sz="3600" dirty="0">
                <a:solidFill>
                  <a:schemeClr val="bg1"/>
                </a:solidFill>
              </a:rPr>
              <a:t>Fullness of God in helpless babe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gift of love and righteousness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Scorned by the ones He came to save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Till on that cross as Jesus died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wrath of God was satisfied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every sin on Him was laid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Here in the death of Christ I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2888038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508" y="692696"/>
            <a:ext cx="8856984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There in the ground His body lay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Light of the world by darkness slain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Then bursting forth in glorious Day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Up from the grave He rose again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And as He stands in victory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Sin's curse has lost its grip on me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For I am His and He is mine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Bought with the precious blood of Christ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3/4</a:t>
            </a:r>
          </a:p>
        </p:txBody>
      </p:sp>
    </p:spTree>
    <p:extLst>
      <p:ext uri="{BB962C8B-B14F-4D97-AF65-F5344CB8AC3E}">
        <p14:creationId xmlns:p14="http://schemas.microsoft.com/office/powerpoint/2010/main" val="3005588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508" y="692696"/>
            <a:ext cx="8856984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No guilt in life no fear in death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is the power of Christ in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life's first cry to final breath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commands my destiny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power of hell no scheme of man</a:t>
            </a:r>
          </a:p>
          <a:p>
            <a:r>
              <a:rPr lang="en-GB" sz="3600" dirty="0">
                <a:solidFill>
                  <a:schemeClr val="bg1"/>
                </a:solidFill>
              </a:rPr>
              <a:t>Can ever pluck me from His hand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Till He returns or calls me home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Here in the power of Christ I'll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4/4</a:t>
            </a:r>
          </a:p>
        </p:txBody>
      </p:sp>
    </p:spTree>
    <p:extLst>
      <p:ext uri="{BB962C8B-B14F-4D97-AF65-F5344CB8AC3E}">
        <p14:creationId xmlns:p14="http://schemas.microsoft.com/office/powerpoint/2010/main" val="41640380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br>
              <a:rPr lang="en-GB" sz="9600" dirty="0">
                <a:solidFill>
                  <a:schemeClr val="bg1"/>
                </a:solidFill>
              </a:rPr>
            </a:br>
            <a:r>
              <a:rPr lang="en-GB" sz="6000" dirty="0">
                <a:solidFill>
                  <a:schemeClr val="bg1"/>
                </a:solidFill>
              </a:rPr>
              <a:t>Living Hope</a:t>
            </a:r>
            <a:br>
              <a:rPr lang="en-GB" sz="96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7106807</a:t>
            </a:r>
          </a:p>
          <a:p>
            <a:r>
              <a:rPr lang="en-GB" sz="1200" dirty="0">
                <a:solidFill>
                  <a:schemeClr val="bg1"/>
                </a:solidFill>
              </a:rPr>
              <a:t>Brian Johnson | Phil Wickham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2017 Phil Wickham Music; Simply Global Songs; Sing My Songs; Bethel Music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  <a:br>
              <a:rPr lang="en-GB" sz="1200" dirty="0">
                <a:solidFill>
                  <a:schemeClr val="bg1"/>
                </a:solidFill>
              </a:rPr>
            </a:b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22172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620688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How great the chasm that lay between 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high the mountain I could not climb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desperation I turned to heaven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spoke Your name into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through the darkness Your loving-kindness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Tore through the shadows of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work is finished the end is written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30064201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620688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could imagine so great a mercy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heart could fathom such boundless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God of ages stepped down from glory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wear my sin and bear my shame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cross has spoken I am forgiven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King of kings calls me His 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Beautiful Savior I’m Yours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3418489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2C9E-0DDB-E095-534E-8D05553B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819907-44A5-A66D-451D-F92ED8D0B2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Hallelujah praise the One who set me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Hallelujah death has lost its grip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every chain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salvation in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4C2985-B6E8-BA68-5169-4B3ACB1EA4E5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19548605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9F7B2-4602-6EF0-B4EB-2BD0A07F5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AB30DE-FCD0-AA06-77E0-7AE5639437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Then came the morning that sealed the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buried body began to breathe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Out of the silence the Roaring Lion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Declared the grave has no claim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Yours is the victory whoa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212E5-B969-500E-6FD6-CC860886001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30641888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C08D5-384F-902F-6475-F4241A93D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E647D1-B41A-EB35-577B-BDEAFA2B6F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Hallelujah praise the One who set me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Hallelujah death has lost its grip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every chain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salvation in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1C01AA-7DF6-22A8-9641-482110AFDF13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24914983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E3017-7AC2-625C-E37B-D4AB48EF9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F7C7DF-531C-F5EB-9D43-95359D8D0F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God You are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C0B26D-8919-A799-7C0A-65B8DE5FF4E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36169433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2 Corinthians 14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May the grace of the Lord Jesus Christ, and the love of God, and the fellowship of the Holy Spirit be with us all.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And….</a:t>
            </a:r>
          </a:p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Surely goodness and mercy shall follow us all the days of our lives, and we shall dwell in the house of the Lord forever.</a:t>
            </a:r>
          </a:p>
        </p:txBody>
      </p:sp>
    </p:spTree>
    <p:extLst>
      <p:ext uri="{BB962C8B-B14F-4D97-AF65-F5344CB8AC3E}">
        <p14:creationId xmlns:p14="http://schemas.microsoft.com/office/powerpoint/2010/main" val="39747127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9A194A-DD04-B8BB-F5E2-C52C9DD327EA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Amen!</a:t>
            </a:r>
          </a:p>
        </p:txBody>
      </p:sp>
    </p:spTree>
    <p:extLst>
      <p:ext uri="{BB962C8B-B14F-4D97-AF65-F5344CB8AC3E}">
        <p14:creationId xmlns:p14="http://schemas.microsoft.com/office/powerpoint/2010/main" val="160682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8100</TotalTime>
  <Words>1683</Words>
  <Application>Microsoft Office PowerPoint</Application>
  <PresentationFormat>On-screen Show (4:3)</PresentationFormat>
  <Paragraphs>304</Paragraphs>
  <Slides>59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akagi_probook</vt:lpstr>
      <vt:lpstr>Amatic SC</vt:lpstr>
      <vt:lpstr>Arial</vt:lpstr>
      <vt:lpstr>Calibri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366</cp:revision>
  <dcterms:created xsi:type="dcterms:W3CDTF">2024-09-27T16:56:29Z</dcterms:created>
  <dcterms:modified xsi:type="dcterms:W3CDTF">2026-08-31T14:10:28Z</dcterms:modified>
</cp:coreProperties>
</file>