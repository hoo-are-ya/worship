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950" r:id="rId2"/>
    <p:sldId id="1526" r:id="rId3"/>
    <p:sldId id="518" r:id="rId4"/>
    <p:sldId id="519" r:id="rId5"/>
    <p:sldId id="520" r:id="rId6"/>
    <p:sldId id="521" r:id="rId7"/>
    <p:sldId id="522" r:id="rId8"/>
    <p:sldId id="526" r:id="rId9"/>
    <p:sldId id="527" r:id="rId10"/>
    <p:sldId id="524" r:id="rId11"/>
    <p:sldId id="1621" r:id="rId12"/>
    <p:sldId id="528" r:id="rId13"/>
    <p:sldId id="523" r:id="rId14"/>
    <p:sldId id="525" r:id="rId15"/>
    <p:sldId id="1423" r:id="rId16"/>
    <p:sldId id="1424" r:id="rId17"/>
    <p:sldId id="1425" r:id="rId18"/>
    <p:sldId id="1426" r:id="rId19"/>
    <p:sldId id="706" r:id="rId20"/>
    <p:sldId id="707" r:id="rId21"/>
    <p:sldId id="708" r:id="rId22"/>
    <p:sldId id="1429" r:id="rId23"/>
    <p:sldId id="1430" r:id="rId24"/>
    <p:sldId id="1594" r:id="rId25"/>
    <p:sldId id="1618" r:id="rId26"/>
    <p:sldId id="1619" r:id="rId27"/>
    <p:sldId id="1282" r:id="rId28"/>
    <p:sldId id="1283" r:id="rId29"/>
    <p:sldId id="1284" r:id="rId30"/>
    <p:sldId id="1285" r:id="rId31"/>
    <p:sldId id="1286" r:id="rId32"/>
    <p:sldId id="1620" r:id="rId33"/>
    <p:sldId id="1026" r:id="rId34"/>
    <p:sldId id="1027" r:id="rId35"/>
    <p:sldId id="1028" r:id="rId36"/>
    <p:sldId id="1029" r:id="rId37"/>
    <p:sldId id="1030" r:id="rId38"/>
    <p:sldId id="458" r:id="rId39"/>
    <p:sldId id="1226" r:id="rId40"/>
    <p:sldId id="1610" r:id="rId41"/>
    <p:sldId id="954" r:id="rId42"/>
    <p:sldId id="1511" r:id="rId43"/>
    <p:sldId id="1411" r:id="rId44"/>
    <p:sldId id="1408" r:id="rId45"/>
    <p:sldId id="1410" r:id="rId46"/>
    <p:sldId id="1281" r:id="rId47"/>
    <p:sldId id="1339" r:id="rId48"/>
    <p:sldId id="946" r:id="rId49"/>
    <p:sldId id="1578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19"/>
            <p14:sldId id="520"/>
            <p14:sldId id="521"/>
            <p14:sldId id="522"/>
            <p14:sldId id="526"/>
            <p14:sldId id="527"/>
            <p14:sldId id="524"/>
            <p14:sldId id="1621"/>
            <p14:sldId id="528"/>
            <p14:sldId id="523"/>
            <p14:sldId id="525"/>
            <p14:sldId id="1423"/>
            <p14:sldId id="1424"/>
            <p14:sldId id="1425"/>
            <p14:sldId id="1426"/>
            <p14:sldId id="706"/>
            <p14:sldId id="707"/>
            <p14:sldId id="708"/>
            <p14:sldId id="1429"/>
            <p14:sldId id="1430"/>
            <p14:sldId id="1594"/>
            <p14:sldId id="1618"/>
            <p14:sldId id="1619"/>
            <p14:sldId id="1282"/>
            <p14:sldId id="1283"/>
            <p14:sldId id="1284"/>
            <p14:sldId id="1285"/>
            <p14:sldId id="1286"/>
            <p14:sldId id="1620"/>
            <p14:sldId id="1026"/>
            <p14:sldId id="1027"/>
            <p14:sldId id="1028"/>
            <p14:sldId id="1029"/>
            <p14:sldId id="1030"/>
            <p14:sldId id="458"/>
            <p14:sldId id="1226"/>
            <p14:sldId id="1610"/>
            <p14:sldId id="954"/>
            <p14:sldId id="1511"/>
            <p14:sldId id="1411"/>
            <p14:sldId id="1408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4" autoAdjust="0"/>
    <p:restoredTop sz="82242" autoAdjust="0"/>
  </p:normalViewPr>
  <p:slideViewPr>
    <p:cSldViewPr>
      <p:cViewPr varScale="1">
        <p:scale>
          <a:sx n="96" d="100"/>
          <a:sy n="96" d="100"/>
        </p:scale>
        <p:origin x="2226" y="84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C521-7081-5DA1-AC5F-F2700623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1D8-3EAC-1197-A01C-F1E114375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074-3F10-ADC5-8AB5-460AEF44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B6D-52FD-D974-BB68-0A20D5DA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741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13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September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62B3E-6374-B900-F0E9-2E4D8602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7FF90E-EF98-B8B7-A934-98C076B71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Joy in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Joy in the evening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I’ve got it, I‘ve got it, I‘ve got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E071F-1687-B84A-067E-4A176EDC47FE}"/>
              </a:ext>
            </a:extLst>
          </p:cNvPr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410570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423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Yes And Amen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7048885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McClarney | Nate Moore | Tony Brown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2016 Thankyou Music Ltd; Bethel Worship Publishing; Mouth Of The River Music; Songs Of Simply Hymns Music; Tony Brown Music Designee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983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Father of kindness You have poured out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brought me out of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filled me with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Giver of mercy You're my help in time of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823203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E030-D06A-2523-485B-CA34D94E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ACA2D7-85CE-9B28-5BF6-45758B84A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02123-EF14-0F73-E399-CD6D5B90073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25578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72A0-A2CD-D6DA-914F-8013F569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21DB4A-42E9-FB0F-F6D0-79332A1C2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Beautiful Saviour, You have brought me near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pulled me from the ashes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curse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Redeemer You have set this captive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7AD81-1058-4AC2-98C3-77A4529543E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087643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2137-2F21-6C01-E4AD-CD85B16E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67D3B-E7A9-6E37-F822-8A99E230C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8726E-0BC9-FA10-87EB-4954FD11556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134730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A836-37CB-7F30-DD47-ADDD0140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CCBD3B-4CF6-D24C-55AF-A338B9B3E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rest in Your promises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confidence is Your faithfulness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9396F-A184-7DF7-8105-A228ABDC922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740009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963D-3F8F-D131-6107-EC73E7C7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6D90B2-3E38-74A3-BA1D-FEE7391AA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FE31E-63A2-7011-23C4-DD452AE821B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971221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7EF-68A4-C761-9F69-8AE2B6F0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AFFF28-DE76-0271-0675-71E54026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Holy Spirit You have changed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comfort and direct me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filled me with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Teacher and defender, you're my guide in time of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8B099-3ECA-1425-BA2C-CEBAC0CA961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02972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FF9E-0179-928E-3D6E-38B59A7D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EF59B-41C1-45C9-D222-15A15D74E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B105F-984F-36BD-FBD8-AFAD5B4DCDE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4056487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Heart Of Worship</a:t>
            </a:r>
            <a:b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2296522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Matt Redman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1997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264906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the music fades all is stripped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simply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Longing just to bring something that's of worth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will bless Your heart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225582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I'll bring You more than a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 song in itself is not what You have required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search much deeper within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way things appear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looking into my heart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686468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coming back to the heart of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it's all about You all about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sorry Lord for the thing I've made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it's all about You all about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729908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King of endless worth no one could express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much You deserve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Though I'm weak and poor all I have is Yours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single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4174602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I'll bring You more than a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 song in itself is not what You have required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search much deeper within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way things appear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looking into my heart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2373438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coming back to the heart of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it's all about You all about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sorry Lord for the thing I've made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it's all about You all about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4198726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C3CC-075B-2BD3-3A9D-4A20B280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9BA4E1-0DF6-94D0-7FA4-AAA1197DA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give You the highest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give You the highest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give You the highest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our Savior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You’re worthy of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E44C2-0C69-4419-E8AD-9623DE0A6C1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3087344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Worthy Of it 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6280644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David </a:t>
            </a:r>
            <a:r>
              <a:rPr lang="en-GB" sz="1200" dirty="0" err="1">
                <a:solidFill>
                  <a:schemeClr val="bg1"/>
                </a:solidFill>
              </a:rPr>
              <a:t>Brymer</a:t>
            </a:r>
            <a:r>
              <a:rPr lang="en-GB" sz="1200" dirty="0">
                <a:solidFill>
                  <a:schemeClr val="bg1"/>
                </a:solidFill>
              </a:rPr>
              <a:t> | Ryan Hall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2012 Common Hymnal Publishing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Innerland</a:t>
            </a:r>
            <a:r>
              <a:rPr lang="en-GB" sz="1200" dirty="0">
                <a:solidFill>
                  <a:schemeClr val="bg1"/>
                </a:solidFill>
              </a:rPr>
              <a:t>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Underground Treasure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Wayfinder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All the saints and angels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Bow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elders cast their crowns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Before the Lamb of God and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3498919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09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Day and night,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incense arise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(X4)</a:t>
            </a:r>
          </a:p>
          <a:p>
            <a:r>
              <a:rPr lang="en-GB" sz="3600" dirty="0">
                <a:solidFill>
                  <a:schemeClr val="bg1"/>
                </a:solidFill>
              </a:rPr>
              <a:t>Day and night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095156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8AE-215D-4A23-841C-79813C3D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296BA-95CB-8863-72AE-0A00CCEB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9E39C-5AA8-D84C-043C-D9B3C2EC5DD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745680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Name above all names</a:t>
            </a:r>
          </a:p>
          <a:p>
            <a:r>
              <a:rPr lang="en-GB" sz="4000" dirty="0">
                <a:solidFill>
                  <a:schemeClr val="bg1"/>
                </a:solidFill>
              </a:rPr>
              <a:t>Worthy of all praise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heart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4219709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399166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5335-480E-0963-14B6-61BC7C3D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EEB7-507D-DEF1-8407-2F36ADB946B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A1BBC5-8814-BF8C-9D48-4079547A26BD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081DA-A487-E35F-C866-D466ECF4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9AFE2-1BF7-7D3C-A093-C9C8FAF2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8159</TotalTime>
  <Words>1305</Words>
  <Application>Microsoft Office PowerPoint</Application>
  <PresentationFormat>On-screen Show (4:3)</PresentationFormat>
  <Paragraphs>241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374</cp:revision>
  <dcterms:created xsi:type="dcterms:W3CDTF">2024-09-27T16:56:29Z</dcterms:created>
  <dcterms:modified xsi:type="dcterms:W3CDTF">2026-09-12T21:15:37Z</dcterms:modified>
</cp:coreProperties>
</file>