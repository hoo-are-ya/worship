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950" r:id="rId2"/>
    <p:sldId id="1526" r:id="rId3"/>
    <p:sldId id="518" r:id="rId4"/>
    <p:sldId id="519" r:id="rId5"/>
    <p:sldId id="520" r:id="rId6"/>
    <p:sldId id="521" r:id="rId7"/>
    <p:sldId id="522" r:id="rId8"/>
    <p:sldId id="526" r:id="rId9"/>
    <p:sldId id="527" r:id="rId10"/>
    <p:sldId id="524" r:id="rId11"/>
    <p:sldId id="528" r:id="rId12"/>
    <p:sldId id="523" r:id="rId13"/>
    <p:sldId id="525" r:id="rId14"/>
    <p:sldId id="1423" r:id="rId15"/>
    <p:sldId id="1424" r:id="rId16"/>
    <p:sldId id="1425" r:id="rId17"/>
    <p:sldId id="1426" r:id="rId18"/>
    <p:sldId id="706" r:id="rId19"/>
    <p:sldId id="707" r:id="rId20"/>
    <p:sldId id="708" r:id="rId21"/>
    <p:sldId id="1429" r:id="rId22"/>
    <p:sldId id="1430" r:id="rId23"/>
    <p:sldId id="1594" r:id="rId24"/>
    <p:sldId id="1618" r:id="rId25"/>
    <p:sldId id="1619" r:id="rId26"/>
    <p:sldId id="1282" r:id="rId27"/>
    <p:sldId id="1283" r:id="rId28"/>
    <p:sldId id="1284" r:id="rId29"/>
    <p:sldId id="1285" r:id="rId30"/>
    <p:sldId id="1286" r:id="rId31"/>
    <p:sldId id="1620" r:id="rId32"/>
    <p:sldId id="1026" r:id="rId33"/>
    <p:sldId id="1027" r:id="rId34"/>
    <p:sldId id="1028" r:id="rId35"/>
    <p:sldId id="1029" r:id="rId36"/>
    <p:sldId id="1030" r:id="rId37"/>
    <p:sldId id="458" r:id="rId38"/>
    <p:sldId id="1226" r:id="rId39"/>
    <p:sldId id="1610" r:id="rId40"/>
    <p:sldId id="954" r:id="rId41"/>
    <p:sldId id="1511" r:id="rId42"/>
    <p:sldId id="1411" r:id="rId43"/>
    <p:sldId id="1408" r:id="rId44"/>
    <p:sldId id="1410" r:id="rId45"/>
    <p:sldId id="1281" r:id="rId46"/>
    <p:sldId id="1339" r:id="rId47"/>
    <p:sldId id="946" r:id="rId48"/>
    <p:sldId id="1578" r:id="rId4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518"/>
            <p14:sldId id="519"/>
            <p14:sldId id="520"/>
            <p14:sldId id="521"/>
            <p14:sldId id="522"/>
            <p14:sldId id="526"/>
            <p14:sldId id="527"/>
            <p14:sldId id="524"/>
            <p14:sldId id="528"/>
            <p14:sldId id="523"/>
            <p14:sldId id="525"/>
            <p14:sldId id="1423"/>
            <p14:sldId id="1424"/>
            <p14:sldId id="1425"/>
            <p14:sldId id="1426"/>
            <p14:sldId id="706"/>
            <p14:sldId id="707"/>
            <p14:sldId id="708"/>
            <p14:sldId id="1429"/>
            <p14:sldId id="1430"/>
            <p14:sldId id="1594"/>
            <p14:sldId id="1618"/>
            <p14:sldId id="1619"/>
            <p14:sldId id="1282"/>
            <p14:sldId id="1283"/>
            <p14:sldId id="1284"/>
            <p14:sldId id="1285"/>
            <p14:sldId id="1286"/>
            <p14:sldId id="1620"/>
            <p14:sldId id="1026"/>
            <p14:sldId id="1027"/>
            <p14:sldId id="1028"/>
            <p14:sldId id="1029"/>
            <p14:sldId id="1030"/>
            <p14:sldId id="458"/>
            <p14:sldId id="1226"/>
            <p14:sldId id="1610"/>
            <p14:sldId id="954"/>
            <p14:sldId id="1511"/>
            <p14:sldId id="1411"/>
            <p14:sldId id="1408"/>
            <p14:sldId id="1410"/>
            <p14:sldId id="1281"/>
            <p14:sldId id="1339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4" autoAdjust="0"/>
    <p:restoredTop sz="82242" autoAdjust="0"/>
  </p:normalViewPr>
  <p:slideViewPr>
    <p:cSldViewPr>
      <p:cViewPr varScale="1">
        <p:scale>
          <a:sx n="91" d="100"/>
          <a:sy n="91" d="100"/>
        </p:scale>
        <p:origin x="1458" y="78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1C521-7081-5DA1-AC5F-F2700623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3DE1D8-3EAC-1197-A01C-F1E114375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9B074-3F10-ADC5-8AB5-460AEF445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74B6D-52FD-D974-BB68-0A20D5DAE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7416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13</a:t>
            </a:r>
            <a:r>
              <a:rPr lang="en-US" sz="2400" baseline="30000" dirty="0">
                <a:solidFill>
                  <a:schemeClr val="bg1"/>
                </a:solidFill>
              </a:rPr>
              <a:t>th</a:t>
            </a:r>
            <a:r>
              <a:rPr lang="en-US" sz="2400" dirty="0">
                <a:solidFill>
                  <a:schemeClr val="bg1"/>
                </a:solidFill>
              </a:rPr>
              <a:t> September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The Joy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7209419</a:t>
            </a:r>
          </a:p>
          <a:p>
            <a:r>
              <a:rPr lang="en-GB" sz="1200" dirty="0">
                <a:solidFill>
                  <a:schemeClr val="bg1"/>
                </a:solidFill>
              </a:rPr>
              <a:t>Andrew Holt | Mitch Wong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2023 Andrew Holt Music Publishing; TBCO Publishing; A Wong Made Write Publishing; Integrity's Praise!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This is the day You made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I’ll rejoice and be glad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Rejoice and be glad in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where I believe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You are more than enough</a:t>
            </a:r>
          </a:p>
          <a:p>
            <a:r>
              <a:rPr lang="en-GB" sz="3600" dirty="0">
                <a:solidFill>
                  <a:schemeClr val="bg1"/>
                </a:solidFill>
              </a:rPr>
              <a:t>More than enough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782" y="-796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come what may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all my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43258-2AE3-FDAB-EA06-45707B272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3FCB37-E08D-5B4B-9F3D-6B7811406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faithful to Your promise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strong when I am weak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I’m standing in Your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have everything I need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428C-801B-9E0E-26C4-3D27AE621CA5}"/>
              </a:ext>
            </a:extLst>
          </p:cNvPr>
          <p:cNvSpPr txBox="1"/>
          <p:nvPr/>
        </p:nvSpPr>
        <p:spPr>
          <a:xfrm>
            <a:off x="846043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216087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0D812-5805-EE7C-B2A4-B0F367FE3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1E00BE-0C3C-E4D4-DA67-C98C563E4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BB22F4-7E9C-A4E3-4A5F-8935CF141156}"/>
              </a:ext>
            </a:extLst>
          </p:cNvPr>
          <p:cNvSpPr txBox="1"/>
          <p:nvPr/>
        </p:nvSpPr>
        <p:spPr>
          <a:xfrm>
            <a:off x="8263782" y="44624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393113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it rise up like a river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it pour out with no limit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Overflowing Holy Spirit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19472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7BFC-C8C6-CB7D-5500-208F187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BB562EB-034E-1C8E-26A4-0C4A983E6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FA5ED0-C3D5-67DE-14C0-FD2BD79611FF}"/>
              </a:ext>
            </a:extLst>
          </p:cNvPr>
          <p:cNvSpPr txBox="1"/>
          <p:nvPr/>
        </p:nvSpPr>
        <p:spPr>
          <a:xfrm>
            <a:off x="826378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241335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I've got the joy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the joy of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30035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my soul bless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that is within me say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joy of the Lord is my 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36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Yes And Amen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7048885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McClarney | Nate Moore | Tony Brown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2016 Thankyou Music Ltd; Bethel Worship Publishing; Mouth Of The River Music; Songs Of Simply Hymns Music; Tony Brown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83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Father of kindness You have poured out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brought me out of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Giver of mercy You're my help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8232036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E030-D06A-2523-485B-CA34D94E6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CA2D7-85CE-9B28-5BF6-45758B84A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02123-EF14-0F73-E399-CD6D5B90073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255782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72A0-A2CD-D6DA-914F-8013F569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1DB4A-42E9-FB0F-F6D0-79332A1C2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Beautiful Saviour, You have brought me near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pulled me from the ashes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curse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Redeemer You have set this captive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7AD81-1058-4AC2-98C3-77A4529543E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087643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2137-2F21-6C01-E4AD-CD85B16E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67D3B-E7A9-6E37-F822-8A99E230C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8726E-0BC9-FA10-87EB-4954FD11556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134730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CA836-37CB-7F30-DD47-ADDD0140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CCBD3B-4CF6-D24C-55AF-A338B9B3E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rest in Your promises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confidence is Your faithfulness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9396F-A184-7DF7-8105-A228ABDC922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2740009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963D-3F8F-D131-6107-EC73E7C73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6D90B2-3E38-74A3-BA1D-FEE7391AA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FE31E-63A2-7011-23C4-DD452AE821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1971221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7EF-68A4-C761-9F69-8AE2B6F0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AFFF28-DE76-0271-0675-71E54026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Holy Spirit You have changed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comfort and direct me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Teacher and defender, you're my guide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8B099-3ECA-1425-BA2C-CEBAC0CA961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1102972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FF9E-0179-928E-3D6E-38B59A7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EF59B-41C1-45C9-D222-15A15D74E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105F-984F-36BD-FBD8-AFAD5B4DCDE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40564872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Heart Of Worship</a:t>
            </a:r>
            <a:b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2296522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Matt Redman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1997 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42649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the music fades all is stripped away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simply come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Longing just to bring something that's of worth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will bless Your heart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422558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I'll bring You more than a song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a song in itself is not what You have required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search much deeper within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way things appear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You're looking into my heart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3686468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I'm coming back to the heart of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it's all about You all about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sorry Lord for the thing I've made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it's all about You all about You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17299083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King of endless worth no one could express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much You deserve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Though I'm weak and poor all I have is Yours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single breath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4174602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I'll bring You more than a song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a song in itself is not what You have required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search much deeper within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Through the way things appear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You're looking into my heart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2373438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I'm coming back to the heart of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it's all about You all about You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I'm sorry Lord for the thing I've made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it's all about You all about You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41987268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2C3CC-075B-2BD3-3A9D-4A20B2806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9BA4E1-0DF6-94D0-7FA4-AAA1197DA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give You the highest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give You the highest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give You the highest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our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You’re worthy of it 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0E44C2-0C69-4419-E8AD-9623DE0A6C19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</a:t>
            </a:r>
          </a:p>
        </p:txBody>
      </p:sp>
    </p:spTree>
    <p:extLst>
      <p:ext uri="{BB962C8B-B14F-4D97-AF65-F5344CB8AC3E}">
        <p14:creationId xmlns:p14="http://schemas.microsoft.com/office/powerpoint/2010/main" val="3087344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Worthy Of it All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6280644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David </a:t>
            </a:r>
            <a:r>
              <a:rPr lang="en-GB" sz="1200" dirty="0" err="1">
                <a:solidFill>
                  <a:schemeClr val="bg1"/>
                </a:solidFill>
              </a:rPr>
              <a:t>Brymer</a:t>
            </a:r>
            <a:r>
              <a:rPr lang="en-GB" sz="1200" dirty="0">
                <a:solidFill>
                  <a:schemeClr val="bg1"/>
                </a:solidFill>
              </a:rPr>
              <a:t> | Ryan Hall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2012 Common Hymnal Publishing (Admin. by Integrity Music Ltd)</a:t>
            </a:r>
          </a:p>
          <a:p>
            <a:r>
              <a:rPr lang="en-GB" sz="1200" dirty="0" err="1">
                <a:solidFill>
                  <a:schemeClr val="bg1"/>
                </a:solidFill>
              </a:rPr>
              <a:t>Innerland</a:t>
            </a:r>
            <a:r>
              <a:rPr lang="en-GB" sz="1200" dirty="0">
                <a:solidFill>
                  <a:schemeClr val="bg1"/>
                </a:solidFill>
              </a:rPr>
              <a:t>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Underground Treasure (Admin. by Integrity Music Ltd)</a:t>
            </a:r>
          </a:p>
          <a:p>
            <a:r>
              <a:rPr lang="en-GB" sz="1200" dirty="0" err="1">
                <a:solidFill>
                  <a:schemeClr val="bg1"/>
                </a:solidFill>
              </a:rPr>
              <a:t>Wayfinder</a:t>
            </a:r>
            <a:r>
              <a:rPr lang="en-GB" sz="1200" dirty="0">
                <a:solidFill>
                  <a:schemeClr val="bg1"/>
                </a:solidFill>
              </a:rPr>
              <a:t>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3152724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642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All the saints and angels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Bow before Your throne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the elders cast their crowns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Before the Lamb of God and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15846728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from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to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glory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3498919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209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Day and night,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Night and day,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incense arise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(X4)</a:t>
            </a:r>
          </a:p>
          <a:p>
            <a:r>
              <a:rPr lang="en-GB" sz="3600" dirty="0">
                <a:solidFill>
                  <a:schemeClr val="bg1"/>
                </a:solidFill>
              </a:rPr>
              <a:t>Day and night </a:t>
            </a:r>
          </a:p>
          <a:p>
            <a:r>
              <a:rPr lang="en-GB" sz="3600" dirty="0">
                <a:solidFill>
                  <a:schemeClr val="bg1"/>
                </a:solidFill>
              </a:rPr>
              <a:t>Night and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1095156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CF8AE-215D-4A23-841C-79813C3D6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F296BA-95CB-8863-72AE-0A00CCEBBF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from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to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glory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9E39C-5AA8-D84C-043C-D9B3C2EC5DD6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7456801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Name above all names</a:t>
            </a:r>
          </a:p>
          <a:p>
            <a:r>
              <a:rPr lang="en-GB" sz="4000" dirty="0">
                <a:solidFill>
                  <a:schemeClr val="bg1"/>
                </a:solidFill>
              </a:rPr>
              <a:t>Worthy of all praise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heart will sing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1/2</a:t>
            </a:r>
          </a:p>
        </p:txBody>
      </p:sp>
    </p:spTree>
    <p:extLst>
      <p:ext uri="{BB962C8B-B14F-4D97-AF65-F5344CB8AC3E}">
        <p14:creationId xmlns:p14="http://schemas.microsoft.com/office/powerpoint/2010/main" val="4219709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2/2</a:t>
            </a:r>
          </a:p>
        </p:txBody>
      </p:sp>
    </p:spTree>
    <p:extLst>
      <p:ext uri="{BB962C8B-B14F-4D97-AF65-F5344CB8AC3E}">
        <p14:creationId xmlns:p14="http://schemas.microsoft.com/office/powerpoint/2010/main" val="33991662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5335-480E-0963-14B6-61BC7C3DB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CEEB7-507D-DEF1-8407-2F36ADB946B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A1BBC5-8814-BF8C-9D48-4079547A26BD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D081DA-A487-E35F-C866-D466ECF4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345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99AFE2-1BF7-7D3C-A093-C9C8FAF2F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8141</TotalTime>
  <Words>1279</Words>
  <Application>Microsoft Office PowerPoint</Application>
  <PresentationFormat>On-screen Show (4:3)</PresentationFormat>
  <Paragraphs>236</Paragraphs>
  <Slides>48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akagi_probook</vt:lpstr>
      <vt:lpstr>Amatic SC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371</cp:revision>
  <dcterms:created xsi:type="dcterms:W3CDTF">2024-09-27T16:56:29Z</dcterms:created>
  <dcterms:modified xsi:type="dcterms:W3CDTF">2026-09-07T09:14:34Z</dcterms:modified>
</cp:coreProperties>
</file>