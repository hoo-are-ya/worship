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518" r:id="rId2"/>
    <p:sldId id="519" r:id="rId3"/>
    <p:sldId id="520" r:id="rId4"/>
    <p:sldId id="521" r:id="rId5"/>
    <p:sldId id="522" r:id="rId6"/>
    <p:sldId id="524" r:id="rId7"/>
    <p:sldId id="523" r:id="rId8"/>
    <p:sldId id="525" r:id="rId9"/>
    <p:sldId id="717" r:id="rId10"/>
    <p:sldId id="718" r:id="rId11"/>
    <p:sldId id="719" r:id="rId12"/>
    <p:sldId id="720" r:id="rId13"/>
    <p:sldId id="721" r:id="rId14"/>
    <p:sldId id="713" r:id="rId15"/>
    <p:sldId id="714" r:id="rId16"/>
    <p:sldId id="715" r:id="rId17"/>
    <p:sldId id="716" r:id="rId18"/>
    <p:sldId id="731" r:id="rId19"/>
    <p:sldId id="722" r:id="rId20"/>
    <p:sldId id="723" r:id="rId21"/>
    <p:sldId id="724" r:id="rId22"/>
    <p:sldId id="526" r:id="rId23"/>
    <p:sldId id="527" r:id="rId24"/>
    <p:sldId id="725" r:id="rId25"/>
    <p:sldId id="528" r:id="rId26"/>
    <p:sldId id="726" r:id="rId27"/>
    <p:sldId id="529" r:id="rId28"/>
    <p:sldId id="727" r:id="rId29"/>
    <p:sldId id="728" r:id="rId30"/>
    <p:sldId id="729" r:id="rId31"/>
    <p:sldId id="73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518"/>
            <p14:sldId id="519"/>
            <p14:sldId id="520"/>
            <p14:sldId id="521"/>
            <p14:sldId id="522"/>
            <p14:sldId id="524"/>
            <p14:sldId id="523"/>
            <p14:sldId id="525"/>
            <p14:sldId id="717"/>
            <p14:sldId id="718"/>
            <p14:sldId id="719"/>
            <p14:sldId id="720"/>
            <p14:sldId id="721"/>
            <p14:sldId id="713"/>
            <p14:sldId id="714"/>
            <p14:sldId id="715"/>
            <p14:sldId id="716"/>
            <p14:sldId id="731"/>
            <p14:sldId id="722"/>
            <p14:sldId id="723"/>
            <p14:sldId id="724"/>
            <p14:sldId id="526"/>
            <p14:sldId id="527"/>
            <p14:sldId id="725"/>
            <p14:sldId id="528"/>
            <p14:sldId id="726"/>
            <p14:sldId id="529"/>
            <p14:sldId id="727"/>
            <p14:sldId id="728"/>
            <p14:sldId id="729"/>
            <p14:sldId id="7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8" autoAdjust="0"/>
    <p:restoredTop sz="82242" autoAdjust="0"/>
  </p:normalViewPr>
  <p:slideViewPr>
    <p:cSldViewPr>
      <p:cViewPr varScale="1">
        <p:scale>
          <a:sx n="91" d="100"/>
          <a:sy n="91" d="100"/>
        </p:scale>
        <p:origin x="840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87624" y="6237312"/>
            <a:ext cx="2133600" cy="365125"/>
          </a:xfrm>
        </p:spPr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428642" y="6237312"/>
            <a:ext cx="8258158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B819B4D-A078-A81F-8803-C92CBBB7FF5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8642" y="6292439"/>
            <a:ext cx="326934" cy="4604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10,000 Reasons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6016351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Jonas </a:t>
            </a:r>
            <a:r>
              <a:rPr lang="en-GB" sz="1200" dirty="0" err="1">
                <a:solidFill>
                  <a:schemeClr val="bg1"/>
                </a:solidFill>
              </a:rPr>
              <a:t>Myrin</a:t>
            </a:r>
            <a:r>
              <a:rPr lang="en-GB" sz="1200" dirty="0">
                <a:solidFill>
                  <a:schemeClr val="bg1"/>
                </a:solidFill>
              </a:rPr>
              <a:t> | Matt Redman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2011 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Atlas Mountain Songs (Admin. by SHOUT!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sun comes up it's a new day dawning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time to sing Your song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Whatever may pass and whatever lies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me be singing when the evening 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You're rich in love and You're slow to anger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great and Your heart is kind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all Your goodness I will keep on singing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Ten thousand reasons for my heart to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on that day when my strength is failing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end draws near and my time has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Still my soul will sing Your praise unending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Ten thousand years and then forevermore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In Christ Alone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3350395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Keith Getty | Stuart Townend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2001 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19645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8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Christ alone my hope is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my light my strength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Cornerstone this solid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Firm through the fiercest drought and storm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heights of love what depths of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fears are stilled when strivings cease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Comforter my All in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love of Christ I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46718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Christ alone who took on flesh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Fullness of God in helpless babe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gift of love and righteousness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Scorned by the ones He came to save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on that cross as Jesus died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wrath of God was satisfied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every sin on Him was laid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death of Christ I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414840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in the ground His body lay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Light of the world by darkness slain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bursting forth in glorious Day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 from the grave He rose again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as He stands in victory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Sin's curse has lost its grip on me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 am His and He is mine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Bought with the precious blood of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28614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 guilt in life no fear in death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the power of Christ 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life's first cry to final breath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commands my destiny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power of hell no scheme of man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ever pluck me from His hand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He returns or calls me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power of Christ I'll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529731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What A Friend We Have In Jesus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7206913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Charles Crozat Converse | Joseph Medlicott Scriven | Paul Baloche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Words: Public Domain; Music: Integrity Worship Music; </a:t>
            </a:r>
            <a:r>
              <a:rPr lang="en-GB" sz="1200" dirty="0" err="1">
                <a:solidFill>
                  <a:schemeClr val="bg1"/>
                </a:solidFill>
              </a:rPr>
              <a:t>Leadworship</a:t>
            </a:r>
            <a:r>
              <a:rPr lang="en-GB" sz="1200" dirty="0">
                <a:solidFill>
                  <a:schemeClr val="bg1"/>
                </a:solidFill>
              </a:rPr>
              <a:t>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4162359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a friend we have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our sins and griefs to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a privilege to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peace we often forfeit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needless pain we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because we do not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36991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Have we trials and temptations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there trouble anywhere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should never be discouraged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we find a friend so faithful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all our sorrows share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knows our every weakness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951090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Are we weak and heavy laden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Cumbered with a load of care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Precious Saviour still our refuge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 thy friends despise forsake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His arms He'll take and shield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Thou wilt find a solace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3527039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C06FB2-2D54-FBEF-CA5E-3D62239A9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203" y="0"/>
            <a:ext cx="4769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96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Blessing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7147007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Brown | Cody Carnes | Kari Jobe | Steven Furtick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2020 Capitol CMG Paragon; Kari Jobe Carnes Music; Worship Together Music; Writer's Roof Publishing; Music by Elevation Worship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310732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bless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keep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Make His face shine upon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 gracious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Lord turn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Face toward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give you peace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674371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4148466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93FC-6957-4A15-AD5D-8A95D0A7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20911-7A58-D696-4EDA-D15729196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bless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keep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Make His face shine upon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 gracious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Lord turn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Face toward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give you peace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A7961-0CA3-7D58-44FA-13A31F93119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935039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D4A1-36D3-19A8-D175-F056C34F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9B7871-7072-921A-0D99-720BCB1BA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94044-9419-4405-B1DC-99C068AF3DC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359812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His favour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upon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a thousand generations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family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their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their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4279717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1825-7773-EF8F-A093-CC5A48EB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D25434-5A53-5FDD-B008-269B61666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His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 before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behind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beside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around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within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with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with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E93D0-CC68-BEB7-9155-3E0C67A7834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2620487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evening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your coming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going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your weeping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rejoicing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for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2648428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3A33-77D5-9984-5A0F-3F131B27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94BF37-871C-88D6-F015-8CCBBB22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47749-723D-6D1C-A8AC-7996C862CC2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849287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Still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3940963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Reuben Morgan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2002 Hillsong Music Publishing Australia (Admin. by Hillsong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472106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Hide me 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Under Your wings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Cover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Within Your mighty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3281651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the oceans rise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thunders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soar with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Above the storm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Father You are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 the flood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be still and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145976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Find rest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Christ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Know His power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quietness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47545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6485</TotalTime>
  <Words>1078</Words>
  <Application>Microsoft Office PowerPoint</Application>
  <PresentationFormat>On-screen Show (4:3)</PresentationFormat>
  <Paragraphs>216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260</cp:revision>
  <dcterms:created xsi:type="dcterms:W3CDTF">2024-09-27T16:56:29Z</dcterms:created>
  <dcterms:modified xsi:type="dcterms:W3CDTF">2026-03-15T15:56:32Z</dcterms:modified>
</cp:coreProperties>
</file>