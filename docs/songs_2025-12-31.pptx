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950" r:id="rId2"/>
    <p:sldId id="1416" r:id="rId3"/>
    <p:sldId id="545" r:id="rId4"/>
    <p:sldId id="546" r:id="rId5"/>
    <p:sldId id="1373" r:id="rId6"/>
    <p:sldId id="547" r:id="rId7"/>
    <p:sldId id="548" r:id="rId8"/>
    <p:sldId id="1374" r:id="rId9"/>
    <p:sldId id="552" r:id="rId10"/>
    <p:sldId id="549" r:id="rId11"/>
    <p:sldId id="550" r:id="rId12"/>
    <p:sldId id="553" r:id="rId13"/>
    <p:sldId id="551" r:id="rId14"/>
    <p:sldId id="1447" r:id="rId15"/>
    <p:sldId id="1448" r:id="rId16"/>
    <p:sldId id="1449" r:id="rId17"/>
    <p:sldId id="524" r:id="rId18"/>
    <p:sldId id="1450" r:id="rId19"/>
    <p:sldId id="1451" r:id="rId20"/>
    <p:sldId id="1452" r:id="rId21"/>
    <p:sldId id="1453" r:id="rId22"/>
    <p:sldId id="1454" r:id="rId23"/>
    <p:sldId id="1455" r:id="rId24"/>
    <p:sldId id="1457" r:id="rId25"/>
    <p:sldId id="1456" r:id="rId26"/>
    <p:sldId id="1423" r:id="rId27"/>
    <p:sldId id="1424" r:id="rId28"/>
    <p:sldId id="1425" r:id="rId29"/>
    <p:sldId id="1426" r:id="rId30"/>
    <p:sldId id="706" r:id="rId31"/>
    <p:sldId id="707" r:id="rId32"/>
    <p:sldId id="708" r:id="rId33"/>
    <p:sldId id="1458" r:id="rId34"/>
    <p:sldId id="1430" r:id="rId35"/>
    <p:sldId id="1459" r:id="rId36"/>
    <p:sldId id="1460" r:id="rId37"/>
    <p:sldId id="1461" r:id="rId38"/>
    <p:sldId id="1462" r:id="rId39"/>
    <p:sldId id="1463" r:id="rId40"/>
    <p:sldId id="1464" r:id="rId41"/>
    <p:sldId id="1468" r:id="rId42"/>
    <p:sldId id="656" r:id="rId43"/>
    <p:sldId id="657" r:id="rId44"/>
    <p:sldId id="1227" r:id="rId45"/>
    <p:sldId id="661" r:id="rId46"/>
    <p:sldId id="658" r:id="rId47"/>
    <p:sldId id="1228" r:id="rId48"/>
    <p:sldId id="659" r:id="rId49"/>
    <p:sldId id="660" r:id="rId50"/>
    <p:sldId id="713" r:id="rId51"/>
    <p:sldId id="1229" r:id="rId52"/>
    <p:sldId id="1230" r:id="rId53"/>
    <p:sldId id="1226" r:id="rId54"/>
    <p:sldId id="645" r:id="rId55"/>
    <p:sldId id="644" r:id="rId56"/>
    <p:sldId id="1469" r:id="rId57"/>
    <p:sldId id="518" r:id="rId58"/>
    <p:sldId id="520" r:id="rId59"/>
    <p:sldId id="521" r:id="rId60"/>
    <p:sldId id="522" r:id="rId61"/>
    <p:sldId id="523" r:id="rId62"/>
    <p:sldId id="525" r:id="rId63"/>
    <p:sldId id="526" r:id="rId64"/>
    <p:sldId id="532" r:id="rId65"/>
    <p:sldId id="527" r:id="rId66"/>
    <p:sldId id="528" r:id="rId67"/>
    <p:sldId id="529" r:id="rId68"/>
    <p:sldId id="530" r:id="rId69"/>
    <p:sldId id="531" r:id="rId70"/>
    <p:sldId id="1465" r:id="rId71"/>
    <p:sldId id="1466" r:id="rId72"/>
    <p:sldId id="1467" r:id="rId7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416"/>
            <p14:sldId id="545"/>
            <p14:sldId id="546"/>
            <p14:sldId id="1373"/>
            <p14:sldId id="547"/>
            <p14:sldId id="548"/>
            <p14:sldId id="1374"/>
            <p14:sldId id="552"/>
            <p14:sldId id="549"/>
            <p14:sldId id="550"/>
            <p14:sldId id="553"/>
            <p14:sldId id="551"/>
            <p14:sldId id="1447"/>
            <p14:sldId id="1448"/>
            <p14:sldId id="1449"/>
            <p14:sldId id="524"/>
            <p14:sldId id="1450"/>
            <p14:sldId id="1451"/>
            <p14:sldId id="1452"/>
            <p14:sldId id="1453"/>
            <p14:sldId id="1454"/>
            <p14:sldId id="1455"/>
            <p14:sldId id="1457"/>
            <p14:sldId id="1456"/>
            <p14:sldId id="1423"/>
            <p14:sldId id="1424"/>
            <p14:sldId id="1425"/>
            <p14:sldId id="1426"/>
            <p14:sldId id="706"/>
            <p14:sldId id="707"/>
            <p14:sldId id="708"/>
            <p14:sldId id="1458"/>
            <p14:sldId id="1430"/>
            <p14:sldId id="1459"/>
            <p14:sldId id="1460"/>
            <p14:sldId id="1461"/>
            <p14:sldId id="1462"/>
            <p14:sldId id="1463"/>
            <p14:sldId id="1464"/>
            <p14:sldId id="1468"/>
            <p14:sldId id="656"/>
            <p14:sldId id="657"/>
            <p14:sldId id="1227"/>
            <p14:sldId id="661"/>
            <p14:sldId id="658"/>
            <p14:sldId id="1228"/>
            <p14:sldId id="659"/>
            <p14:sldId id="660"/>
            <p14:sldId id="713"/>
            <p14:sldId id="1229"/>
            <p14:sldId id="1230"/>
            <p14:sldId id="1226"/>
            <p14:sldId id="645"/>
            <p14:sldId id="644"/>
            <p14:sldId id="1469"/>
            <p14:sldId id="518"/>
            <p14:sldId id="520"/>
            <p14:sldId id="521"/>
            <p14:sldId id="522"/>
            <p14:sldId id="523"/>
            <p14:sldId id="525"/>
            <p14:sldId id="526"/>
            <p14:sldId id="532"/>
            <p14:sldId id="527"/>
            <p14:sldId id="528"/>
            <p14:sldId id="529"/>
            <p14:sldId id="530"/>
            <p14:sldId id="531"/>
            <p14:sldId id="1465"/>
            <p14:sldId id="1466"/>
            <p14:sldId id="1467"/>
          </p14:sldIdLst>
        </p14:section>
        <p14:section name="Main Service" id="{4FE2647C-705B-495A-AADF-8CE4EFF28E4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05" autoAdjust="0"/>
    <p:restoredTop sz="82242" autoAdjust="0"/>
  </p:normalViewPr>
  <p:slideViewPr>
    <p:cSldViewPr>
      <p:cViewPr varScale="1">
        <p:scale>
          <a:sx n="92" d="100"/>
          <a:sy n="92" d="100"/>
        </p:scale>
        <p:origin x="1812" y="96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21/12/2025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25979-4DA7-E788-59EE-A22212C4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BC6B4-4AB7-6E57-2B27-4F7E641C6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ADC37-BC02-2E10-1C83-9DE14C41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D43C17-ECA6-7B71-1902-AF92B42D9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720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1F90D-6B01-4B32-A9E1-C831222CE208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564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21/12/2025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Cross Over New Years Eve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31st December 2025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8E488-1FDF-C861-30CF-05D550F9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08942-A8AB-840B-E83C-FB98B6F9CCAA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444090-68F7-6038-B60C-1C561986D50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FCC0F6-02FB-2B55-0DD1-0652500BF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30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endParaRPr lang="en-GB" sz="5400" b="0" i="0" dirty="0">
              <a:solidFill>
                <a:schemeClr val="bg1"/>
              </a:solidFill>
              <a:effectLst/>
              <a:latin typeface="akagi_probook"/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Thanksgiving</a:t>
            </a:r>
          </a:p>
          <a:p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Song # 7199589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Nick Herbert | Taku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Mudere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| Zo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Chilengwe</a:t>
            </a:r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© Capitol CMG Genesis; Safe and Sound Music; Remaining portion is unaffiliated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6274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20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395413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49DD7-B2B7-34A7-A5B8-EAF1715F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C4FFBF-DCE6-E5A1-C361-22E248E40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BFF33-1B50-1A18-6F77-6FA2008844EA}"/>
              </a:ext>
            </a:extLst>
          </p:cNvPr>
          <p:cNvSpPr txBox="1"/>
          <p:nvPr/>
        </p:nvSpPr>
        <p:spPr>
          <a:xfrm>
            <a:off x="8316416" y="3433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131031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9D591-AE3A-2618-1CD7-2DC64310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EB5AEE-0DF1-B4F6-151C-93F774862E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ED0EAE-F0CA-2A45-29DA-0790DB8B210A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1291426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335C-AEE2-4CC7-9C26-BD7B43C6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DC42F-7799-DAE4-6F0C-1323E87308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F542DD-D8C0-735A-9FE5-0F850BBDC1EC}"/>
              </a:ext>
            </a:extLst>
          </p:cNvPr>
          <p:cNvSpPr txBox="1"/>
          <p:nvPr/>
        </p:nvSpPr>
        <p:spPr>
          <a:xfrm>
            <a:off x="8264884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756858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AC4FD-CC2D-2962-0618-F531E806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5B6EF0-9D08-FD59-927E-A98110967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F180A-F50C-F047-FA28-D8A0F38D8779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24228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BF4A-7A19-DF6B-3E5B-EDB06679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EBF80F-BD2D-4504-FDA6-86A0FFB9D3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3B8D22-9B6A-3AB7-A6E5-2A2B516F6DDE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112950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8001D-BEFE-BD02-199A-A335574E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7B5509-E76C-AC17-1523-0E59B0733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Even if the rocks cry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drown them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 a louder shout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the battles roar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praise You Lord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are always worthy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A1AA6E-5855-5DDA-44D4-8AC95B35777E}"/>
              </a:ext>
            </a:extLst>
          </p:cNvPr>
          <p:cNvSpPr txBox="1"/>
          <p:nvPr/>
        </p:nvSpPr>
        <p:spPr>
          <a:xfrm>
            <a:off x="824545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890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F56F3-19A2-F7FA-AEDD-C14F1944B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1A404C-0957-C0C6-585D-5F251D80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honour and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it again and again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7D06-1EC4-A4ED-DB40-F764385EF716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05778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A56-D776-348E-C764-4CAC2F978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39EF33B-0154-B876-9B16-4EAF4DAF2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7DE05-4DE3-0C2F-7587-2B9FFC6018D6}"/>
              </a:ext>
            </a:extLst>
          </p:cNvPr>
          <p:cNvSpPr txBox="1"/>
          <p:nvPr/>
        </p:nvSpPr>
        <p:spPr>
          <a:xfrm>
            <a:off x="8240938" y="-18246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834232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12D6-DA77-3F5E-9230-3425426B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8B8B34-392C-7381-6603-E09FF492C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158C1-5657-BE41-3CAD-B65F60D108E4}"/>
              </a:ext>
            </a:extLst>
          </p:cNvPr>
          <p:cNvSpPr txBox="1"/>
          <p:nvPr/>
        </p:nvSpPr>
        <p:spPr>
          <a:xfrm>
            <a:off x="8231693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410791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House Of The Lord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7168995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2020 Phil Wickham </a:t>
            </a:r>
            <a:r>
              <a:rPr lang="en-GB" sz="1200" dirty="0" err="1">
                <a:solidFill>
                  <a:schemeClr val="bg1"/>
                </a:solidFill>
              </a:rPr>
              <a:t>MusicSimply</a:t>
            </a:r>
            <a:r>
              <a:rPr lang="en-GB" sz="1200" dirty="0">
                <a:solidFill>
                  <a:schemeClr val="bg1"/>
                </a:solidFill>
              </a:rPr>
              <a:t> Global </a:t>
            </a:r>
            <a:r>
              <a:rPr lang="en-GB" sz="1200" dirty="0" err="1">
                <a:solidFill>
                  <a:schemeClr val="bg1"/>
                </a:solidFill>
              </a:rPr>
              <a:t>SongsBe</a:t>
            </a:r>
            <a:r>
              <a:rPr lang="en-GB" sz="1200" dirty="0">
                <a:solidFill>
                  <a:schemeClr val="bg1"/>
                </a:solidFill>
              </a:rPr>
              <a:t> Essential </a:t>
            </a:r>
            <a:r>
              <a:rPr lang="en-GB" sz="1200" dirty="0" err="1">
                <a:solidFill>
                  <a:schemeClr val="bg1"/>
                </a:solidFill>
              </a:rPr>
              <a:t>SongsCashagamble</a:t>
            </a:r>
            <a:r>
              <a:rPr lang="en-GB" sz="1200" dirty="0">
                <a:solidFill>
                  <a:schemeClr val="bg1"/>
                </a:solidFill>
              </a:rPr>
              <a:t> Jet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299171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worship the God who was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evermore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opened the prison doors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parted the raging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He holds the victory yeah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1/9</a:t>
            </a:r>
          </a:p>
        </p:txBody>
      </p:sp>
    </p:spTree>
    <p:extLst>
      <p:ext uri="{BB962C8B-B14F-4D97-AF65-F5344CB8AC3E}">
        <p14:creationId xmlns:p14="http://schemas.microsoft.com/office/powerpoint/2010/main" val="4014071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2517660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1355137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sing to the God who heals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saves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always makes a way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 hung up on that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He rose up from that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God’s still rolling stones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3134422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3313804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2724503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were the beggars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royalty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were the prisoners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running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are forgiven accepted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Redeemed by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the house of the Lord sing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1419237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588733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836028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came from heaven to earth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show the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earth to the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debt to pay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cross to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grave to the sky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lift Your name on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1/2</a:t>
            </a:r>
          </a:p>
        </p:txBody>
      </p:sp>
    </p:spTree>
    <p:extLst>
      <p:ext uri="{BB962C8B-B14F-4D97-AF65-F5344CB8AC3E}">
        <p14:creationId xmlns:p14="http://schemas.microsoft.com/office/powerpoint/2010/main" val="1646084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Lord I lift Your name on high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love to sing Your praises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so glad You're in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so glad You came to save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2/2</a:t>
            </a:r>
          </a:p>
        </p:txBody>
      </p:sp>
    </p:spTree>
    <p:extLst>
      <p:ext uri="{BB962C8B-B14F-4D97-AF65-F5344CB8AC3E}">
        <p14:creationId xmlns:p14="http://schemas.microsoft.com/office/powerpoint/2010/main" val="32816512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Yes And Amen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7048885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McClarney | Nate Moore | Tony Brown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2016 Thankyou Music Ltd; Bethel Worship Publishing; Mouth Of The River Music; Songs Of Simply Hymns Music; Tony Brown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83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Father of kindness You have poured out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brought me out of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Giver of mercy You're my help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8232036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E030-D06A-2523-485B-CA34D94E6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CA2D7-85CE-9B28-5BF6-45758B84A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02123-EF14-0F73-E399-CD6D5B90073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255782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72A0-A2CD-D6DA-914F-8013F569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1DB4A-42E9-FB0F-F6D0-79332A1C2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Beautiful Saviour, You have brought me near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pulled me from the ashes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curse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Redeemer You have set this captive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7AD81-1058-4AC2-98C3-77A4529543E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087643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2137-2F21-6C01-E4AD-CD85B16E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67D3B-E7A9-6E37-F822-8A99E230C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8726E-0BC9-FA10-87EB-4954FD11556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1347307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CA836-37CB-7F30-DD47-ADDD0140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CCBD3B-4CF6-D24C-55AF-A338B9B3E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rest in Your promises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confidence is Your faithfulness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9396F-A184-7DF7-8105-A228ABDC922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740009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963D-3F8F-D131-6107-EC73E7C73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6D90B2-3E38-74A3-BA1D-FEE7391AA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FE31E-63A2-7011-23C4-DD452AE821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9712218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7EF-68A4-C761-9F69-8AE2B6F0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AFFF28-DE76-0271-0675-71E54026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Holy Spirit You have changed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comfort and direct me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Teacher and defender, you're my guide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8B099-3ECA-1425-BA2C-CEBAC0CA961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1029721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FF9E-0179-928E-3D6E-38B59A7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EF59B-41C1-45C9-D222-15A15D74E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105F-984F-36BD-FBD8-AFAD5B4DCDE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4056487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388424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2599591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C65F-6319-1DB6-E282-44C4E8ED7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96B40A-4576-5E12-B95E-67B87AD66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13681-1347-A03E-CCDC-4AD17D4D0939}"/>
              </a:ext>
            </a:extLst>
          </p:cNvPr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12661854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388424" y="-3388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0694610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6869D-6CAD-9EF3-01FD-12974F76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4CEE4-344C-B59C-C736-F69525F02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for He holds the </a:t>
            </a:r>
            <a:r>
              <a:rPr lang="en-GB" sz="3600" dirty="0" err="1">
                <a:solidFill>
                  <a:schemeClr val="bg1"/>
                </a:solidFill>
              </a:rPr>
              <a:t>vict’ry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334A-8846-181A-4AE4-F9CC335A2A80}"/>
              </a:ext>
            </a:extLst>
          </p:cNvPr>
          <p:cNvSpPr txBox="1"/>
          <p:nvPr/>
        </p:nvSpPr>
        <p:spPr>
          <a:xfrm>
            <a:off x="8194495" y="0"/>
            <a:ext cx="914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319093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750AD-7CEE-59A1-0EB0-8DE0AD51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F509A7-119E-C55B-8F57-AB7A39A23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2C56-5CB3-0CDD-257D-EE027C825571}"/>
              </a:ext>
            </a:extLst>
          </p:cNvPr>
          <p:cNvSpPr txBox="1"/>
          <p:nvPr/>
        </p:nvSpPr>
        <p:spPr>
          <a:xfrm>
            <a:off x="8316416" y="-14818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4163065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C53B-89CB-7F86-910D-C415B921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72D447-60A1-09D4-6F36-219D95EACD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bring your offering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you’ve known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up your holy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D5EB7-C08C-4F9A-5954-6BC8445A9047}"/>
              </a:ext>
            </a:extLst>
          </p:cNvPr>
          <p:cNvSpPr txBox="1"/>
          <p:nvPr/>
        </p:nvSpPr>
        <p:spPr>
          <a:xfrm>
            <a:off x="8172400" y="19472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637848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53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Firm Foundation </a:t>
            </a:r>
            <a:b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</a:br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(He Won't)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7188203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Austin Davis | Chandler Moore | Cody Carnes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2021 For Humans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Maverick City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Capitol CMG Paragon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TBCO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Writer's Roof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A.L.K.D. Music (Admin. by Watershed Music Group (Admin. by Capitol CMG Publishing))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1410579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34773594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719FA-A440-CBC2-9F6F-00E858660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EBF4FF-D73F-0368-0A47-8DD10FB696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6B425B-D41C-24DD-3A5F-EBB18770A7BC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5371334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endParaRPr lang="en-GB" sz="40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35790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27937273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still got joy in chaos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peace that makes no sense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 won't be going under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not held by my own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1975335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7801-58DA-2574-9CF4-27071240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02BABF-8956-7384-68EA-DF1D63497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I've built my life on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in every season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1D67F3-9193-41CE-932D-DB11C54E4C22}"/>
              </a:ext>
            </a:extLst>
          </p:cNvPr>
          <p:cNvSpPr txBox="1"/>
          <p:nvPr/>
        </p:nvSpPr>
        <p:spPr>
          <a:xfrm>
            <a:off x="8291033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3544915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24146635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Rain came and wind blew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house was built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safe with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053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3141125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I’m standing strong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my house is built on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7058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9900001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5E67-6926-CEAC-7572-0D53D015A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2058C9-6E33-F044-1327-1618FB68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497D1-58AE-5694-624B-8A8A306E6F08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30212763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83FB5-F53D-DF2E-57E4-B4DAE0761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72EC77-6804-341F-B94C-B88071B777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AF634-1276-6116-F372-5CEF9DC00B46}"/>
              </a:ext>
            </a:extLst>
          </p:cNvPr>
          <p:cNvSpPr txBox="1"/>
          <p:nvPr/>
        </p:nvSpPr>
        <p:spPr>
          <a:xfrm>
            <a:off x="8192527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580364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8CCC-7FED-7C25-A215-83C40781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1FF4CD-96A9-B1D4-E6A2-4BFBC7F64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B0DBD3-C0EC-08D9-DB95-5A20347BD8A6}"/>
              </a:ext>
            </a:extLst>
          </p:cNvPr>
          <p:cNvSpPr txBox="1"/>
          <p:nvPr/>
        </p:nvSpPr>
        <p:spPr>
          <a:xfrm>
            <a:off x="8316416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38324698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all the earth will shout Your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hearts will cry these bones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Great are You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1/2</a:t>
            </a:r>
          </a:p>
        </p:txBody>
      </p:sp>
    </p:spTree>
    <p:extLst>
      <p:ext uri="{BB962C8B-B14F-4D97-AF65-F5344CB8AC3E}">
        <p14:creationId xmlns:p14="http://schemas.microsoft.com/office/powerpoint/2010/main" val="5284180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It's Your breath in our lungs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we pour out 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pour out 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Your breath in our lungs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we pour out our praise to You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2/2</a:t>
            </a:r>
          </a:p>
        </p:txBody>
      </p:sp>
    </p:spTree>
    <p:extLst>
      <p:ext uri="{BB962C8B-B14F-4D97-AF65-F5344CB8AC3E}">
        <p14:creationId xmlns:p14="http://schemas.microsoft.com/office/powerpoint/2010/main" val="36948519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937FB-1D82-14C1-6AF8-F5CB45442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7674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Praise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7213077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Brandon Lake </a:t>
            </a:r>
            <a:r>
              <a:rPr lang="en-GB" sz="1200" dirty="0" err="1">
                <a:solidFill>
                  <a:schemeClr val="bg1"/>
                </a:solidFill>
              </a:rPr>
              <a:t>MusicFor</a:t>
            </a:r>
            <a:r>
              <a:rPr lang="en-GB" sz="1200" dirty="0">
                <a:solidFill>
                  <a:schemeClr val="bg1"/>
                </a:solidFill>
              </a:rPr>
              <a:t> Humans </a:t>
            </a:r>
            <a:r>
              <a:rPr lang="en-GB" sz="1200" dirty="0" err="1">
                <a:solidFill>
                  <a:schemeClr val="bg1"/>
                </a:solidFill>
              </a:rPr>
              <a:t>PublishingMaverick</a:t>
            </a:r>
            <a:r>
              <a:rPr lang="en-GB" sz="1200" dirty="0">
                <a:solidFill>
                  <a:schemeClr val="bg1"/>
                </a:solidFill>
              </a:rPr>
              <a:t> City </a:t>
            </a:r>
            <a:r>
              <a:rPr lang="en-GB" sz="1200" dirty="0" err="1">
                <a:solidFill>
                  <a:schemeClr val="bg1"/>
                </a:solidFill>
              </a:rPr>
              <a:t>PublishingCapitol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GenesisCapitol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ParagonHousefires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SoundsWriter's</a:t>
            </a:r>
            <a:r>
              <a:rPr lang="en-GB" sz="1200" dirty="0">
                <a:solidFill>
                  <a:schemeClr val="bg1"/>
                </a:solidFill>
              </a:rPr>
              <a:t> Roof </a:t>
            </a:r>
            <a:r>
              <a:rPr lang="en-GB" sz="1200" dirty="0" err="1">
                <a:solidFill>
                  <a:schemeClr val="bg1"/>
                </a:solidFill>
              </a:rPr>
              <a:t>PublishingMusic</a:t>
            </a:r>
            <a:r>
              <a:rPr lang="en-GB" sz="1200" dirty="0">
                <a:solidFill>
                  <a:schemeClr val="bg1"/>
                </a:solidFill>
              </a:rPr>
              <a:t> by Elevation Worship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5372266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1/12</a:t>
            </a:r>
          </a:p>
        </p:txBody>
      </p:sp>
    </p:spTree>
    <p:extLst>
      <p:ext uri="{BB962C8B-B14F-4D97-AF65-F5344CB8AC3E}">
        <p14:creationId xmlns:p14="http://schemas.microsoft.com/office/powerpoint/2010/main" val="3756528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in the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on the mountain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when I’m sure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I’m doubting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24003617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outnumbered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surrounded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praise is the water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enemies drown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26747016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263651641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I feel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I’ll praise when I don’t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You’re still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31271607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my praise is a weapon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It’s more than a sound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praise is the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brings Jericho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8950372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34005804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41969097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sovereign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rose and defeated the grave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faithful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true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there’s nobody greater than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2425792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369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33286115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391" y="0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 1/12</a:t>
            </a:r>
          </a:p>
        </p:txBody>
      </p:sp>
    </p:spTree>
    <p:extLst>
      <p:ext uri="{BB962C8B-B14F-4D97-AF65-F5344CB8AC3E}">
        <p14:creationId xmlns:p14="http://schemas.microsoft.com/office/powerpoint/2010/main" val="17522197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4408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310522087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thank God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388424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9359521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C65F-6319-1DB6-E282-44C4E8ED7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96B40A-4576-5E12-B95E-67B87AD66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Hell lost another one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am free I am free I am free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Hell lost another one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am free I am free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13681-1347-A03E-CCDC-4AD17D4D0939}"/>
              </a:ext>
            </a:extLst>
          </p:cNvPr>
          <p:cNvSpPr txBox="1"/>
          <p:nvPr/>
        </p:nvSpPr>
        <p:spPr>
          <a:xfrm>
            <a:off x="8316416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31233050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thank God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388424" y="-3388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3530889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5445</TotalTime>
  <Words>2133</Words>
  <Application>Microsoft Office PowerPoint</Application>
  <PresentationFormat>On-screen Show (4:3)</PresentationFormat>
  <Paragraphs>404</Paragraphs>
  <Slides>72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akagi_probook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214</cp:revision>
  <dcterms:created xsi:type="dcterms:W3CDTF">2024-09-27T16:56:29Z</dcterms:created>
  <dcterms:modified xsi:type="dcterms:W3CDTF">2025-12-21T18:43:57Z</dcterms:modified>
</cp:coreProperties>
</file>