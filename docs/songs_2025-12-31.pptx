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950" r:id="rId2"/>
    <p:sldId id="1416" r:id="rId3"/>
    <p:sldId id="545" r:id="rId4"/>
    <p:sldId id="546" r:id="rId5"/>
    <p:sldId id="1373" r:id="rId6"/>
    <p:sldId id="547" r:id="rId7"/>
    <p:sldId id="548" r:id="rId8"/>
    <p:sldId id="1374" r:id="rId9"/>
    <p:sldId id="552" r:id="rId10"/>
    <p:sldId id="549" r:id="rId11"/>
    <p:sldId id="550" r:id="rId12"/>
    <p:sldId id="553" r:id="rId13"/>
    <p:sldId id="551" r:id="rId14"/>
    <p:sldId id="1447" r:id="rId15"/>
    <p:sldId id="1448" r:id="rId16"/>
    <p:sldId id="1449" r:id="rId17"/>
    <p:sldId id="524" r:id="rId18"/>
    <p:sldId id="1450" r:id="rId19"/>
    <p:sldId id="1451" r:id="rId20"/>
    <p:sldId id="1452" r:id="rId21"/>
    <p:sldId id="1453" r:id="rId22"/>
    <p:sldId id="1454" r:id="rId23"/>
    <p:sldId id="1455" r:id="rId24"/>
    <p:sldId id="1457" r:id="rId25"/>
    <p:sldId id="1469" r:id="rId26"/>
    <p:sldId id="1423" r:id="rId27"/>
    <p:sldId id="1424" r:id="rId28"/>
    <p:sldId id="1425" r:id="rId29"/>
    <p:sldId id="1426" r:id="rId30"/>
    <p:sldId id="706" r:id="rId31"/>
    <p:sldId id="1458" r:id="rId32"/>
    <p:sldId id="708" r:id="rId33"/>
    <p:sldId id="707" r:id="rId34"/>
    <p:sldId id="1430" r:id="rId35"/>
    <p:sldId id="1459" r:id="rId36"/>
    <p:sldId id="1460" r:id="rId37"/>
    <p:sldId id="1461" r:id="rId38"/>
    <p:sldId id="1462" r:id="rId39"/>
    <p:sldId id="1471" r:id="rId40"/>
    <p:sldId id="1472" r:id="rId41"/>
    <p:sldId id="1473" r:id="rId42"/>
    <p:sldId id="1475" r:id="rId43"/>
    <p:sldId id="1474" r:id="rId44"/>
    <p:sldId id="1464" r:id="rId45"/>
    <p:sldId id="1468" r:id="rId46"/>
    <p:sldId id="518" r:id="rId47"/>
    <p:sldId id="520" r:id="rId48"/>
    <p:sldId id="521" r:id="rId49"/>
    <p:sldId id="522" r:id="rId50"/>
    <p:sldId id="523" r:id="rId51"/>
    <p:sldId id="525" r:id="rId52"/>
    <p:sldId id="526" r:id="rId53"/>
    <p:sldId id="532" r:id="rId54"/>
    <p:sldId id="527" r:id="rId55"/>
    <p:sldId id="528" r:id="rId56"/>
    <p:sldId id="529" r:id="rId57"/>
    <p:sldId id="530" r:id="rId58"/>
    <p:sldId id="1465" r:id="rId59"/>
    <p:sldId id="1467" r:id="rId60"/>
    <p:sldId id="1470" r:id="rId61"/>
    <p:sldId id="531" r:id="rId62"/>
    <p:sldId id="1476" r:id="rId63"/>
    <p:sldId id="332" r:id="rId64"/>
    <p:sldId id="454" r:id="rId65"/>
    <p:sldId id="455" r:id="rId66"/>
    <p:sldId id="457" r:id="rId67"/>
    <p:sldId id="456" r:id="rId68"/>
    <p:sldId id="463" r:id="rId69"/>
    <p:sldId id="458" r:id="rId70"/>
    <p:sldId id="459" r:id="rId71"/>
    <p:sldId id="460" r:id="rId72"/>
    <p:sldId id="461" r:id="rId73"/>
    <p:sldId id="462" r:id="rId74"/>
    <p:sldId id="464" r:id="rId7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ervice" id="{1F80873B-EF87-4756-A9D6-A147B579BB11}">
          <p14:sldIdLst>
            <p14:sldId id="950"/>
            <p14:sldId id="1416"/>
            <p14:sldId id="545"/>
            <p14:sldId id="546"/>
            <p14:sldId id="1373"/>
            <p14:sldId id="547"/>
            <p14:sldId id="548"/>
            <p14:sldId id="1374"/>
            <p14:sldId id="552"/>
            <p14:sldId id="549"/>
            <p14:sldId id="550"/>
            <p14:sldId id="553"/>
            <p14:sldId id="551"/>
            <p14:sldId id="1447"/>
            <p14:sldId id="1448"/>
            <p14:sldId id="1449"/>
            <p14:sldId id="524"/>
            <p14:sldId id="1450"/>
            <p14:sldId id="1451"/>
            <p14:sldId id="1452"/>
            <p14:sldId id="1453"/>
            <p14:sldId id="1454"/>
            <p14:sldId id="1455"/>
            <p14:sldId id="1457"/>
            <p14:sldId id="1469"/>
            <p14:sldId id="1423"/>
            <p14:sldId id="1424"/>
            <p14:sldId id="1425"/>
            <p14:sldId id="1426"/>
            <p14:sldId id="706"/>
            <p14:sldId id="1458"/>
            <p14:sldId id="708"/>
            <p14:sldId id="707"/>
            <p14:sldId id="1430"/>
            <p14:sldId id="1459"/>
            <p14:sldId id="1460"/>
            <p14:sldId id="1461"/>
            <p14:sldId id="1462"/>
            <p14:sldId id="1471"/>
            <p14:sldId id="1472"/>
            <p14:sldId id="1473"/>
            <p14:sldId id="1475"/>
            <p14:sldId id="1474"/>
            <p14:sldId id="1464"/>
            <p14:sldId id="1468"/>
            <p14:sldId id="518"/>
            <p14:sldId id="520"/>
            <p14:sldId id="521"/>
            <p14:sldId id="522"/>
            <p14:sldId id="523"/>
            <p14:sldId id="525"/>
            <p14:sldId id="526"/>
            <p14:sldId id="532"/>
            <p14:sldId id="527"/>
            <p14:sldId id="528"/>
            <p14:sldId id="529"/>
            <p14:sldId id="530"/>
            <p14:sldId id="1465"/>
            <p14:sldId id="1467"/>
            <p14:sldId id="1470"/>
            <p14:sldId id="531"/>
            <p14:sldId id="1476"/>
            <p14:sldId id="332"/>
            <p14:sldId id="454"/>
            <p14:sldId id="455"/>
            <p14:sldId id="457"/>
            <p14:sldId id="456"/>
            <p14:sldId id="463"/>
            <p14:sldId id="458"/>
            <p14:sldId id="459"/>
            <p14:sldId id="460"/>
            <p14:sldId id="461"/>
            <p14:sldId id="462"/>
            <p14:sldId id="464"/>
          </p14:sldIdLst>
        </p14:section>
        <p14:section name="Main Service" id="{4FE2647C-705B-495A-AADF-8CE4EFF28E4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49" autoAdjust="0"/>
    <p:restoredTop sz="82242" autoAdjust="0"/>
  </p:normalViewPr>
  <p:slideViewPr>
    <p:cSldViewPr>
      <p:cViewPr varScale="1">
        <p:scale>
          <a:sx n="92" d="100"/>
          <a:sy n="92" d="100"/>
        </p:scale>
        <p:origin x="1584" y="78"/>
      </p:cViewPr>
      <p:guideLst>
        <p:guide orient="horz" pos="2160"/>
        <p:guide pos="288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31/12/2025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79B61DE-1D46-4752-AF65-FA2C4EB0D1D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914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25979-4DA7-E788-59EE-A22212C4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BC6B4-4AB7-6E57-2B27-4F7E641C6B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BADC37-BC02-2E10-1C83-9DE14C414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D43C17-ECA6-7B71-1902-AF92B42D9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17209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A1F90D-6B01-4B32-A9E1-C831222CE208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5641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31/12/2025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Cornerstone City Church</a:t>
            </a:r>
            <a:b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Cross Over - New Year's Eve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chemeClr val="bg1"/>
                </a:solidFill>
              </a:rPr>
              <a:t>  31st December 2025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02529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8E488-1FDF-C861-30CF-05D550F9E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08942-A8AB-840B-E83C-FB98B6F9CCAA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444090-68F7-6038-B60C-1C561986D509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FCC0F6-02FB-2B55-0DD1-0652500BF5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130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endParaRPr lang="en-GB" sz="5400" b="0" i="0" dirty="0">
              <a:solidFill>
                <a:schemeClr val="bg1"/>
              </a:solidFill>
              <a:effectLst/>
              <a:latin typeface="akagi_probook"/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Thanksgiving</a:t>
            </a:r>
          </a:p>
          <a:p>
            <a:b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</a:b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CCLI Song # 7199589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Nick Herbert | Taku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Mudere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 | Zo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Chilengwe</a:t>
            </a:r>
            <a:endParaRPr lang="en-GB" sz="900" b="0" i="0" dirty="0">
              <a:solidFill>
                <a:srgbClr val="717171"/>
              </a:solidFill>
              <a:effectLst/>
              <a:latin typeface="akagi_probook"/>
            </a:endParaRP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© Capitol CMG Genesis; Safe and Sound Music; Remaining portion is unaffiliated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For use solely with the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SongSelect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® Terms of Use. All rights reserved. www.ccli.com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CCLI Licence No. 33265</a:t>
            </a: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6274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Enter in (Enter in)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courts with praise (His courts with praise)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 (To be praised)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420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1/10</a:t>
            </a:r>
          </a:p>
        </p:txBody>
      </p:sp>
    </p:spTree>
    <p:extLst>
      <p:ext uri="{BB962C8B-B14F-4D97-AF65-F5344CB8AC3E}">
        <p14:creationId xmlns:p14="http://schemas.microsoft.com/office/powerpoint/2010/main" val="3954137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49DD7-B2B7-34A7-A5B8-EAF1715F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C4FFBF-DCE6-E5A1-C361-22E248E403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Enter in (Enter in)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courts with praise (His courts with praise)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0BFF33-1B50-1A18-6F77-6FA2008844EA}"/>
              </a:ext>
            </a:extLst>
          </p:cNvPr>
          <p:cNvSpPr txBox="1"/>
          <p:nvPr/>
        </p:nvSpPr>
        <p:spPr>
          <a:xfrm>
            <a:off x="8316416" y="3433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3131031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9D591-AE3A-2618-1CD7-2DC643106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8EB5AEE-0DF1-B4F6-151C-93F774862E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ED0EAE-F0CA-2A45-29DA-0790DB8B210A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3/10</a:t>
            </a:r>
          </a:p>
        </p:txBody>
      </p:sp>
    </p:spTree>
    <p:extLst>
      <p:ext uri="{BB962C8B-B14F-4D97-AF65-F5344CB8AC3E}">
        <p14:creationId xmlns:p14="http://schemas.microsoft.com/office/powerpoint/2010/main" val="1291426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F335C-AEE2-4CC7-9C26-BD7B43C6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28DC42F-7799-DAE4-6F0C-1323E87308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Magnify (Magnify)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Holy Name (His Holy Name)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(For 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 (To be praised)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F542DD-D8C0-735A-9FE5-0F850BBDC1EC}"/>
              </a:ext>
            </a:extLst>
          </p:cNvPr>
          <p:cNvSpPr txBox="1"/>
          <p:nvPr/>
        </p:nvSpPr>
        <p:spPr>
          <a:xfrm>
            <a:off x="8264884" y="-1481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1756858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AC4FD-CC2D-2962-0618-F531E8066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C5B6EF0-9D08-FD59-927E-A98110967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Magnify (Magnify)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Holy Name (His Holy Name)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(For 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AF180A-F50C-F047-FA28-D8A0F38D8779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5/10</a:t>
            </a:r>
          </a:p>
        </p:txBody>
      </p:sp>
    </p:spTree>
    <p:extLst>
      <p:ext uri="{BB962C8B-B14F-4D97-AF65-F5344CB8AC3E}">
        <p14:creationId xmlns:p14="http://schemas.microsoft.com/office/powerpoint/2010/main" val="1024228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3BF4A-7A19-DF6B-3E5B-EDB06679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EBF80F-BD2D-4504-FDA6-86A0FFB9D3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3B8D22-9B6A-3AB7-A6E5-2A2B516F6DDE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6/10</a:t>
            </a:r>
          </a:p>
        </p:txBody>
      </p:sp>
    </p:spTree>
    <p:extLst>
      <p:ext uri="{BB962C8B-B14F-4D97-AF65-F5344CB8AC3E}">
        <p14:creationId xmlns:p14="http://schemas.microsoft.com/office/powerpoint/2010/main" val="1129505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8001D-BEFE-BD02-199A-A335574E2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77B5509-E76C-AC17-1523-0E59B0733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Even if the rocks cry 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We're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drown them 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With a louder shout of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Even when the battles roar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We're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praise You Lord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 are always worthy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A1AA6E-5855-5DDA-44D4-8AC95B35777E}"/>
              </a:ext>
            </a:extLst>
          </p:cNvPr>
          <p:cNvSpPr txBox="1"/>
          <p:nvPr/>
        </p:nvSpPr>
        <p:spPr>
          <a:xfrm>
            <a:off x="824545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7/10</a:t>
            </a:r>
          </a:p>
        </p:txBody>
      </p:sp>
    </p:spTree>
    <p:extLst>
      <p:ext uri="{BB962C8B-B14F-4D97-AF65-F5344CB8AC3E}">
        <p14:creationId xmlns:p14="http://schemas.microsoft.com/office/powerpoint/2010/main" val="4289020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F56F3-19A2-F7FA-AEDD-C14F1944B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1A404C-0957-C0C6-585D-5F251D803B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of honour and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sing it again and again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397D06-1EC4-A4ED-DB40-F764385EF716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8/10</a:t>
            </a:r>
          </a:p>
        </p:txBody>
      </p:sp>
    </p:spTree>
    <p:extLst>
      <p:ext uri="{BB962C8B-B14F-4D97-AF65-F5344CB8AC3E}">
        <p14:creationId xmlns:p14="http://schemas.microsoft.com/office/powerpoint/2010/main" val="2057781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FA56-D776-348E-C764-4CAC2F978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39EF33B-0154-B876-9B16-4EAF4DAF28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E7DE05-4DE3-0C2F-7587-2B9FFC6018D6}"/>
              </a:ext>
            </a:extLst>
          </p:cNvPr>
          <p:cNvSpPr txBox="1"/>
          <p:nvPr/>
        </p:nvSpPr>
        <p:spPr>
          <a:xfrm>
            <a:off x="8240938" y="-18246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1834232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212D6-DA77-3F5E-9230-3425426BD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8B8B34-392C-7381-6603-E09FF492CB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158C1-5657-BE41-3CAD-B65F60D108E4}"/>
              </a:ext>
            </a:extLst>
          </p:cNvPr>
          <p:cNvSpPr txBox="1"/>
          <p:nvPr/>
        </p:nvSpPr>
        <p:spPr>
          <a:xfrm>
            <a:off x="8231693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10/10</a:t>
            </a:r>
          </a:p>
        </p:txBody>
      </p:sp>
    </p:spTree>
    <p:extLst>
      <p:ext uri="{BB962C8B-B14F-4D97-AF65-F5344CB8AC3E}">
        <p14:creationId xmlns:p14="http://schemas.microsoft.com/office/powerpoint/2010/main" val="4107917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House Of The Lord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7168995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2020 Phil Wickham </a:t>
            </a:r>
            <a:r>
              <a:rPr lang="en-GB" sz="1200" dirty="0" err="1">
                <a:solidFill>
                  <a:schemeClr val="bg1"/>
                </a:solidFill>
              </a:rPr>
              <a:t>MusicSimply</a:t>
            </a:r>
            <a:r>
              <a:rPr lang="en-GB" sz="1200" dirty="0">
                <a:solidFill>
                  <a:schemeClr val="bg1"/>
                </a:solidFill>
              </a:rPr>
              <a:t> Global </a:t>
            </a:r>
            <a:r>
              <a:rPr lang="en-GB" sz="1200" dirty="0" err="1">
                <a:solidFill>
                  <a:schemeClr val="bg1"/>
                </a:solidFill>
              </a:rPr>
              <a:t>SongsBe</a:t>
            </a:r>
            <a:r>
              <a:rPr lang="en-GB" sz="1200" dirty="0">
                <a:solidFill>
                  <a:schemeClr val="bg1"/>
                </a:solidFill>
              </a:rPr>
              <a:t> Essential </a:t>
            </a:r>
            <a:r>
              <a:rPr lang="en-GB" sz="1200" dirty="0" err="1">
                <a:solidFill>
                  <a:schemeClr val="bg1"/>
                </a:solidFill>
              </a:rPr>
              <a:t>SongsCashagamble</a:t>
            </a:r>
            <a:r>
              <a:rPr lang="en-GB" sz="1200" dirty="0">
                <a:solidFill>
                  <a:schemeClr val="bg1"/>
                </a:solidFill>
              </a:rPr>
              <a:t> Jet Music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Note: Reproduction of this sheet music requires a CCLI Music Reproduction Licence. Please report all copies.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12991717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worship the God who was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worship the God who is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worship the God who evermore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opened the prison doors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parted the raging sea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He holds the victory yeah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1/9</a:t>
            </a:r>
          </a:p>
        </p:txBody>
      </p:sp>
    </p:spTree>
    <p:extLst>
      <p:ext uri="{BB962C8B-B14F-4D97-AF65-F5344CB8AC3E}">
        <p14:creationId xmlns:p14="http://schemas.microsoft.com/office/powerpoint/2010/main" val="40140713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2/9</a:t>
            </a:r>
          </a:p>
        </p:txBody>
      </p:sp>
    </p:spTree>
    <p:extLst>
      <p:ext uri="{BB962C8B-B14F-4D97-AF65-F5344CB8AC3E}">
        <p14:creationId xmlns:p14="http://schemas.microsoft.com/office/powerpoint/2010/main" val="2517660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3/9</a:t>
            </a:r>
          </a:p>
        </p:txBody>
      </p:sp>
    </p:spTree>
    <p:extLst>
      <p:ext uri="{BB962C8B-B14F-4D97-AF65-F5344CB8AC3E}">
        <p14:creationId xmlns:p14="http://schemas.microsoft.com/office/powerpoint/2010/main" val="1355137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sing to the God who heals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sing to the God who saves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sing to the God who always makes a way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He hung up on that cross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He rose up from that grave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God’s still rolling stones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4/9</a:t>
            </a:r>
          </a:p>
        </p:txBody>
      </p:sp>
    </p:spTree>
    <p:extLst>
      <p:ext uri="{BB962C8B-B14F-4D97-AF65-F5344CB8AC3E}">
        <p14:creationId xmlns:p14="http://schemas.microsoft.com/office/powerpoint/2010/main" val="3134422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5/9</a:t>
            </a:r>
          </a:p>
        </p:txBody>
      </p:sp>
    </p:spTree>
    <p:extLst>
      <p:ext uri="{BB962C8B-B14F-4D97-AF65-F5344CB8AC3E}">
        <p14:creationId xmlns:p14="http://schemas.microsoft.com/office/powerpoint/2010/main" val="3313804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6/9</a:t>
            </a:r>
          </a:p>
        </p:txBody>
      </p:sp>
    </p:spTree>
    <p:extLst>
      <p:ext uri="{BB962C8B-B14F-4D97-AF65-F5344CB8AC3E}">
        <p14:creationId xmlns:p14="http://schemas.microsoft.com/office/powerpoint/2010/main" val="2724503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were the beggars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Now we’re royalty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were the prisoners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Now we’re running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are forgiven accepted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Redeemed by His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Let the house of the Lord sing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7/9</a:t>
            </a:r>
          </a:p>
        </p:txBody>
      </p:sp>
    </p:spTree>
    <p:extLst>
      <p:ext uri="{BB962C8B-B14F-4D97-AF65-F5344CB8AC3E}">
        <p14:creationId xmlns:p14="http://schemas.microsoft.com/office/powerpoint/2010/main" val="1419237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8/9</a:t>
            </a:r>
          </a:p>
        </p:txBody>
      </p:sp>
    </p:spTree>
    <p:extLst>
      <p:ext uri="{BB962C8B-B14F-4D97-AF65-F5344CB8AC3E}">
        <p14:creationId xmlns:p14="http://schemas.microsoft.com/office/powerpoint/2010/main" val="588733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9/9</a:t>
            </a:r>
          </a:p>
        </p:txBody>
      </p:sp>
    </p:spTree>
    <p:extLst>
      <p:ext uri="{BB962C8B-B14F-4D97-AF65-F5344CB8AC3E}">
        <p14:creationId xmlns:p14="http://schemas.microsoft.com/office/powerpoint/2010/main" val="18360286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came from heaven to earth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show the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From the earth to the cross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debt to pay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From the cross to the grave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From the grave to the sky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lift Your name on high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</a:t>
            </a:r>
          </a:p>
        </p:txBody>
      </p:sp>
    </p:spTree>
    <p:extLst>
      <p:ext uri="{BB962C8B-B14F-4D97-AF65-F5344CB8AC3E}">
        <p14:creationId xmlns:p14="http://schemas.microsoft.com/office/powerpoint/2010/main" val="16460843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5F966-5C90-4102-E838-A1039768B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0456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Yes And Amen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7048885</a:t>
            </a:r>
          </a:p>
          <a:p>
            <a:r>
              <a:rPr lang="en-GB" sz="1200" dirty="0">
                <a:solidFill>
                  <a:schemeClr val="bg1"/>
                </a:solidFill>
              </a:rPr>
              <a:t>Chris McClarney | Nate Moore | Tony Brown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2016 Thankyou Music Ltd; Bethel Worship Publishing; Mouth Of The River Music; Songs Of Simply Hymns Music; Tony Brown Music Designee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9830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Father of kindness You have poured out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brought me out of darkness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filled me with peace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Giver of mercy You're my help in time of need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38232036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E030-D06A-2523-485B-CA34D94E6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ACA2D7-85CE-9B28-5BF6-45758B84A6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002123-EF14-0F73-E399-CD6D5B90073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32557821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A72A0-A2CD-D6DA-914F-8013F5692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21DB4A-42E9-FB0F-F6D0-79332A1C2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Beautiful Saviour, You have brought me near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pulled me from the ashes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broken </a:t>
            </a:r>
            <a:r>
              <a:rPr lang="en-GB" sz="3600" dirty="0" err="1">
                <a:solidFill>
                  <a:schemeClr val="bg1"/>
                </a:solidFill>
              </a:rPr>
              <a:t>ev'ry</a:t>
            </a:r>
            <a:r>
              <a:rPr lang="en-GB" sz="3600" dirty="0">
                <a:solidFill>
                  <a:schemeClr val="bg1"/>
                </a:solidFill>
              </a:rPr>
              <a:t> curse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Blessed Redeemer You have set this captive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07AD81-1058-4AC2-98C3-77A4529543E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30876437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02137-2F21-6C01-E4AD-CD85B16E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567D3B-E7A9-6E37-F822-8A99E230C7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08726E-0BC9-FA10-87EB-4954FD11556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11347307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807EF-68A4-C761-9F69-8AE2B6F0C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AFFF28-DE76-0271-0675-71E5402619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 Holy Spirit You have changed my life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comfort and direct me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filled me with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Teacher and defender, you're my guide in time of need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78B099-3ECA-1425-BA2C-CEBAC0CA961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11029721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8963D-3F8F-D131-6107-EC73E7C73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06D90B2-3E38-74A3-BA1D-FEE7391AA6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FFE31E-63A2-7011-23C4-DD452AE821B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6745967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CA836-37CB-7F30-DD47-ADDD01406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CCBD3B-4CF6-D24C-55AF-A338B9B3E5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will rest in Your promises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confidence is Your faithfulness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D9396F-A184-7DF7-8105-A228ABDC922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5275445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6FF9E-0179-928E-3D6E-38B59A7D9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3EF59B-41C1-45C9-D222-15A15D74E2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B105F-984F-36BD-FBD8-AFAD5B4DCDE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40564872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7E5BD-2125-1602-8408-6B7C49A7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E3E246-0DAD-2C25-CFA4-502E18F8B9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in the sanctuary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fields of plenty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darkest valley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5447DD-4F98-9272-756F-80E83EFECD35}"/>
              </a:ext>
            </a:extLst>
          </p:cNvPr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1/10</a:t>
            </a:r>
          </a:p>
        </p:txBody>
      </p:sp>
    </p:spTree>
    <p:extLst>
      <p:ext uri="{BB962C8B-B14F-4D97-AF65-F5344CB8AC3E}">
        <p14:creationId xmlns:p14="http://schemas.microsoft.com/office/powerpoint/2010/main" val="25995918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FC65F-6319-1DB6-E282-44C4E8ED7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96B40A-4576-5E12-B95E-67B87AD662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my hands are empty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with a praise that costs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nobody’s watching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F13681-1347-A03E-CCDC-4AD17D4D0939}"/>
              </a:ext>
            </a:extLst>
          </p:cNvPr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12661854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0C18D-98C9-AEDA-F90F-C4266ADC1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2AE24CE-6ADE-B2DE-EAAD-DCD1859E9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the weapon’s forming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the walls are falling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</a:t>
            </a:r>
            <a:r>
              <a:rPr lang="en-GB" sz="3600" dirty="0" err="1">
                <a:solidFill>
                  <a:schemeClr val="bg1"/>
                </a:solidFill>
              </a:rPr>
              <a:t>‘cause</a:t>
            </a:r>
            <a:r>
              <a:rPr lang="en-GB" sz="3600" dirty="0">
                <a:solidFill>
                  <a:schemeClr val="bg1"/>
                </a:solidFill>
              </a:rPr>
              <a:t> He goes before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D1BAD-6226-C339-2A9E-473F9BE02B66}"/>
              </a:ext>
            </a:extLst>
          </p:cNvPr>
          <p:cNvSpPr txBox="1"/>
          <p:nvPr/>
        </p:nvSpPr>
        <p:spPr>
          <a:xfrm>
            <a:off x="8388424" y="-338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3/10</a:t>
            </a:r>
          </a:p>
        </p:txBody>
      </p:sp>
    </p:spTree>
    <p:extLst>
      <p:ext uri="{BB962C8B-B14F-4D97-AF65-F5344CB8AC3E}">
        <p14:creationId xmlns:p14="http://schemas.microsoft.com/office/powerpoint/2010/main" val="30694610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6869D-6CAD-9EF3-01FD-12974F768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4CEE4-344C-B59C-C736-F69525F02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for He holds the </a:t>
            </a:r>
            <a:r>
              <a:rPr lang="en-GB" sz="3600" dirty="0" err="1">
                <a:solidFill>
                  <a:schemeClr val="bg1"/>
                </a:solidFill>
              </a:rPr>
              <a:t>vict’ry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Bless God for He’s always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for He’s always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3F334A-8846-181A-4AE4-F9CC335A2A80}"/>
              </a:ext>
            </a:extLst>
          </p:cNvPr>
          <p:cNvSpPr txBox="1"/>
          <p:nvPr/>
        </p:nvSpPr>
        <p:spPr>
          <a:xfrm>
            <a:off x="8194495" y="0"/>
            <a:ext cx="9140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3190937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E671B-275D-322A-170D-ABB143446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43595E6-678F-84A9-A5D4-DCA0CC069E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in the sanctuary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fields of plenty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darkest valley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81AC1D-FC81-80C2-185E-7F47A0BB03FD}"/>
              </a:ext>
            </a:extLst>
          </p:cNvPr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5/10</a:t>
            </a:r>
          </a:p>
        </p:txBody>
      </p:sp>
    </p:spTree>
    <p:extLst>
      <p:ext uri="{BB962C8B-B14F-4D97-AF65-F5344CB8AC3E}">
        <p14:creationId xmlns:p14="http://schemas.microsoft.com/office/powerpoint/2010/main" val="10871926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2C871-4C2F-B610-6803-EF496602D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F06E07-7E4F-0F3D-1D7A-1BC242771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my hands are empty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with a praise that costs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nobody’s watching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56796-BE61-2627-E4F7-FC21AFD6D263}"/>
              </a:ext>
            </a:extLst>
          </p:cNvPr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6/10</a:t>
            </a:r>
          </a:p>
        </p:txBody>
      </p:sp>
    </p:spTree>
    <p:extLst>
      <p:ext uri="{BB962C8B-B14F-4D97-AF65-F5344CB8AC3E}">
        <p14:creationId xmlns:p14="http://schemas.microsoft.com/office/powerpoint/2010/main" val="36552255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E04F0-9DD1-7BA5-A406-267BB6D79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8279A45-7170-9939-11E6-1915618F13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the weapon’s forming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the walls are falling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</a:t>
            </a:r>
            <a:r>
              <a:rPr lang="en-GB" sz="3600" dirty="0" err="1">
                <a:solidFill>
                  <a:schemeClr val="bg1"/>
                </a:solidFill>
              </a:rPr>
              <a:t>‘cause</a:t>
            </a:r>
            <a:r>
              <a:rPr lang="en-GB" sz="3600" dirty="0">
                <a:solidFill>
                  <a:schemeClr val="bg1"/>
                </a:solidFill>
              </a:rPr>
              <a:t> He goes before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4235-D27A-F3E6-6613-0CB0804A8802}"/>
              </a:ext>
            </a:extLst>
          </p:cNvPr>
          <p:cNvSpPr txBox="1"/>
          <p:nvPr/>
        </p:nvSpPr>
        <p:spPr>
          <a:xfrm>
            <a:off x="8388424" y="-338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7/10</a:t>
            </a:r>
          </a:p>
        </p:txBody>
      </p:sp>
    </p:spTree>
    <p:extLst>
      <p:ext uri="{BB962C8B-B14F-4D97-AF65-F5344CB8AC3E}">
        <p14:creationId xmlns:p14="http://schemas.microsoft.com/office/powerpoint/2010/main" val="42399550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CB945-6F02-9F12-B07D-6CD51D16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7534A78-BBC9-1A97-7851-C2029F421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for He holds the </a:t>
            </a:r>
            <a:r>
              <a:rPr lang="en-GB" sz="3600" dirty="0" err="1">
                <a:solidFill>
                  <a:schemeClr val="bg1"/>
                </a:solidFill>
              </a:rPr>
              <a:t>vict’ry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Bless God for He’s always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for He’s always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6C47D7-70F8-4B96-A968-56BA8EC1E9CE}"/>
              </a:ext>
            </a:extLst>
          </p:cNvPr>
          <p:cNvSpPr txBox="1"/>
          <p:nvPr/>
        </p:nvSpPr>
        <p:spPr>
          <a:xfrm>
            <a:off x="8194495" y="0"/>
            <a:ext cx="9140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8/10</a:t>
            </a:r>
          </a:p>
        </p:txBody>
      </p:sp>
    </p:spTree>
    <p:extLst>
      <p:ext uri="{BB962C8B-B14F-4D97-AF65-F5344CB8AC3E}">
        <p14:creationId xmlns:p14="http://schemas.microsoft.com/office/powerpoint/2010/main" val="172189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25310-4871-8B33-B54C-57D1E051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10CE98F-FFCF-F56F-CD9C-D17D0EA9D9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praise the Lord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 love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your voice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9D99B7-5BD9-8CC8-43FD-03C43BF4A9DE}"/>
              </a:ext>
            </a:extLst>
          </p:cNvPr>
          <p:cNvSpPr txBox="1"/>
          <p:nvPr/>
        </p:nvSpPr>
        <p:spPr>
          <a:xfrm>
            <a:off x="8316416" y="-1481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13017382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6C53B-89CB-7F86-910D-C415B9216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D72D447-60A1-09D4-6F36-219D95EACD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bring your offering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you’ve known His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up your holy hands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0D5EB7-C08C-4F9A-5954-6BC8445A9047}"/>
              </a:ext>
            </a:extLst>
          </p:cNvPr>
          <p:cNvSpPr txBox="1"/>
          <p:nvPr/>
        </p:nvSpPr>
        <p:spPr>
          <a:xfrm>
            <a:off x="8172400" y="19472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10/10</a:t>
            </a:r>
          </a:p>
        </p:txBody>
      </p:sp>
    </p:spTree>
    <p:extLst>
      <p:ext uri="{BB962C8B-B14F-4D97-AF65-F5344CB8AC3E}">
        <p14:creationId xmlns:p14="http://schemas.microsoft.com/office/powerpoint/2010/main" val="16378489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536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Praise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7213077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Brandon Lake </a:t>
            </a:r>
            <a:r>
              <a:rPr lang="en-GB" sz="1200" dirty="0" err="1">
                <a:solidFill>
                  <a:schemeClr val="bg1"/>
                </a:solidFill>
              </a:rPr>
              <a:t>MusicFor</a:t>
            </a:r>
            <a:r>
              <a:rPr lang="en-GB" sz="1200" dirty="0">
                <a:solidFill>
                  <a:schemeClr val="bg1"/>
                </a:solidFill>
              </a:rPr>
              <a:t> Humans </a:t>
            </a:r>
            <a:r>
              <a:rPr lang="en-GB" sz="1200" dirty="0" err="1">
                <a:solidFill>
                  <a:schemeClr val="bg1"/>
                </a:solidFill>
              </a:rPr>
              <a:t>PublishingMaverick</a:t>
            </a:r>
            <a:r>
              <a:rPr lang="en-GB" sz="1200" dirty="0">
                <a:solidFill>
                  <a:schemeClr val="bg1"/>
                </a:solidFill>
              </a:rPr>
              <a:t> City </a:t>
            </a:r>
            <a:r>
              <a:rPr lang="en-GB" sz="1200" dirty="0" err="1">
                <a:solidFill>
                  <a:schemeClr val="bg1"/>
                </a:solidFill>
              </a:rPr>
              <a:t>PublishingCapitol</a:t>
            </a:r>
            <a:r>
              <a:rPr lang="en-GB" sz="1200" dirty="0">
                <a:solidFill>
                  <a:schemeClr val="bg1"/>
                </a:solidFill>
              </a:rPr>
              <a:t> CMG </a:t>
            </a:r>
            <a:r>
              <a:rPr lang="en-GB" sz="1200" dirty="0" err="1">
                <a:solidFill>
                  <a:schemeClr val="bg1"/>
                </a:solidFill>
              </a:rPr>
              <a:t>GenesisCapitol</a:t>
            </a:r>
            <a:r>
              <a:rPr lang="en-GB" sz="1200" dirty="0">
                <a:solidFill>
                  <a:schemeClr val="bg1"/>
                </a:solidFill>
              </a:rPr>
              <a:t> CMG </a:t>
            </a:r>
            <a:r>
              <a:rPr lang="en-GB" sz="1200" dirty="0" err="1">
                <a:solidFill>
                  <a:schemeClr val="bg1"/>
                </a:solidFill>
              </a:rPr>
              <a:t>ParagonHousefires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SoundsWriter's</a:t>
            </a:r>
            <a:r>
              <a:rPr lang="en-GB" sz="1200" dirty="0">
                <a:solidFill>
                  <a:schemeClr val="bg1"/>
                </a:solidFill>
              </a:rPr>
              <a:t> Roof </a:t>
            </a:r>
            <a:r>
              <a:rPr lang="en-GB" sz="1200" dirty="0" err="1">
                <a:solidFill>
                  <a:schemeClr val="bg1"/>
                </a:solidFill>
              </a:rPr>
              <a:t>PublishingMusic</a:t>
            </a:r>
            <a:r>
              <a:rPr lang="en-GB" sz="1200" dirty="0">
                <a:solidFill>
                  <a:schemeClr val="bg1"/>
                </a:solidFill>
              </a:rPr>
              <a:t> by Elevation Worship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Note: Reproduction of this sheet music requires a CCLI Music Reproduction Licence. Please report all copies.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5372266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Let everything that has breath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1/15</a:t>
            </a:r>
          </a:p>
        </p:txBody>
      </p:sp>
    </p:spTree>
    <p:extLst>
      <p:ext uri="{BB962C8B-B14F-4D97-AF65-F5344CB8AC3E}">
        <p14:creationId xmlns:p14="http://schemas.microsoft.com/office/powerpoint/2010/main" val="37565288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in the valley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on the mountain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I’ll praise when I’m sure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when I’m doubting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2/15</a:t>
            </a:r>
          </a:p>
        </p:txBody>
      </p:sp>
    </p:spTree>
    <p:extLst>
      <p:ext uri="{BB962C8B-B14F-4D97-AF65-F5344CB8AC3E}">
        <p14:creationId xmlns:p14="http://schemas.microsoft.com/office/powerpoint/2010/main" val="24003617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when outnumbered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when surrounded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praise is the water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enemies drown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3/15</a:t>
            </a:r>
          </a:p>
        </p:txBody>
      </p:sp>
    </p:spTree>
    <p:extLst>
      <p:ext uri="{BB962C8B-B14F-4D97-AF65-F5344CB8AC3E}">
        <p14:creationId xmlns:p14="http://schemas.microsoft.com/office/powerpoint/2010/main" val="26747016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As long as I’m breathing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I’ve got a reason to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4/15</a:t>
            </a:r>
          </a:p>
        </p:txBody>
      </p:sp>
    </p:spTree>
    <p:extLst>
      <p:ext uri="{BB962C8B-B14F-4D97-AF65-F5344CB8AC3E}">
        <p14:creationId xmlns:p14="http://schemas.microsoft.com/office/powerpoint/2010/main" val="26365164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when I feel 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I’ll praise when I don’t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I’ll 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I know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You’re still in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5/15</a:t>
            </a:r>
          </a:p>
        </p:txBody>
      </p:sp>
    </p:spTree>
    <p:extLst>
      <p:ext uri="{BB962C8B-B14F-4D97-AF65-F5344CB8AC3E}">
        <p14:creationId xmlns:p14="http://schemas.microsoft.com/office/powerpoint/2010/main" val="31271607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my praise is a weapon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It’s more than a sound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praise is the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brings Jericho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6/15</a:t>
            </a:r>
          </a:p>
        </p:txBody>
      </p:sp>
    </p:spTree>
    <p:extLst>
      <p:ext uri="{BB962C8B-B14F-4D97-AF65-F5344CB8AC3E}">
        <p14:creationId xmlns:p14="http://schemas.microsoft.com/office/powerpoint/2010/main" val="8950372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As long as I’m breathing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I’ve got a reason to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7/15</a:t>
            </a:r>
          </a:p>
        </p:txBody>
      </p:sp>
    </p:spTree>
    <p:extLst>
      <p:ext uri="{BB962C8B-B14F-4D97-AF65-F5344CB8AC3E}">
        <p14:creationId xmlns:p14="http://schemas.microsoft.com/office/powerpoint/2010/main" val="34005804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8/15</a:t>
            </a:r>
          </a:p>
        </p:txBody>
      </p:sp>
    </p:spTree>
    <p:extLst>
      <p:ext uri="{BB962C8B-B14F-4D97-AF65-F5344CB8AC3E}">
        <p14:creationId xmlns:p14="http://schemas.microsoft.com/office/powerpoint/2010/main" val="41969097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You’re sovereign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 reign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 rose and defeated the grave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I’ll 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You’re faithful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You’re true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there’s nobody greater than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9/15</a:t>
            </a:r>
          </a:p>
        </p:txBody>
      </p:sp>
    </p:spTree>
    <p:extLst>
      <p:ext uri="{BB962C8B-B14F-4D97-AF65-F5344CB8AC3E}">
        <p14:creationId xmlns:p14="http://schemas.microsoft.com/office/powerpoint/2010/main" val="12425792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36995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10/15</a:t>
            </a:r>
          </a:p>
        </p:txBody>
      </p:sp>
    </p:spTree>
    <p:extLst>
      <p:ext uri="{BB962C8B-B14F-4D97-AF65-F5344CB8AC3E}">
        <p14:creationId xmlns:p14="http://schemas.microsoft.com/office/powerpoint/2010/main" val="332861150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391" y="0"/>
            <a:ext cx="1008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 1/15</a:t>
            </a:r>
          </a:p>
        </p:txBody>
      </p:sp>
    </p:spTree>
    <p:extLst>
      <p:ext uri="{BB962C8B-B14F-4D97-AF65-F5344CB8AC3E}">
        <p14:creationId xmlns:p14="http://schemas.microsoft.com/office/powerpoint/2010/main" val="17522197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7E5BD-2125-1602-8408-6B7C49A7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E3E246-0DAD-2C25-CFA4-502E18F8B9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picked me up You turned me around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placed my feet on solid ground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You healed my heart 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You changed my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free I'm not the same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 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5447DD-4F98-9272-756F-80E83EFECD35}"/>
              </a:ext>
            </a:extLst>
          </p:cNvPr>
          <p:cNvSpPr txBox="1"/>
          <p:nvPr/>
        </p:nvSpPr>
        <p:spPr>
          <a:xfrm>
            <a:off x="8204319" y="-11701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12/15</a:t>
            </a:r>
          </a:p>
        </p:txBody>
      </p:sp>
    </p:spTree>
    <p:extLst>
      <p:ext uri="{BB962C8B-B14F-4D97-AF65-F5344CB8AC3E}">
        <p14:creationId xmlns:p14="http://schemas.microsoft.com/office/powerpoint/2010/main" val="9359521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0C18D-98C9-AEDA-F90F-C4266ADC1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2AE24CE-6ADE-B2DE-EAAD-DCD1859E9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picked me up You turned me around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placed my feet on solid ground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You healed my heart 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changed my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free I'm not the same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 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thank God</a:t>
            </a:r>
          </a:p>
          <a:p>
            <a:endParaRPr lang="en-GB" sz="3600" dirty="0">
              <a:solidFill>
                <a:schemeClr val="bg1"/>
              </a:solidFill>
            </a:endParaRP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D1BAD-6226-C339-2A9E-473F9BE02B66}"/>
              </a:ext>
            </a:extLst>
          </p:cNvPr>
          <p:cNvSpPr txBox="1"/>
          <p:nvPr/>
        </p:nvSpPr>
        <p:spPr>
          <a:xfrm>
            <a:off x="8204319" y="20782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13/15</a:t>
            </a:r>
          </a:p>
        </p:txBody>
      </p:sp>
    </p:spTree>
    <p:extLst>
      <p:ext uri="{BB962C8B-B14F-4D97-AF65-F5344CB8AC3E}">
        <p14:creationId xmlns:p14="http://schemas.microsoft.com/office/powerpoint/2010/main" val="35308898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B16CD-5CA0-815B-60F7-E0E32CC63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CBAB83-C9A0-2C7F-B0D1-56B2CF1C8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5F2CEC-C4DD-B1CB-DD11-E8FE5D956F1B}"/>
              </a:ext>
            </a:extLst>
          </p:cNvPr>
          <p:cNvSpPr txBox="1"/>
          <p:nvPr/>
        </p:nvSpPr>
        <p:spPr>
          <a:xfrm>
            <a:off x="8236995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14/15</a:t>
            </a:r>
          </a:p>
        </p:txBody>
      </p:sp>
    </p:spTree>
    <p:extLst>
      <p:ext uri="{BB962C8B-B14F-4D97-AF65-F5344CB8AC3E}">
        <p14:creationId xmlns:p14="http://schemas.microsoft.com/office/powerpoint/2010/main" val="1619089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Let everything that has breath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44408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15/15</a:t>
            </a:r>
          </a:p>
        </p:txBody>
      </p:sp>
    </p:spTree>
    <p:extLst>
      <p:ext uri="{BB962C8B-B14F-4D97-AF65-F5344CB8AC3E}">
        <p14:creationId xmlns:p14="http://schemas.microsoft.com/office/powerpoint/2010/main" val="310522087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9F442-5FB2-7770-BCD7-22ADC9878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121721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Bless God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Song # 7206380</a:t>
            </a:r>
          </a:p>
          <a:p>
            <a:r>
              <a:rPr lang="en-GB" sz="1200" dirty="0">
                <a:solidFill>
                  <a:schemeClr val="bg1"/>
                </a:solidFill>
              </a:rPr>
              <a:t>Brandon Lake | Brooke Ligertwood | Cody Carnes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2023 Brandon Lake Music; Brooke Ligertwood Designee; Capitol CMG Paragon; Writer's Roof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Blessed are those who run to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place their hope and confidence in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won’t forsake them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Blessed are those who seek His face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bend their knee and fix their gaze on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They won’t be shaken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96323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1/11</a:t>
            </a:r>
          </a:p>
        </p:txBody>
      </p:sp>
    </p:spTree>
    <p:extLst>
      <p:ext uri="{BB962C8B-B14F-4D97-AF65-F5344CB8AC3E}">
        <p14:creationId xmlns:p14="http://schemas.microsoft.com/office/powerpoint/2010/main" val="66320344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28838-C0FA-C339-E16F-5A439F077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ED7BE0D-C14E-5761-2D6B-4757AD653B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praise the Lord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 love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your voice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1770E6-11E5-F766-740C-162EB63DC923}"/>
              </a:ext>
            </a:extLst>
          </p:cNvPr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5667704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91D09-9D12-9403-DF28-2FE616D1D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14DE41F-6BDC-916A-4205-946750AC8C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Blessed are those who walk with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Whose hearts are set on pilgrimage with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They’ll see His glory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Blessed are those who die to 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Whose joy it is to give it all for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for Him only</a:t>
            </a:r>
          </a:p>
          <a:p>
            <a:r>
              <a:rPr lang="en-GB" sz="3600" dirty="0">
                <a:solidFill>
                  <a:schemeClr val="bg1"/>
                </a:solidFill>
              </a:rPr>
              <a:t>Oh Jesus all for Your glory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932DDC-277B-2BB1-0C21-7244B3A977BF}"/>
              </a:ext>
            </a:extLst>
          </p:cNvPr>
          <p:cNvSpPr txBox="1"/>
          <p:nvPr/>
        </p:nvSpPr>
        <p:spPr>
          <a:xfrm>
            <a:off x="823589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3/11</a:t>
            </a:r>
          </a:p>
        </p:txBody>
      </p:sp>
    </p:spTree>
    <p:extLst>
      <p:ext uri="{BB962C8B-B14F-4D97-AF65-F5344CB8AC3E}">
        <p14:creationId xmlns:p14="http://schemas.microsoft.com/office/powerpoint/2010/main" val="5158095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22C2C-E618-61BF-ECFE-D59B2753A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7E489CD-C977-1727-092F-F14A4A904E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praise the Lord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 love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your voice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04607E-DCA5-A65C-5199-EDDE102ACFCC}"/>
              </a:ext>
            </a:extLst>
          </p:cNvPr>
          <p:cNvSpPr txBox="1"/>
          <p:nvPr/>
        </p:nvSpPr>
        <p:spPr>
          <a:xfrm>
            <a:off x="8388424" y="24046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4/11</a:t>
            </a:r>
          </a:p>
        </p:txBody>
      </p:sp>
    </p:spTree>
    <p:extLst>
      <p:ext uri="{BB962C8B-B14F-4D97-AF65-F5344CB8AC3E}">
        <p14:creationId xmlns:p14="http://schemas.microsoft.com/office/powerpoint/2010/main" val="17517240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35DE3-B274-AD1D-AE88-87F4B67A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D3780D-19B1-910F-F5F8-88D5FE262C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bring your offering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you’ve known His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up your holy hands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E3C34B-3718-CFCC-62E1-1B6B320144BA}"/>
              </a:ext>
            </a:extLst>
          </p:cNvPr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5/11</a:t>
            </a:r>
          </a:p>
        </p:txBody>
      </p:sp>
    </p:spTree>
    <p:extLst>
      <p:ext uri="{BB962C8B-B14F-4D97-AF65-F5344CB8AC3E}">
        <p14:creationId xmlns:p14="http://schemas.microsoft.com/office/powerpoint/2010/main" val="106719211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7E5BD-2125-1602-8408-6B7C49A7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E3E246-0DAD-2C25-CFA4-502E18F8B9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in the sanctuary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fields of plenty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darkest valley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5447DD-4F98-9272-756F-80E83EFECD35}"/>
              </a:ext>
            </a:extLst>
          </p:cNvPr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6/11</a:t>
            </a:r>
          </a:p>
        </p:txBody>
      </p:sp>
    </p:spTree>
    <p:extLst>
      <p:ext uri="{BB962C8B-B14F-4D97-AF65-F5344CB8AC3E}">
        <p14:creationId xmlns:p14="http://schemas.microsoft.com/office/powerpoint/2010/main" val="366403479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FC65F-6319-1DB6-E282-44C4E8ED7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96B40A-4576-5E12-B95E-67B87AD662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my hands are empty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with a praise that costs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nobody’s watching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F13681-1347-A03E-CCDC-4AD17D4D0939}"/>
              </a:ext>
            </a:extLst>
          </p:cNvPr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7/11</a:t>
            </a:r>
          </a:p>
        </p:txBody>
      </p:sp>
    </p:spTree>
    <p:extLst>
      <p:ext uri="{BB962C8B-B14F-4D97-AF65-F5344CB8AC3E}">
        <p14:creationId xmlns:p14="http://schemas.microsoft.com/office/powerpoint/2010/main" val="16910359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0C18D-98C9-AEDA-F90F-C4266ADC1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2AE24CE-6ADE-B2DE-EAAD-DCD1859E9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the weapon’s forming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the walls are falling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</a:t>
            </a:r>
            <a:r>
              <a:rPr lang="en-GB" sz="3600" dirty="0" err="1">
                <a:solidFill>
                  <a:schemeClr val="bg1"/>
                </a:solidFill>
              </a:rPr>
              <a:t>‘cause</a:t>
            </a:r>
            <a:r>
              <a:rPr lang="en-GB" sz="3600" dirty="0">
                <a:solidFill>
                  <a:schemeClr val="bg1"/>
                </a:solidFill>
              </a:rPr>
              <a:t> He goes before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D1BAD-6226-C339-2A9E-473F9BE02B66}"/>
              </a:ext>
            </a:extLst>
          </p:cNvPr>
          <p:cNvSpPr txBox="1"/>
          <p:nvPr/>
        </p:nvSpPr>
        <p:spPr>
          <a:xfrm>
            <a:off x="8388424" y="-338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40036995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6869D-6CAD-9EF3-01FD-12974F768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4CEE4-344C-B59C-C736-F69525F02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for He holds the </a:t>
            </a:r>
            <a:r>
              <a:rPr lang="en-GB" sz="3600" dirty="0" err="1">
                <a:solidFill>
                  <a:schemeClr val="bg1"/>
                </a:solidFill>
              </a:rPr>
              <a:t>vict’ry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Bless God for He’s always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for He’s always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3F334A-8846-181A-4AE4-F9CC335A2A80}"/>
              </a:ext>
            </a:extLst>
          </p:cNvPr>
          <p:cNvSpPr txBox="1"/>
          <p:nvPr/>
        </p:nvSpPr>
        <p:spPr>
          <a:xfrm>
            <a:off x="8194495" y="0"/>
            <a:ext cx="9140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9/11</a:t>
            </a:r>
          </a:p>
        </p:txBody>
      </p:sp>
    </p:spTree>
    <p:extLst>
      <p:ext uri="{BB962C8B-B14F-4D97-AF65-F5344CB8AC3E}">
        <p14:creationId xmlns:p14="http://schemas.microsoft.com/office/powerpoint/2010/main" val="183183077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750AD-7CEE-59A1-0EB0-8DE0AD517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F509A7-119E-C55B-8F57-AB7A39A23D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praise the Lord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 love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your voice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62C56-5CB3-0CDD-257D-EE027C825571}"/>
              </a:ext>
            </a:extLst>
          </p:cNvPr>
          <p:cNvSpPr txBox="1"/>
          <p:nvPr/>
        </p:nvSpPr>
        <p:spPr>
          <a:xfrm>
            <a:off x="8316416" y="-14818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4366683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6C53B-89CB-7F86-910D-C415B9216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D72D447-60A1-09D4-6F36-219D95EACD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bring your offering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you’ve known His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up your holy hands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0D5EB7-C08C-4F9A-5954-6BC8445A9047}"/>
              </a:ext>
            </a:extLst>
          </p:cNvPr>
          <p:cNvSpPr txBox="1"/>
          <p:nvPr/>
        </p:nvSpPr>
        <p:spPr>
          <a:xfrm>
            <a:off x="8172400" y="19472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11/11</a:t>
            </a:r>
          </a:p>
        </p:txBody>
      </p:sp>
    </p:spTree>
    <p:extLst>
      <p:ext uri="{BB962C8B-B14F-4D97-AF65-F5344CB8AC3E}">
        <p14:creationId xmlns:p14="http://schemas.microsoft.com/office/powerpoint/2010/main" val="2985507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5715</TotalTime>
  <Words>2252</Words>
  <Application>Microsoft Office PowerPoint</Application>
  <PresentationFormat>On-screen Show (4:3)</PresentationFormat>
  <Paragraphs>411</Paragraphs>
  <Slides>74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9" baseType="lpstr">
      <vt:lpstr>akagi_probook</vt:lpstr>
      <vt:lpstr>Arial</vt:lpstr>
      <vt:lpstr>Calibri</vt:lpstr>
      <vt:lpstr>Rockwell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224</cp:revision>
  <dcterms:created xsi:type="dcterms:W3CDTF">2024-09-27T16:56:29Z</dcterms:created>
  <dcterms:modified xsi:type="dcterms:W3CDTF">2025-12-31T17:14:49Z</dcterms:modified>
</cp:coreProperties>
</file>