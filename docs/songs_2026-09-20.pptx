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950" r:id="rId2"/>
    <p:sldId id="1526" r:id="rId3"/>
    <p:sldId id="518" r:id="rId4"/>
    <p:sldId id="519" r:id="rId5"/>
    <p:sldId id="520" r:id="rId6"/>
    <p:sldId id="521" r:id="rId7"/>
    <p:sldId id="522" r:id="rId8"/>
    <p:sldId id="526" r:id="rId9"/>
    <p:sldId id="527" r:id="rId10"/>
    <p:sldId id="524" r:id="rId11"/>
    <p:sldId id="1621" r:id="rId12"/>
    <p:sldId id="528" r:id="rId13"/>
    <p:sldId id="523" r:id="rId14"/>
    <p:sldId id="525" r:id="rId15"/>
    <p:sldId id="1209" r:id="rId16"/>
    <p:sldId id="1210" r:id="rId17"/>
    <p:sldId id="1211" r:id="rId18"/>
    <p:sldId id="1212" r:id="rId19"/>
    <p:sldId id="1213" r:id="rId20"/>
    <p:sldId id="1214" r:id="rId21"/>
    <p:sldId id="1215" r:id="rId22"/>
    <p:sldId id="1216" r:id="rId23"/>
    <p:sldId id="1217" r:id="rId24"/>
    <p:sldId id="1218" r:id="rId25"/>
    <p:sldId id="1594" r:id="rId26"/>
    <p:sldId id="438" r:id="rId27"/>
    <p:sldId id="439" r:id="rId28"/>
    <p:sldId id="441" r:id="rId29"/>
    <p:sldId id="1610" r:id="rId30"/>
    <p:sldId id="1622" r:id="rId31"/>
    <p:sldId id="1623" r:id="rId32"/>
    <p:sldId id="1624" r:id="rId33"/>
    <p:sldId id="1625" r:id="rId34"/>
    <p:sldId id="1626" r:id="rId35"/>
    <p:sldId id="1627" r:id="rId36"/>
    <p:sldId id="1628" r:id="rId37"/>
    <p:sldId id="1629" r:id="rId38"/>
    <p:sldId id="565" r:id="rId39"/>
    <p:sldId id="566" r:id="rId40"/>
    <p:sldId id="1630" r:id="rId41"/>
    <p:sldId id="567" r:id="rId42"/>
    <p:sldId id="485" r:id="rId43"/>
    <p:sldId id="954" r:id="rId44"/>
    <p:sldId id="1511" r:id="rId45"/>
    <p:sldId id="1411" r:id="rId46"/>
    <p:sldId id="1408" r:id="rId47"/>
    <p:sldId id="1410" r:id="rId48"/>
    <p:sldId id="1281" r:id="rId49"/>
    <p:sldId id="1339" r:id="rId50"/>
    <p:sldId id="946" r:id="rId51"/>
    <p:sldId id="1578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ervice" id="{1F80873B-EF87-4756-A9D6-A147B579BB11}">
          <p14:sldIdLst>
            <p14:sldId id="950"/>
            <p14:sldId id="1526"/>
            <p14:sldId id="518"/>
            <p14:sldId id="519"/>
            <p14:sldId id="520"/>
            <p14:sldId id="521"/>
            <p14:sldId id="522"/>
            <p14:sldId id="526"/>
            <p14:sldId id="527"/>
            <p14:sldId id="524"/>
            <p14:sldId id="1621"/>
            <p14:sldId id="528"/>
            <p14:sldId id="523"/>
            <p14:sldId id="525"/>
            <p14:sldId id="1209"/>
            <p14:sldId id="1210"/>
            <p14:sldId id="1211"/>
            <p14:sldId id="1212"/>
            <p14:sldId id="1213"/>
            <p14:sldId id="1214"/>
            <p14:sldId id="1215"/>
            <p14:sldId id="1216"/>
            <p14:sldId id="1217"/>
            <p14:sldId id="1218"/>
            <p14:sldId id="1594"/>
            <p14:sldId id="438"/>
            <p14:sldId id="439"/>
            <p14:sldId id="441"/>
            <p14:sldId id="1610"/>
            <p14:sldId id="1622"/>
            <p14:sldId id="1623"/>
            <p14:sldId id="1624"/>
            <p14:sldId id="1625"/>
            <p14:sldId id="1626"/>
            <p14:sldId id="1627"/>
            <p14:sldId id="1628"/>
            <p14:sldId id="1629"/>
            <p14:sldId id="565"/>
            <p14:sldId id="566"/>
            <p14:sldId id="1630"/>
            <p14:sldId id="567"/>
            <p14:sldId id="485"/>
            <p14:sldId id="954"/>
            <p14:sldId id="1511"/>
            <p14:sldId id="1411"/>
            <p14:sldId id="1408"/>
            <p14:sldId id="1410"/>
            <p14:sldId id="1281"/>
            <p14:sldId id="1339"/>
          </p14:sldIdLst>
        </p14:section>
        <p14:section name="Main Service" id="{4FE2647C-705B-495A-AADF-8CE4EFF28E49}">
          <p14:sldIdLst>
            <p14:sldId id="946"/>
            <p14:sldId id="15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24" autoAdjust="0"/>
    <p:restoredTop sz="82242" autoAdjust="0"/>
  </p:normalViewPr>
  <p:slideViewPr>
    <p:cSldViewPr>
      <p:cViewPr varScale="1">
        <p:scale>
          <a:sx n="96" d="100"/>
          <a:sy n="96" d="100"/>
        </p:scale>
        <p:origin x="2226" y="84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9B61DE-1D46-4752-AF65-FA2C4EB0D1D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91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67DBD-057D-01FF-A64B-035F23BE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6334A-DB13-39E3-4BDB-7C2A24C01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383A3-6764-2C1B-F831-AB9D96EF5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8CEFB-600E-4948-2677-1853EC632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05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403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7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889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02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877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900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3944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2452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473E8-676D-2269-E520-4802FB395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2F665D-773D-FD0C-75B3-CCE81A00C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59CC8-E824-4024-D663-91F542129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01BA8-CFC0-A7CD-3DF3-6716D4D65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25766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B2E1-B37D-FB49-A65A-671ADE3D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6BD6C-5D27-5528-5477-794671471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02F94-0732-2AD1-B39C-996F03FE5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8BBE2-4115-F920-0A28-2321EC352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1751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1C521-7081-5DA1-AC5F-F27006233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DE1D8-3EAC-1197-A01C-F1E114375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9B074-3F10-ADC5-8AB5-460AEF445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74B6D-52FD-D974-BB68-0A20D5DAE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7416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9632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586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203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17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5640767"/>
            <a:ext cx="5998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027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Cornerstone City Church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Peninsula Plus Community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Hoo Are Ya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</a:rPr>
              <a:t>  20</a:t>
            </a:r>
            <a:r>
              <a:rPr lang="en-US" sz="2400" baseline="30000" dirty="0">
                <a:solidFill>
                  <a:schemeClr val="bg1"/>
                </a:solidFill>
              </a:rPr>
              <a:t>th</a:t>
            </a:r>
            <a:r>
              <a:rPr lang="en-US" sz="2400" dirty="0">
                <a:solidFill>
                  <a:schemeClr val="bg1"/>
                </a:solidFill>
              </a:rPr>
              <a:t> September 2026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252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E5352-9A8B-9D8C-A0B7-67A2B262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B248-B4EE-1D0D-D485-E66A9A0CC880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0EDFEF-D004-BA25-5891-3BCB2A09D886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9A73C-3530-0721-C3BF-72AF88479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86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The Joy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7209419</a:t>
            </a:r>
          </a:p>
          <a:p>
            <a:r>
              <a:rPr lang="en-GB" sz="1200" dirty="0">
                <a:solidFill>
                  <a:schemeClr val="bg1"/>
                </a:solidFill>
              </a:rPr>
              <a:t>Andrew Holt | Mitch Wong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2023 Andrew Holt Music Publishing; TBCO Publishing; A Wong Made Write Publishing; Integrity's Praise! Music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This is the day You made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I’ll rejoice and be glad</a:t>
            </a:r>
          </a:p>
          <a:p>
            <a:r>
              <a:rPr lang="en-GB" sz="3600" dirty="0">
                <a:solidFill>
                  <a:schemeClr val="bg1"/>
                </a:solidFill>
              </a:rPr>
              <a:t>Rejoice and be glad in 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is where I believe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You are more than enough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More than enough for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1/11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faithful to Your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strong when I am weak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I’m standing in Your presence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have everything I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63782" y="-796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84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2878598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come what may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 of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of all my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323061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43258-2AE3-FDAB-EA06-45707B27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3FCB37-E08D-5B4B-9F3D-6B7811406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faithful to Your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strong when I am weak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I’m standing in Your presence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have everything I need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5428C-801B-9E0E-26C4-3D27AE621CA5}"/>
              </a:ext>
            </a:extLst>
          </p:cNvPr>
          <p:cNvSpPr txBox="1"/>
          <p:nvPr/>
        </p:nvSpPr>
        <p:spPr>
          <a:xfrm>
            <a:off x="8460432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1216087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0D812-5805-EE7C-B2A4-B0F367FE3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1E00BE-0C3C-E4D4-DA67-C98C563E4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B22F4-7E9C-A4E3-4A5F-8935CF141156}"/>
              </a:ext>
            </a:extLst>
          </p:cNvPr>
          <p:cNvSpPr txBox="1"/>
          <p:nvPr/>
        </p:nvSpPr>
        <p:spPr>
          <a:xfrm>
            <a:off x="8263782" y="44624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393113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Let it rise up like a river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Overflowing Holy Spirit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it pour out with no limit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Overflowing Holy Spirit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19472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3491371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62B3E-6374-B900-F0E9-2E4D86029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67FF90E-EF98-B8B7-A934-98C076B71B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Joy in morning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Joy in the evening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I’ve got it, I‘ve got it, I‘ve got 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BE071F-1687-B84A-067E-4A176EDC47FE}"/>
              </a:ext>
            </a:extLst>
          </p:cNvPr>
          <p:cNvSpPr txBox="1"/>
          <p:nvPr/>
        </p:nvSpPr>
        <p:spPr>
          <a:xfrm>
            <a:off x="8316416" y="19472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4105701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7BFC-C8C6-CB7D-5500-208F18762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B562EB-034E-1C8E-26A4-0C4A983E6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FA5ED0-C3D5-67DE-14C0-FD2BD79611FF}"/>
              </a:ext>
            </a:extLst>
          </p:cNvPr>
          <p:cNvSpPr txBox="1"/>
          <p:nvPr/>
        </p:nvSpPr>
        <p:spPr>
          <a:xfrm>
            <a:off x="8263782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2241335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I've got the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I've got the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I've got the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the joy of the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4239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1090371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63695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11/11</a:t>
            </a:r>
          </a:p>
        </p:txBody>
      </p:sp>
    </p:spTree>
    <p:extLst>
      <p:ext uri="{BB962C8B-B14F-4D97-AF65-F5344CB8AC3E}">
        <p14:creationId xmlns:p14="http://schemas.microsoft.com/office/powerpoint/2010/main" val="2948181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I know That I Know</a:t>
            </a: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7242526</a:t>
            </a:r>
          </a:p>
          <a:p>
            <a:r>
              <a:rPr lang="en-GB" sz="1200" dirty="0">
                <a:solidFill>
                  <a:schemeClr val="bg1"/>
                </a:solidFill>
              </a:rPr>
              <a:t>Alexander Pappas | Andrew Holt | Austin Davis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2025 A.L.K.D. Music; Andrew Holt Music Publishing; Capitol CMG Paragon; TBCO Publishing; City and Vine Music Publishing International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</p:txBody>
      </p:sp>
    </p:spTree>
    <p:extLst>
      <p:ext uri="{BB962C8B-B14F-4D97-AF65-F5344CB8AC3E}">
        <p14:creationId xmlns:p14="http://schemas.microsoft.com/office/powerpoint/2010/main" val="1844124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You’ve been good </a:t>
            </a:r>
            <a:r>
              <a:rPr lang="en-GB" sz="3600" dirty="0" err="1">
                <a:solidFill>
                  <a:schemeClr val="bg1"/>
                </a:solidFill>
              </a:rPr>
              <a:t>good</a:t>
            </a:r>
            <a:r>
              <a:rPr lang="en-GB" sz="3600" dirty="0">
                <a:solidFill>
                  <a:schemeClr val="bg1"/>
                </a:solidFill>
              </a:rPr>
              <a:t> for all my life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So nothing could ever change my mind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never break Your promise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You’re constant in all You do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Yours is the way the truth the life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That I will choose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764263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Oh I know that I know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won’t ever let me go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Every low every high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are faithful all the time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I’ve tasted and I’ve seen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You've been so </a:t>
            </a:r>
            <a:r>
              <a:rPr lang="en-GB" sz="3600" dirty="0" err="1">
                <a:solidFill>
                  <a:schemeClr val="bg1"/>
                </a:solidFill>
              </a:rPr>
              <a:t>so</a:t>
            </a:r>
            <a:r>
              <a:rPr lang="en-GB" sz="3600" dirty="0">
                <a:solidFill>
                  <a:schemeClr val="bg1"/>
                </a:solidFill>
              </a:rPr>
              <a:t> good to me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God I know that I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3091649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3668596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I won’t look to the left or right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And I will keep heaven in my sight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No I will not be shaken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And nothing is moving me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I’ve got a faith that's sure of things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I cannot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1637745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Oh I know that I know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won’t ever let me go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Every low every high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are faithful all the time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I’ve tasted and I’ve seen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You've been so </a:t>
            </a:r>
            <a:r>
              <a:rPr lang="en-GB" sz="3600" dirty="0" err="1">
                <a:solidFill>
                  <a:schemeClr val="bg1"/>
                </a:solidFill>
              </a:rPr>
              <a:t>so</a:t>
            </a:r>
            <a:r>
              <a:rPr lang="en-GB" sz="3600" dirty="0">
                <a:solidFill>
                  <a:schemeClr val="bg1"/>
                </a:solidFill>
              </a:rPr>
              <a:t> good to me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God I know that I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649178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36970296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won’t stand on words of man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God I’ll stand on Yours instead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All of my hope all of my faith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All of it’s in Your name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And the world cannot deny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All that You’ve done in my life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All of my days all of my praise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All to lift Jesus'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3109910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Oh I know that I know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won’t ever let me go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Every low every high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are faithful all the time</a:t>
            </a:r>
          </a:p>
          <a:p>
            <a:pPr>
              <a:spcBef>
                <a:spcPts val="600"/>
              </a:spcBef>
            </a:pP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3585616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AB8DD-8DEA-F3F8-8ECB-5FD11020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405D92-3095-2A41-53A3-292B239BC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I’ve tasted and I’ve seen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You've been so </a:t>
            </a:r>
            <a:r>
              <a:rPr lang="en-GB" sz="3600" dirty="0" err="1">
                <a:solidFill>
                  <a:schemeClr val="bg1"/>
                </a:solidFill>
              </a:rPr>
              <a:t>so</a:t>
            </a:r>
            <a:r>
              <a:rPr lang="en-GB" sz="3600" dirty="0">
                <a:solidFill>
                  <a:schemeClr val="bg1"/>
                </a:solidFill>
              </a:rPr>
              <a:t> good to me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God I know that I know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Faithful all the time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9BF9C-52FE-6A21-D895-5A28E43F5721}"/>
              </a:ext>
            </a:extLst>
          </p:cNvPr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26074372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A4C3-4644-046D-323E-D475A8A0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5063-D7A9-E9C9-206A-AC2F2E97E01D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22FC65-E57B-5A77-8EFB-B6EB184B3E29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4AFBD-0121-0467-7E2A-7E954FC34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60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7200" dirty="0">
              <a:solidFill>
                <a:schemeClr val="bg1"/>
              </a:solidFill>
            </a:endParaRPr>
          </a:p>
          <a:p>
            <a:r>
              <a:rPr lang="en-GB" sz="7200" dirty="0">
                <a:solidFill>
                  <a:schemeClr val="bg1"/>
                </a:solidFill>
              </a:rPr>
              <a:t>Break Every Chain</a:t>
            </a:r>
          </a:p>
          <a:p>
            <a:br>
              <a:rPr lang="en-GB" sz="1200" dirty="0"/>
            </a:br>
            <a:r>
              <a:rPr lang="en-GB" sz="1200" dirty="0"/>
              <a:t>CCLI Song # 5910977</a:t>
            </a:r>
          </a:p>
          <a:p>
            <a:endParaRPr lang="en-GB" sz="1200" dirty="0"/>
          </a:p>
          <a:p>
            <a:r>
              <a:rPr lang="en-GB" sz="1200" dirty="0"/>
              <a:t>Will Reagan</a:t>
            </a:r>
          </a:p>
          <a:p>
            <a:endParaRPr lang="en-GB" sz="1200" dirty="0"/>
          </a:p>
          <a:p>
            <a:r>
              <a:rPr lang="en-GB" sz="1200" dirty="0"/>
              <a:t>© 2009 United Pursuit Music (Admin. by Capitol CMG Publishing)</a:t>
            </a:r>
          </a:p>
          <a:p>
            <a:r>
              <a:rPr lang="en-GB" sz="1200" dirty="0"/>
              <a:t>For use solely with the </a:t>
            </a:r>
            <a:r>
              <a:rPr lang="en-GB" sz="1200" dirty="0" err="1"/>
              <a:t>SongSelect</a:t>
            </a:r>
            <a:r>
              <a:rPr lang="en-GB" sz="1200" dirty="0"/>
              <a:t>® Terms of Use. All rights reserved. www.ccli.com</a:t>
            </a:r>
          </a:p>
          <a:p>
            <a:endParaRPr lang="en-GB" sz="1200" dirty="0"/>
          </a:p>
          <a:p>
            <a:r>
              <a:rPr lang="en-GB" sz="1200" dirty="0"/>
              <a:t>CCLI Licence No. 33265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5832648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 is power in the name of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power in the name of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power in the name of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break every chain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Break every chain 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Break every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908720"/>
            <a:ext cx="8640960" cy="576064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There's an army rising up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There's an army rising up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There's an army rising up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To break every chain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Break every chain 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Break every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45335-480E-0963-14B6-61BC7C3DB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CEEB7-507D-DEF1-8407-2F36ADB946B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A1BBC5-8814-BF8C-9D48-4079547A26BD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D081DA-A487-E35F-C866-D466ECF41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345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Amazing Grace </a:t>
            </a: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(My Chains Are </a:t>
            </a:r>
            <a:r>
              <a:rPr lang="en-GB" sz="4400" dirty="0">
                <a:solidFill>
                  <a:srgbClr val="00A3E0"/>
                </a:solidFill>
                <a:latin typeface="akagi_probook"/>
              </a:rPr>
              <a:t>G</a:t>
            </a:r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one)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4768151</a:t>
            </a:r>
          </a:p>
          <a:p>
            <a:r>
              <a:rPr lang="en-GB" sz="1200" dirty="0">
                <a:solidFill>
                  <a:schemeClr val="bg1"/>
                </a:solidFill>
              </a:rPr>
              <a:t>Chris Tomlin | John Newton | Louie Giglio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2006 Rising Springs Music; Vamos Publishing; worshiptogether.com songs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3854156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Amazing grace how sweet the sound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saved a wretch like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once was lost but now I'm found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Was blind but now I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4146938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 err="1">
                <a:solidFill>
                  <a:schemeClr val="bg1"/>
                </a:solidFill>
              </a:rPr>
              <a:t>'Twas</a:t>
            </a:r>
            <a:r>
              <a:rPr lang="en-GB" sz="3600" dirty="0">
                <a:solidFill>
                  <a:schemeClr val="bg1"/>
                </a:solidFill>
              </a:rPr>
              <a:t> grace that taught my heart to fear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grace my fears relieved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precious did that grace appear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hour I first believed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1801955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chains are gone I've been set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 my Savior has ransomed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like a flood His mercy rains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Unending love amazing grace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17661792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BC496-FC87-8E1E-64AA-1F013CF68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3CC7BE-92CA-0354-ADCB-7ED005CC7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Lord has promised good to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word my hope secures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will my shield and portion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As long as life endures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4041DC-0661-6DFD-ED4A-0A5AC9565E29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28657401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chains are gone I've been set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 my Savior has ransomed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like a flood His mercy rains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Unending love amazing grace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7094756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earth shall soon dissolve like snow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sun forbear to shine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God who called me here below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Will be forever mine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Will be forever mine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forever mine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37627933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E7D48-1168-DE63-5A45-FEAF7915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733510-3923-2217-4DE2-9A0D6B61C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chains are gone I've been set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 my Savior has ransomed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like a flood His mercy rains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Unending love amazing grace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B2B5D7-EB7E-2DC6-06FE-29BB9F8C6B9E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32005962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Shout To The Lord</a:t>
            </a:r>
          </a:p>
          <a:p>
            <a:b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</a:b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Song # 1406918</a:t>
            </a:r>
          </a:p>
          <a:p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Darlene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Zschech</a:t>
            </a:r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© 1993 Wondrous Worship (Admin. by Song Solutions www.songsolutions.org)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For use solely with the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SongSelect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® Terms of Use. All rights reserved. www.ccli.com</a:t>
            </a:r>
          </a:p>
          <a:p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Licence No. 33265</a:t>
            </a: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244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Jesus my Saviour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there is none like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of my days I want to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wonders of Your mighty love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32785022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7B660-AFD5-2721-4D21-CF844026E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C82A0E-A30B-8C20-A29A-D86BCE912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comfort my shelter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Tower of refuge and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every breath all that I am</a:t>
            </a:r>
          </a:p>
          <a:p>
            <a:r>
              <a:rPr lang="en-GB" sz="3600" dirty="0">
                <a:solidFill>
                  <a:schemeClr val="bg1"/>
                </a:solidFill>
              </a:rPr>
              <a:t>Never cease to worship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FCF216-3E71-422D-17B7-7948FE610FA9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29298176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Shout to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the earth let us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Power and 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to the King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Mountains bow down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 seas will roar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At the sound of Your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39705596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sing for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At the work of Your hands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Forever I'll love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Forever I'll stand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Nothing compares to the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have in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23104735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7170" name="Picture 2" descr="Ainsdale Methodist Church Notices">
            <a:extLst>
              <a:ext uri="{FF2B5EF4-FFF2-40B4-BE49-F238E27FC236}">
                <a16:creationId xmlns:a16="http://schemas.microsoft.com/office/drawing/2014/main" id="{3EEB5152-0F8F-378F-8135-B6033343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7113"/>
            <a:ext cx="9144000" cy="480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4022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57F6-55A9-47B0-91CA-75C5DBDC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99AFE2-1BF7-7D3C-A093-C9C8FAF2F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697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452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DB38-2D92-CDA8-108E-BAB01467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FC629845-6805-C1E6-E442-AEA8EF7F5C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06B2D-5EB4-A907-2876-C5E6CE50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697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132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3985-8B83-D3B2-292F-E1A59D0A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5A882619-E590-B58F-E69C-A28B83B97A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6EA3C-752F-7FDC-9302-57DAFDDC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67"/>
            <a:ext cx="9144000" cy="646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306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D4F5-7735-C2A4-5222-746F2743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AC1F9C-7D07-CC4A-86C6-42449AE4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012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A929D4-B857-13A7-F16F-1C885159F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069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ach the Word#6. “Broken preachers.” – Morningside church of Christ">
            <a:extLst>
              <a:ext uri="{FF2B5EF4-FFF2-40B4-BE49-F238E27FC236}">
                <a16:creationId xmlns:a16="http://schemas.microsoft.com/office/drawing/2014/main" id="{2AA83B72-9961-C11B-4973-8C7748297C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/>
          <a:stretch/>
        </p:blipFill>
        <p:spPr bwMode="auto">
          <a:xfrm>
            <a:off x="539552" y="1052736"/>
            <a:ext cx="82296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430316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2 Corinthians 14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May the grace of the Lord Jesus Christ, and the love of God, and the fellowship of the Holy Spirit be with us all.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And….</a:t>
            </a:r>
          </a:p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Surely goodness and mercy shall follow us all the days of our lives, and we shall dwell in the house of the Lord forever.</a:t>
            </a:r>
          </a:p>
        </p:txBody>
      </p:sp>
    </p:spTree>
    <p:extLst>
      <p:ext uri="{BB962C8B-B14F-4D97-AF65-F5344CB8AC3E}">
        <p14:creationId xmlns:p14="http://schemas.microsoft.com/office/powerpoint/2010/main" val="39747127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9A194A-DD04-B8BB-F5E2-C52C9DD327EA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Amen!</a:t>
            </a:r>
          </a:p>
        </p:txBody>
      </p:sp>
    </p:spTree>
    <p:extLst>
      <p:ext uri="{BB962C8B-B14F-4D97-AF65-F5344CB8AC3E}">
        <p14:creationId xmlns:p14="http://schemas.microsoft.com/office/powerpoint/2010/main" val="160682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ngs_2024-09-29" id="{AE33A1CF-5A6E-9A45-939B-9BEFB8807446}" vid="{DFD4CA98-726C-574E-9379-F8F810DB23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8184</TotalTime>
  <Words>1441</Words>
  <Application>Microsoft Office PowerPoint</Application>
  <PresentationFormat>On-screen Show (4:3)</PresentationFormat>
  <Paragraphs>262</Paragraphs>
  <Slides>51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akagi_probook</vt:lpstr>
      <vt:lpstr>Amatic SC</vt:lpstr>
      <vt:lpstr>Arial</vt:lpstr>
      <vt:lpstr>Calibri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Olajide</dc:creator>
  <cp:lastModifiedBy>Dele Olajide</cp:lastModifiedBy>
  <cp:revision>375</cp:revision>
  <dcterms:created xsi:type="dcterms:W3CDTF">2024-09-27T16:56:29Z</dcterms:created>
  <dcterms:modified xsi:type="dcterms:W3CDTF">2026-09-14T10:19:35Z</dcterms:modified>
</cp:coreProperties>
</file>