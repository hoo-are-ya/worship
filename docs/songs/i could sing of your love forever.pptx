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53" r:id="rId2"/>
    <p:sldId id="447" r:id="rId3"/>
    <p:sldId id="1606" r:id="rId4"/>
    <p:sldId id="448" r:id="rId5"/>
    <p:sldId id="1608" r:id="rId6"/>
    <p:sldId id="1609" r:id="rId7"/>
    <p:sldId id="449" r:id="rId8"/>
    <p:sldId id="1607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942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03/08/2026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03/08/2026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03/08/2026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03/08/2026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03/08/2026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03/08/2026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03/08/2026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03/08/2026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03/08/2026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03/08/2026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03/08/2026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EA1CF3-4A15-4CBF-9A5A-6A56C368BE71}" type="datetimeFigureOut">
              <a:rPr lang="en-GB" smtClean="0"/>
              <a:pPr/>
              <a:t>03/08/2026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188640"/>
            <a:ext cx="8640960" cy="6480720"/>
          </a:xfrm>
        </p:spPr>
        <p:txBody>
          <a:bodyPr>
            <a:noAutofit/>
          </a:bodyPr>
          <a:lstStyle/>
          <a:p>
            <a:endParaRPr lang="en-GB" sz="5400" dirty="0">
              <a:solidFill>
                <a:schemeClr val="bg1"/>
              </a:solidFill>
            </a:endParaRPr>
          </a:p>
          <a:p>
            <a:r>
              <a:rPr lang="en-GB" sz="4400" dirty="0">
                <a:solidFill>
                  <a:srgbClr val="00A3E0"/>
                </a:solidFill>
                <a:latin typeface="akagi_probook"/>
              </a:rPr>
              <a:t>I Could Sing Of Your Love Forever</a:t>
            </a:r>
            <a:endParaRPr lang="en-GB" sz="4400" b="0" i="0" dirty="0">
              <a:solidFill>
                <a:srgbClr val="00A3E0"/>
              </a:solidFill>
              <a:effectLst/>
              <a:latin typeface="akagi_probook"/>
            </a:endParaRPr>
          </a:p>
          <a:p>
            <a:br>
              <a:rPr lang="en-GB" sz="1200" dirty="0">
                <a:solidFill>
                  <a:schemeClr val="bg1"/>
                </a:solidFill>
              </a:rPr>
            </a:br>
            <a:br>
              <a:rPr lang="en-GB" sz="1200" dirty="0">
                <a:solidFill>
                  <a:schemeClr val="bg1"/>
                </a:solidFill>
              </a:rPr>
            </a:br>
            <a:r>
              <a:rPr lang="en-GB" sz="1200" dirty="0">
                <a:solidFill>
                  <a:schemeClr val="bg1"/>
                </a:solidFill>
              </a:rPr>
              <a:t>CCLI Song # 1043199</a:t>
            </a:r>
          </a:p>
          <a:p>
            <a:r>
              <a:rPr lang="en-GB" sz="1200" dirty="0">
                <a:solidFill>
                  <a:schemeClr val="bg1"/>
                </a:solidFill>
              </a:rPr>
              <a:t>Martin Smith</a:t>
            </a:r>
          </a:p>
          <a:p>
            <a:r>
              <a:rPr lang="en-GB" sz="1200" dirty="0">
                <a:solidFill>
                  <a:schemeClr val="bg1"/>
                </a:solidFill>
              </a:rPr>
              <a:t>© 1994 Curious? Music UK</a:t>
            </a:r>
          </a:p>
          <a:p>
            <a:r>
              <a:rPr lang="en-GB" sz="1200" dirty="0">
                <a:solidFill>
                  <a:schemeClr val="bg1"/>
                </a:solidFill>
              </a:rPr>
              <a:t>For use solely with the </a:t>
            </a:r>
            <a:r>
              <a:rPr lang="en-GB" sz="1200" dirty="0" err="1">
                <a:solidFill>
                  <a:schemeClr val="bg1"/>
                </a:solidFill>
              </a:rPr>
              <a:t>SongSelect</a:t>
            </a:r>
            <a:r>
              <a:rPr lang="en-GB" sz="1200" dirty="0">
                <a:solidFill>
                  <a:schemeClr val="bg1"/>
                </a:solidFill>
              </a:rPr>
              <a:t>® Terms of Use. All rights reserved. www.ccli.com</a:t>
            </a:r>
          </a:p>
        </p:txBody>
      </p:sp>
    </p:spTree>
    <p:extLst>
      <p:ext uri="{BB962C8B-B14F-4D97-AF65-F5344CB8AC3E}">
        <p14:creationId xmlns:p14="http://schemas.microsoft.com/office/powerpoint/2010/main" val="1748339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3118" y="836712"/>
            <a:ext cx="8640960" cy="540060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Over the mountains and the sea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Your river runs with love for 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I will open up my heart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let the Healer set me free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1/7</a:t>
            </a:r>
          </a:p>
        </p:txBody>
      </p:sp>
    </p:spTree>
    <p:extLst>
      <p:ext uri="{BB962C8B-B14F-4D97-AF65-F5344CB8AC3E}">
        <p14:creationId xmlns:p14="http://schemas.microsoft.com/office/powerpoint/2010/main" val="11264737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E9EE07-FF5C-ABA4-4E25-E493DA1C9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0030D1E-D91F-9A9A-384B-52927DE871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118" y="836712"/>
            <a:ext cx="8640960" cy="540060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I'm happy to be in the truth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I will daily lift my hands</a:t>
            </a:r>
          </a:p>
          <a:p>
            <a:r>
              <a:rPr lang="en-GB" sz="3600" dirty="0">
                <a:solidFill>
                  <a:schemeClr val="bg1"/>
                </a:solidFill>
              </a:rPr>
              <a:t>For I will always sing</a:t>
            </a:r>
          </a:p>
          <a:p>
            <a:r>
              <a:rPr lang="en-GB" sz="3600" dirty="0">
                <a:solidFill>
                  <a:schemeClr val="bg1"/>
                </a:solidFill>
              </a:rPr>
              <a:t>Of when Your love came down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211610-470F-4FAF-386F-6750378548F5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2/7</a:t>
            </a:r>
          </a:p>
        </p:txBody>
      </p:sp>
    </p:spTree>
    <p:extLst>
      <p:ext uri="{BB962C8B-B14F-4D97-AF65-F5344CB8AC3E}">
        <p14:creationId xmlns:p14="http://schemas.microsoft.com/office/powerpoint/2010/main" val="24779139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836712"/>
            <a:ext cx="8640960" cy="540060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I could sing of Your love forever</a:t>
            </a:r>
          </a:p>
          <a:p>
            <a:r>
              <a:rPr lang="en-GB" sz="3600" dirty="0">
                <a:solidFill>
                  <a:schemeClr val="bg1"/>
                </a:solidFill>
              </a:rPr>
              <a:t>I could sing of Your love forever</a:t>
            </a:r>
          </a:p>
          <a:p>
            <a:r>
              <a:rPr lang="en-GB" sz="3600" dirty="0">
                <a:solidFill>
                  <a:schemeClr val="bg1"/>
                </a:solidFill>
              </a:rPr>
              <a:t>I could sing of Your love forever</a:t>
            </a:r>
          </a:p>
          <a:p>
            <a:r>
              <a:rPr lang="en-GB" sz="3600" dirty="0">
                <a:solidFill>
                  <a:schemeClr val="bg1"/>
                </a:solidFill>
              </a:rPr>
              <a:t>I could sing of Your love forever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3/7</a:t>
            </a:r>
          </a:p>
        </p:txBody>
      </p:sp>
    </p:spTree>
    <p:extLst>
      <p:ext uri="{BB962C8B-B14F-4D97-AF65-F5344CB8AC3E}">
        <p14:creationId xmlns:p14="http://schemas.microsoft.com/office/powerpoint/2010/main" val="19472888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FF9B45-C09D-B638-E9DA-1752ED1DB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1FA6DDB-C12F-A328-1A66-3B160499DD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118" y="836712"/>
            <a:ext cx="8640960" cy="540060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Over the mountains and the sea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Your river runs with love for 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I will open up my heart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let the Healer set me free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8171C3-5ED6-5A08-7F71-BD06DDD243A2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4/7</a:t>
            </a:r>
          </a:p>
        </p:txBody>
      </p:sp>
    </p:spTree>
    <p:extLst>
      <p:ext uri="{BB962C8B-B14F-4D97-AF65-F5344CB8AC3E}">
        <p14:creationId xmlns:p14="http://schemas.microsoft.com/office/powerpoint/2010/main" val="15543242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7AD650-6D02-4EA1-DBED-0CADAC2FB9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D5C6ED8-240B-FC24-7DCD-C137D4F2DE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118" y="836712"/>
            <a:ext cx="8640960" cy="540060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I'm happy to be in the truth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I will daily lift my hands</a:t>
            </a:r>
          </a:p>
          <a:p>
            <a:r>
              <a:rPr lang="en-GB" sz="3600" dirty="0">
                <a:solidFill>
                  <a:schemeClr val="bg1"/>
                </a:solidFill>
              </a:rPr>
              <a:t>For I will always sing</a:t>
            </a:r>
          </a:p>
          <a:p>
            <a:r>
              <a:rPr lang="en-GB" sz="3600" dirty="0">
                <a:solidFill>
                  <a:schemeClr val="bg1"/>
                </a:solidFill>
              </a:rPr>
              <a:t>Of when Your love came down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3BE243-659C-D498-3B21-77F831A512C6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5/7</a:t>
            </a:r>
          </a:p>
        </p:txBody>
      </p:sp>
    </p:spTree>
    <p:extLst>
      <p:ext uri="{BB962C8B-B14F-4D97-AF65-F5344CB8AC3E}">
        <p14:creationId xmlns:p14="http://schemas.microsoft.com/office/powerpoint/2010/main" val="9560854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3508" y="836712"/>
            <a:ext cx="8856984" cy="5688632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Oh I feel like dancing</a:t>
            </a:r>
          </a:p>
          <a:p>
            <a:r>
              <a:rPr lang="en-GB" sz="3600" dirty="0">
                <a:solidFill>
                  <a:schemeClr val="bg1"/>
                </a:solidFill>
              </a:rPr>
              <a:t>It's foolishness I know</a:t>
            </a:r>
          </a:p>
          <a:p>
            <a:r>
              <a:rPr lang="en-GB" sz="3600" dirty="0">
                <a:solidFill>
                  <a:schemeClr val="bg1"/>
                </a:solidFill>
              </a:rPr>
              <a:t>But when the world has seen the light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They will dance with joy like we're dancing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6/7</a:t>
            </a:r>
          </a:p>
        </p:txBody>
      </p:sp>
    </p:spTree>
    <p:extLst>
      <p:ext uri="{BB962C8B-B14F-4D97-AF65-F5344CB8AC3E}">
        <p14:creationId xmlns:p14="http://schemas.microsoft.com/office/powerpoint/2010/main" val="31847701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726CF1-2D90-BEAB-E913-D92E814B9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4C9F558-A883-F557-9A63-EEFC4B4377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836712"/>
            <a:ext cx="8640960" cy="540060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I could sing of Your love forever</a:t>
            </a:r>
          </a:p>
          <a:p>
            <a:r>
              <a:rPr lang="en-GB" sz="3600" dirty="0">
                <a:solidFill>
                  <a:schemeClr val="bg1"/>
                </a:solidFill>
              </a:rPr>
              <a:t>I could sing of Your love forever</a:t>
            </a:r>
          </a:p>
          <a:p>
            <a:r>
              <a:rPr lang="en-GB" sz="3600" dirty="0">
                <a:solidFill>
                  <a:schemeClr val="bg1"/>
                </a:solidFill>
              </a:rPr>
              <a:t>I could sing of Your love forever</a:t>
            </a:r>
          </a:p>
          <a:p>
            <a:r>
              <a:rPr lang="en-GB" sz="3600" dirty="0">
                <a:solidFill>
                  <a:schemeClr val="bg1"/>
                </a:solidFill>
              </a:rPr>
              <a:t>I could sing of Your love forever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BB7413-A5F0-39EE-9D4E-2C396F202415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7/7</a:t>
            </a:r>
          </a:p>
        </p:txBody>
      </p:sp>
    </p:spTree>
    <p:extLst>
      <p:ext uri="{BB962C8B-B14F-4D97-AF65-F5344CB8AC3E}">
        <p14:creationId xmlns:p14="http://schemas.microsoft.com/office/powerpoint/2010/main" val="38739692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763</TotalTime>
  <Words>234</Words>
  <Application>Microsoft Office PowerPoint</Application>
  <PresentationFormat>On-screen Show (4:3)</PresentationFormat>
  <Paragraphs>41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akagi_probook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Administrator</dc:creator>
  <cp:lastModifiedBy>Dele Olajide</cp:lastModifiedBy>
  <cp:revision>77</cp:revision>
  <dcterms:created xsi:type="dcterms:W3CDTF">2019-09-23T12:06:27Z</dcterms:created>
  <dcterms:modified xsi:type="dcterms:W3CDTF">2026-08-03T09:29:02Z</dcterms:modified>
</cp:coreProperties>
</file>