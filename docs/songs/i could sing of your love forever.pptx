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53" r:id="rId2"/>
    <p:sldId id="447" r:id="rId3"/>
    <p:sldId id="448" r:id="rId4"/>
    <p:sldId id="449" r:id="rId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10" d="100"/>
          <a:sy n="110" d="100"/>
        </p:scale>
        <p:origin x="1638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15/11/2025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15/11/2025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15/11/2025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15/11/2025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15/11/2025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15/11/2025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15/11/2025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15/11/2025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15/11/2025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15/11/2025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15/11/2025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EA1CF3-4A15-4CBF-9A5A-6A56C368BE71}" type="datetimeFigureOut">
              <a:rPr lang="en-GB" smtClean="0"/>
              <a:pPr/>
              <a:t>15/11/2025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6600" dirty="0">
                <a:solidFill>
                  <a:srgbClr val="00A3E0"/>
                </a:solidFill>
                <a:latin typeface="akagi_probook"/>
              </a:rPr>
              <a:t>I Could Sing Of Your Love Forever</a:t>
            </a:r>
            <a:endParaRPr lang="en-GB" sz="6600" b="0" i="0" dirty="0">
              <a:solidFill>
                <a:srgbClr val="00A3E0"/>
              </a:solidFill>
              <a:effectLst/>
              <a:latin typeface="akagi_probook"/>
            </a:endParaRPr>
          </a:p>
          <a:p>
            <a:br>
              <a:rPr lang="en-GB" sz="1200" dirty="0">
                <a:solidFill>
                  <a:schemeClr val="bg1"/>
                </a:solidFill>
              </a:rPr>
            </a:br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1043199</a:t>
            </a:r>
          </a:p>
          <a:p>
            <a:r>
              <a:rPr lang="en-GB" sz="1200" dirty="0">
                <a:solidFill>
                  <a:schemeClr val="bg1"/>
                </a:solidFill>
              </a:rPr>
              <a:t>Martin Smith</a:t>
            </a:r>
          </a:p>
          <a:p>
            <a:r>
              <a:rPr lang="en-GB" sz="1200" dirty="0">
                <a:solidFill>
                  <a:schemeClr val="bg1"/>
                </a:solidFill>
              </a:rPr>
              <a:t>© 1994 Curious? Music UK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</p:txBody>
      </p:sp>
    </p:spTree>
    <p:extLst>
      <p:ext uri="{BB962C8B-B14F-4D97-AF65-F5344CB8AC3E}">
        <p14:creationId xmlns:p14="http://schemas.microsoft.com/office/powerpoint/2010/main" val="174833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268760"/>
            <a:ext cx="8640960" cy="540060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Over the mountains and the sea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Your river runs with love for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I will open up my heart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let the Healer set me free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I'm happy to be in the truth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I will daily lift my hands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I will always sing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Of when Your love came down yeah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1/6</a:t>
            </a:r>
          </a:p>
        </p:txBody>
      </p:sp>
    </p:spTree>
    <p:extLst>
      <p:ext uri="{BB962C8B-B14F-4D97-AF65-F5344CB8AC3E}">
        <p14:creationId xmlns:p14="http://schemas.microsoft.com/office/powerpoint/2010/main" val="11264737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268760"/>
            <a:ext cx="8640960" cy="540060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could sing of Your love forever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could sing of Your love forever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could sing of Your love forever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could sing of Your love forever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2/6</a:t>
            </a:r>
          </a:p>
        </p:txBody>
      </p:sp>
    </p:spTree>
    <p:extLst>
      <p:ext uri="{BB962C8B-B14F-4D97-AF65-F5344CB8AC3E}">
        <p14:creationId xmlns:p14="http://schemas.microsoft.com/office/powerpoint/2010/main" val="19472888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7504" y="980728"/>
            <a:ext cx="8856984" cy="5688632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Oh I feel like dancing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It's foolishness I know</a:t>
            </a:r>
          </a:p>
          <a:p>
            <a:r>
              <a:rPr lang="en-GB" sz="3600" dirty="0">
                <a:solidFill>
                  <a:schemeClr val="bg1"/>
                </a:solidFill>
              </a:rPr>
              <a:t>But when the world has seen the light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They will dance with joy like we're dancing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3/6</a:t>
            </a:r>
          </a:p>
        </p:txBody>
      </p:sp>
    </p:spTree>
    <p:extLst>
      <p:ext uri="{BB962C8B-B14F-4D97-AF65-F5344CB8AC3E}">
        <p14:creationId xmlns:p14="http://schemas.microsoft.com/office/powerpoint/2010/main" val="31847701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763</TotalTime>
  <Words>151</Words>
  <Application>Microsoft Office PowerPoint</Application>
  <PresentationFormat>On-screen Show (4:3)</PresentationFormat>
  <Paragraphs>25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akagi_probook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Administrator</dc:creator>
  <cp:lastModifiedBy>Dele Olajide</cp:lastModifiedBy>
  <cp:revision>76</cp:revision>
  <dcterms:created xsi:type="dcterms:W3CDTF">2019-09-23T12:06:27Z</dcterms:created>
  <dcterms:modified xsi:type="dcterms:W3CDTF">2025-11-15T17:01:25Z</dcterms:modified>
</cp:coreProperties>
</file>