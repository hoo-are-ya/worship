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82" r:id="rId2"/>
    <p:sldId id="383" r:id="rId3"/>
    <p:sldId id="385" r:id="rId4"/>
    <p:sldId id="395" r:id="rId5"/>
    <p:sldId id="1488" r:id="rId6"/>
    <p:sldId id="396" r:id="rId7"/>
    <p:sldId id="397" r:id="rId8"/>
    <p:sldId id="398" r:id="rId9"/>
    <p:sldId id="399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038" y="-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cli.com/" TargetMode="External"/><Relationship Id="rId2" Type="http://schemas.openxmlformats.org/officeDocument/2006/relationships/hyperlink" Target="https://songselect.ccli.com/about/termsofus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000" dirty="0"/>
              <a:t>Raise A Hallelujah</a:t>
            </a:r>
          </a:p>
          <a:p>
            <a:r>
              <a:rPr lang="en-GB" sz="1200" dirty="0"/>
              <a:t> </a:t>
            </a:r>
          </a:p>
          <a:p>
            <a:endParaRPr lang="en-GB" sz="1200" dirty="0"/>
          </a:p>
          <a:p>
            <a:r>
              <a:rPr lang="en-GB" sz="1200" dirty="0"/>
              <a:t>CCLI Song # 7119315</a:t>
            </a:r>
          </a:p>
          <a:p>
            <a:r>
              <a:rPr lang="en-GB" sz="1200" dirty="0"/>
              <a:t>Jake Stevens | Jonathan David </a:t>
            </a:r>
            <a:r>
              <a:rPr lang="en-GB" sz="1200" dirty="0" err="1"/>
              <a:t>Helser</a:t>
            </a:r>
            <a:r>
              <a:rPr lang="en-GB" sz="1200" dirty="0"/>
              <a:t> | Melissa </a:t>
            </a:r>
            <a:r>
              <a:rPr lang="en-GB" sz="1200" dirty="0" err="1"/>
              <a:t>Helser</a:t>
            </a:r>
            <a:r>
              <a:rPr lang="en-GB" sz="1200" dirty="0"/>
              <a:t> | Molly Skaggs</a:t>
            </a:r>
          </a:p>
          <a:p>
            <a:r>
              <a:rPr lang="en-GB" sz="1200" dirty="0"/>
              <a:t>© 2018 Bethel Music Publishing (Admin. by Song Solutions)</a:t>
            </a:r>
          </a:p>
          <a:p>
            <a:r>
              <a:rPr lang="en-GB" sz="1200" i="1" dirty="0"/>
              <a:t>For use solely with the </a:t>
            </a:r>
            <a:r>
              <a:rPr lang="en-GB" sz="1200" i="1" dirty="0" err="1"/>
              <a:t>SongSelect</a:t>
            </a:r>
            <a:r>
              <a:rPr lang="en-GB" sz="1200" i="1" dirty="0"/>
              <a:t>® </a:t>
            </a:r>
            <a:r>
              <a:rPr lang="en-GB" sz="1200" i="1" dirty="0">
                <a:hlinkClick r:id="rId2"/>
              </a:rPr>
              <a:t>Terms of Use</a:t>
            </a:r>
            <a:r>
              <a:rPr lang="en-GB" sz="1200" i="1" dirty="0"/>
              <a:t>. All rights reserved. </a:t>
            </a:r>
            <a:r>
              <a:rPr lang="en-GB" sz="1200" i="1" dirty="0">
                <a:hlinkClick r:id="rId3"/>
              </a:rPr>
              <a:t>www.ccli.com</a:t>
            </a:r>
            <a:endParaRPr lang="en-GB" sz="1200" i="1" dirty="0"/>
          </a:p>
          <a:p>
            <a:r>
              <a:rPr lang="en-GB" sz="1200" dirty="0"/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raise a hallelujah in the presence of my enemies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louder than the unbelief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my weapon is a melody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Heaven comes to fight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I’m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sing in the middle of the storm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Louder and louder you’re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hear my praises roar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Up from the ashes hope will arise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Death is defeated the King is alive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raise a hallelujah with everything inside of me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I will watch the darkness flee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in the middle of the mystery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fear you lost your hold on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00D4-7B52-7FAB-C274-3A8EA145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1A7649-64AE-DBB6-1DBC-DB5F68E6C7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I’m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sing in the middle of the storm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Louder and louder you’re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hear my praises roar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Up from the ashes hope will arise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Death is defeated the King is alive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C669E-3CE3-BEDF-86B4-14F07F06B89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1732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Sing a little louder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(Sing a little louder)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Sing a little louder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(Sing a little louder)</a:t>
            </a:r>
            <a:br>
              <a:rPr lang="en-GB" sz="5400" dirty="0">
                <a:solidFill>
                  <a:schemeClr val="bg1"/>
                </a:solidFill>
              </a:rPr>
            </a:br>
            <a:endParaRPr lang="en-GB" sz="54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Sing a little louder in the presence of my enemies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Sing a little louder, louder than the unbelief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Sing a little louder my weapon is a melody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Sing a little louder Heaven comes to fight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I’m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sing in the middle of the storm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Louder and louder you’re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hear my praises roar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Up from the ashes hope will arise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Death is defeated the King is alive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9339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raise a hallelujah in the presence of my enemies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louder than the unbelief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my weapon is a melody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raise a hallelujah Heaven comes to fight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361</Words>
  <Application>Microsoft Office PowerPoint</Application>
  <PresentationFormat>On-screen Show (4:3)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76</cp:revision>
  <dcterms:created xsi:type="dcterms:W3CDTF">2019-09-23T12:06:27Z</dcterms:created>
  <dcterms:modified xsi:type="dcterms:W3CDTF">2026-02-06T09:33:44Z</dcterms:modified>
</cp:coreProperties>
</file>