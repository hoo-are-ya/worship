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65" r:id="rId2"/>
    <p:sldId id="466" r:id="rId3"/>
    <p:sldId id="467" r:id="rId4"/>
    <p:sldId id="475" r:id="rId5"/>
    <p:sldId id="474" r:id="rId6"/>
    <p:sldId id="476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4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I reach Up High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1075387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Judy Bailey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1993 Song Solutions Daybreak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63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34863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I'll do anything just for my God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He's done </a:t>
            </a:r>
            <a:r>
              <a:rPr lang="en-GB" sz="3600" dirty="0" err="1">
                <a:solidFill>
                  <a:schemeClr val="bg1"/>
                </a:solidFill>
              </a:rPr>
              <a:t>ev'rything</a:t>
            </a:r>
            <a:r>
              <a:rPr lang="en-GB" sz="3600" dirty="0">
                <a:solidFill>
                  <a:schemeClr val="bg1"/>
                </a:solidFill>
              </a:rPr>
              <a:t>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doesn't matter who is looking 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is the person that I want to please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42401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D91A-DFDD-48AC-0F00-213B2FF2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2F09A0-5E24-0651-30E4-786C052C8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2E214-951C-FED2-A2CF-07F17381583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99141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May my whole life be a song of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worship God in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this song the actions praise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want my actions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day to do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242897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5E1C-C6D9-FDE5-7657-AF1C5BFD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65DCCB-489A-5614-E889-5897AEB04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8AAA2-1D7A-38CB-01BC-7843C494E6E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748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272</Words>
  <Application>Microsoft Office PowerPoint</Application>
  <PresentationFormat>On-screen Show (4:3)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77</cp:revision>
  <dcterms:created xsi:type="dcterms:W3CDTF">2019-09-23T12:06:27Z</dcterms:created>
  <dcterms:modified xsi:type="dcterms:W3CDTF">2026-08-24T08:53:04Z</dcterms:modified>
</cp:coreProperties>
</file>