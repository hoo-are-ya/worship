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1026" r:id="rId2"/>
    <p:sldId id="1027" r:id="rId3"/>
    <p:sldId id="1028" r:id="rId4"/>
    <p:sldId id="1029" r:id="rId5"/>
    <p:sldId id="103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E6A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461" autoAdjust="0"/>
    <p:restoredTop sz="82272" autoAdjust="0"/>
  </p:normalViewPr>
  <p:slideViewPr>
    <p:cSldViewPr>
      <p:cViewPr varScale="1">
        <p:scale>
          <a:sx n="96" d="100"/>
          <a:sy n="96" d="100"/>
        </p:scale>
        <p:origin x="2262" y="84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7EAEFC-A9C7-464E-BE3F-33D4DD72E122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9B61DE-1D46-4752-AF65-FA2C4EB0D1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7148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12/12/2025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12/12/2025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12/12/2025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12/12/2025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12/12/2025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12/12/2025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12/12/2025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12/12/2025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12/12/2025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12/12/2025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12/12/2025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836712"/>
            <a:ext cx="8229600" cy="4369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A1CF3-4A15-4CBF-9A5A-6A56C368BE71}" type="datetimeFigureOut">
              <a:rPr lang="en-GB" smtClean="0"/>
              <a:pPr/>
              <a:t>12/12/2025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1FA438-06AA-FBAF-6598-C474F739A20A}"/>
              </a:ext>
            </a:extLst>
          </p:cNvPr>
          <p:cNvSpPr/>
          <p:nvPr userDrawn="1"/>
        </p:nvSpPr>
        <p:spPr>
          <a:xfrm>
            <a:off x="72008" y="5949280"/>
            <a:ext cx="899592" cy="773808"/>
          </a:xfrm>
          <a:prstGeom prst="rect">
            <a:avLst/>
          </a:prstGeom>
          <a:blipFill>
            <a:blip r:embed="rId1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A119C8-FA69-A36C-A18F-B470565B9C0C}"/>
              </a:ext>
            </a:extLst>
          </p:cNvPr>
          <p:cNvCxnSpPr>
            <a:cxnSpLocks/>
          </p:cNvCxnSpPr>
          <p:nvPr userDrawn="1"/>
        </p:nvCxnSpPr>
        <p:spPr>
          <a:xfrm>
            <a:off x="971600" y="6237312"/>
            <a:ext cx="7715200" cy="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FB4C0C-9840-84EC-CAB9-6BA55788BC6D}"/>
              </a:ext>
            </a:extLst>
          </p:cNvPr>
          <p:cNvCxnSpPr>
            <a:cxnSpLocks/>
          </p:cNvCxnSpPr>
          <p:nvPr userDrawn="1"/>
        </p:nvCxnSpPr>
        <p:spPr>
          <a:xfrm>
            <a:off x="457200" y="764704"/>
            <a:ext cx="8229600" cy="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6600" dirty="0">
              <a:solidFill>
                <a:srgbClr val="00A3E0"/>
              </a:solidFill>
              <a:latin typeface="akagi_probook"/>
            </a:endParaRPr>
          </a:p>
          <a:p>
            <a:r>
              <a:rPr lang="en-GB" sz="6600" dirty="0">
                <a:solidFill>
                  <a:srgbClr val="00A3E0"/>
                </a:solidFill>
                <a:latin typeface="akagi_probook"/>
              </a:rPr>
              <a:t>O Little Town Of Bethlehem</a:t>
            </a:r>
          </a:p>
          <a:p>
            <a:br>
              <a:rPr lang="en-GB" sz="1200" dirty="0">
                <a:solidFill>
                  <a:schemeClr val="bg1"/>
                </a:solidFill>
              </a:rPr>
            </a:br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CCLI Song # 7271589</a:t>
            </a:r>
          </a:p>
          <a:p>
            <a:r>
              <a:rPr lang="en-GB" sz="1200" dirty="0">
                <a:solidFill>
                  <a:schemeClr val="bg1"/>
                </a:solidFill>
              </a:rPr>
              <a:t>Ben Trigg | Phillips Brooks</a:t>
            </a:r>
          </a:p>
          <a:p>
            <a:r>
              <a:rPr lang="en-GB" sz="1200" dirty="0">
                <a:solidFill>
                  <a:schemeClr val="bg1"/>
                </a:solidFill>
              </a:rPr>
              <a:t>© Words: Public Domain; Music: 2024 Eagle Heights Music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</a:p>
        </p:txBody>
      </p:sp>
    </p:spTree>
    <p:extLst>
      <p:ext uri="{BB962C8B-B14F-4D97-AF65-F5344CB8AC3E}">
        <p14:creationId xmlns:p14="http://schemas.microsoft.com/office/powerpoint/2010/main" val="3152724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642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O little town of Bethlehem</a:t>
            </a:r>
          </a:p>
          <a:p>
            <a:r>
              <a:rPr lang="en-GB" sz="3600" dirty="0">
                <a:solidFill>
                  <a:schemeClr val="bg1"/>
                </a:solidFill>
              </a:rPr>
              <a:t>How still we see thee lie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Above thy deep and dreamless sleep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silent stars go by</a:t>
            </a:r>
          </a:p>
          <a:p>
            <a:r>
              <a:rPr lang="en-GB" sz="3600" dirty="0">
                <a:solidFill>
                  <a:schemeClr val="bg1"/>
                </a:solidFill>
              </a:rPr>
              <a:t>Yet in thy dark streets shineth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everlasting Light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hopes and fears of all the years</a:t>
            </a:r>
          </a:p>
          <a:p>
            <a:r>
              <a:rPr lang="en-GB" sz="3600" dirty="0">
                <a:solidFill>
                  <a:schemeClr val="bg1"/>
                </a:solidFill>
              </a:rPr>
              <a:t>Are met in thee tonight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1/4</a:t>
            </a:r>
          </a:p>
        </p:txBody>
      </p:sp>
    </p:spTree>
    <p:extLst>
      <p:ext uri="{BB962C8B-B14F-4D97-AF65-F5344CB8AC3E}">
        <p14:creationId xmlns:p14="http://schemas.microsoft.com/office/powerpoint/2010/main" val="1584672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DAA66-4588-F47B-D5AF-5C2FF5BC7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1D74BB6-F76A-53FB-A481-94D5D6D8E1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764704"/>
            <a:ext cx="9158426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For Christ is born of Mary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gathered all above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While mortals sleep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angels keep their watch of wondering love</a:t>
            </a:r>
          </a:p>
          <a:p>
            <a:r>
              <a:rPr lang="en-GB" sz="3600" dirty="0">
                <a:solidFill>
                  <a:schemeClr val="bg1"/>
                </a:solidFill>
              </a:rPr>
              <a:t>O morning stars together</a:t>
            </a:r>
          </a:p>
          <a:p>
            <a:r>
              <a:rPr lang="en-GB" sz="3600" dirty="0">
                <a:solidFill>
                  <a:schemeClr val="bg1"/>
                </a:solidFill>
              </a:rPr>
              <a:t>Proclaim the holy birth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praises sing to God the King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peace to men on earth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0C0988-EEE2-A29D-2324-E665B8E971A1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2/4</a:t>
            </a:r>
          </a:p>
        </p:txBody>
      </p:sp>
    </p:spTree>
    <p:extLst>
      <p:ext uri="{BB962C8B-B14F-4D97-AF65-F5344CB8AC3E}">
        <p14:creationId xmlns:p14="http://schemas.microsoft.com/office/powerpoint/2010/main" val="1513383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64B0A-EB31-26B2-ED70-34476E8AA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8FFCEB6-A6DB-F507-FEDA-3F97DEB78A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642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How silently how silently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wondrous gift is given</a:t>
            </a:r>
          </a:p>
          <a:p>
            <a:r>
              <a:rPr lang="en-GB" sz="3600" dirty="0">
                <a:solidFill>
                  <a:schemeClr val="bg1"/>
                </a:solidFill>
              </a:rPr>
              <a:t>So God imparts to human hearts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blessings of His heaven</a:t>
            </a:r>
          </a:p>
          <a:p>
            <a:r>
              <a:rPr lang="en-GB" sz="3600" dirty="0">
                <a:solidFill>
                  <a:schemeClr val="bg1"/>
                </a:solidFill>
              </a:rPr>
              <a:t>No ear may hear His coming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But in this world of sin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Where meek souls will receive Him still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dear Christ enters in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BF9499-3E16-81D3-0353-6CEC50797268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3/4</a:t>
            </a:r>
          </a:p>
        </p:txBody>
      </p:sp>
    </p:spTree>
    <p:extLst>
      <p:ext uri="{BB962C8B-B14F-4D97-AF65-F5344CB8AC3E}">
        <p14:creationId xmlns:p14="http://schemas.microsoft.com/office/powerpoint/2010/main" val="932421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4B70B-0663-0289-34A1-15121B04E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913323C-D854-0AF6-FC24-EC875B6AA3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642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O holy Child of Bethlehem</a:t>
            </a:r>
          </a:p>
          <a:p>
            <a:r>
              <a:rPr lang="en-GB" sz="3600" dirty="0">
                <a:solidFill>
                  <a:schemeClr val="bg1"/>
                </a:solidFill>
              </a:rPr>
              <a:t>Descend to us we pray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Cast out our sin and enter in</a:t>
            </a:r>
          </a:p>
          <a:p>
            <a:r>
              <a:rPr lang="en-GB" sz="3600" dirty="0">
                <a:solidFill>
                  <a:schemeClr val="bg1"/>
                </a:solidFill>
              </a:rPr>
              <a:t>Be born in us today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hear the Christmas angels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great glad tidings tell</a:t>
            </a:r>
          </a:p>
          <a:p>
            <a:r>
              <a:rPr lang="en-GB" sz="3600" dirty="0">
                <a:solidFill>
                  <a:schemeClr val="bg1"/>
                </a:solidFill>
              </a:rPr>
              <a:t>O come to us abide with us</a:t>
            </a:r>
          </a:p>
          <a:p>
            <a:r>
              <a:rPr lang="en-GB" sz="3600" dirty="0">
                <a:solidFill>
                  <a:schemeClr val="bg1"/>
                </a:solidFill>
              </a:rPr>
              <a:t>Our Lord Emmanuel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6342C1-791D-EE04-2657-79E776D36061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4/4</a:t>
            </a:r>
          </a:p>
        </p:txBody>
      </p:sp>
    </p:spTree>
    <p:extLst>
      <p:ext uri="{BB962C8B-B14F-4D97-AF65-F5344CB8AC3E}">
        <p14:creationId xmlns:p14="http://schemas.microsoft.com/office/powerpoint/2010/main" val="1386935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7368</TotalTime>
  <Words>229</Words>
  <Application>Microsoft Office PowerPoint</Application>
  <PresentationFormat>On-screen Show (4:3)</PresentationFormat>
  <Paragraphs>43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akagi_probook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Administrator</dc:creator>
  <cp:lastModifiedBy>Dele Olajide</cp:lastModifiedBy>
  <cp:revision>386</cp:revision>
  <dcterms:created xsi:type="dcterms:W3CDTF">2019-09-23T12:06:27Z</dcterms:created>
  <dcterms:modified xsi:type="dcterms:W3CDTF">2025-12-12T20:43:09Z</dcterms:modified>
</cp:coreProperties>
</file>