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1209" r:id="rId2"/>
    <p:sldId id="1210" r:id="rId3"/>
    <p:sldId id="1211" r:id="rId4"/>
    <p:sldId id="1212" r:id="rId5"/>
    <p:sldId id="1213" r:id="rId6"/>
    <p:sldId id="1214" r:id="rId7"/>
    <p:sldId id="1215" r:id="rId8"/>
    <p:sldId id="1216" r:id="rId9"/>
    <p:sldId id="1217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61" autoAdjust="0"/>
    <p:restoredTop sz="82272" autoAdjust="0"/>
  </p:normalViewPr>
  <p:slideViewPr>
    <p:cSldViewPr>
      <p:cViewPr varScale="1">
        <p:scale>
          <a:sx n="96" d="100"/>
          <a:sy n="96" d="100"/>
        </p:scale>
        <p:origin x="2262" y="-4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8403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8894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302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1877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09006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63944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245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All Hail King Jesus</a:t>
            </a:r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7097216</a:t>
            </a:r>
          </a:p>
          <a:p>
            <a:r>
              <a:rPr lang="en-GB" sz="1200" dirty="0">
                <a:solidFill>
                  <a:schemeClr val="bg1"/>
                </a:solidFill>
              </a:rPr>
              <a:t>Jeremy Riddle | Peter Mattis | Ran Jackson | </a:t>
            </a:r>
            <a:r>
              <a:rPr lang="en-GB" sz="1200" dirty="0" err="1">
                <a:solidFill>
                  <a:schemeClr val="bg1"/>
                </a:solidFill>
              </a:rPr>
              <a:t>Steffany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Gretzinger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2017 Richmond Park Publishing; Bethel Music Publishing; Jeremy Riddle Music Designee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844124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There was a moment when the lights went out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When death had claimed its victory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The King of Love had given up His life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The darkest day in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76426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There on a cross they made for sinners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For every curse His blood atoned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One final breath and it was finished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But not the end we could have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3091649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For the earth began to shake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And the veil was torn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What sacrifice was made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As the heavens roared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668596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King Jesus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the Lord of Heaven and earth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King Jesus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the Savior of the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637745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There was a moment when the sky lit up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 flash of light breaking through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When all was lost He crossed eternity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The King of life was on the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64917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For in a dark cold tomb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Where our Lord was laid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One miraculous breath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And we're forever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369702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Let every knee come bow before the King of Kings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Let every tongue confess that He is Lord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Lift up your shout let us join with all of Heaven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Singing Holy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Singing Holy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Cry out Holy</a:t>
            </a:r>
          </a:p>
          <a:p>
            <a:pPr>
              <a:spcBef>
                <a:spcPts val="0"/>
              </a:spcBef>
            </a:pPr>
            <a:r>
              <a:rPr lang="en-GB" sz="3600" dirty="0">
                <a:solidFill>
                  <a:schemeClr val="bg1"/>
                </a:solidFill>
              </a:rPr>
              <a:t>Singing Holy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3109910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20688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King Jesus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King Jesus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King Jesus</a:t>
            </a:r>
          </a:p>
          <a:p>
            <a:pPr>
              <a:spcBef>
                <a:spcPts val="600"/>
              </a:spcBef>
            </a:pPr>
            <a:r>
              <a:rPr lang="en-GB" sz="3600" dirty="0">
                <a:solidFill>
                  <a:schemeClr val="bg1"/>
                </a:solidFill>
              </a:rPr>
              <a:t>All hail King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358561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7375</TotalTime>
  <Words>279</Words>
  <Application>Microsoft Office PowerPoint</Application>
  <PresentationFormat>On-screen Show (4:3)</PresentationFormat>
  <Paragraphs>57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386</cp:revision>
  <dcterms:created xsi:type="dcterms:W3CDTF">2019-09-23T12:06:27Z</dcterms:created>
  <dcterms:modified xsi:type="dcterms:W3CDTF">2025-11-10T11:10:04Z</dcterms:modified>
</cp:coreProperties>
</file>