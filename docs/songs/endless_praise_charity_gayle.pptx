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2" r:id="rId6"/>
    <p:sldId id="524" r:id="rId7"/>
    <p:sldId id="52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Endless Praise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7183423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Charity Gayle | Crystal Yates | David Gentiles | Ryan Kennedy | Steven Musso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2021 Brother Gayle Hymnal; Come Up Kings Publishing; Awaken Love Music; </a:t>
            </a:r>
            <a:r>
              <a:rPr lang="en-GB" sz="1200" dirty="0" err="1">
                <a:solidFill>
                  <a:schemeClr val="bg1"/>
                </a:solidFill>
              </a:rPr>
              <a:t>ComissionMusic</a:t>
            </a:r>
            <a:r>
              <a:rPr lang="en-GB" sz="1200" dirty="0">
                <a:solidFill>
                  <a:schemeClr val="bg1"/>
                </a:solidFill>
              </a:rPr>
              <a:t>; Steven Musso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can’t wait for eternity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Join the song they're already singing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are 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Just to bow down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Your face I’ll cry out because You’re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are You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432048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King of Kings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Majesty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Standing with those who have heard well done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Proclaiming forever that You’re the One who’s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</a:t>
            </a:r>
            <a:r>
              <a:rPr lang="en-GB" sz="3600" dirty="0" err="1">
                <a:solidFill>
                  <a:schemeClr val="bg1"/>
                </a:solidFill>
              </a:rPr>
              <a:t>faithful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faithful</a:t>
            </a:r>
            <a:r>
              <a:rPr lang="en-GB" sz="3600" dirty="0">
                <a:solidFill>
                  <a:schemeClr val="bg1"/>
                </a:solidFill>
              </a:rPr>
              <a:t> are 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can we give You but endless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heavens roar as we shout Your name 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are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King of Kings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Majesty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r>
              <a:rPr lang="en-GB" sz="3600" dirty="0">
                <a:solidFill>
                  <a:schemeClr val="bg1"/>
                </a:solidFill>
              </a:rPr>
              <a:t>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Another glimpse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once more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r>
              <a:rPr lang="en-GB" sz="3600" dirty="0">
                <a:solidFill>
                  <a:schemeClr val="bg1"/>
                </a:solidFill>
              </a:rPr>
              <a:t>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(forever)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King of Kings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Majesty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192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2026-02-23T11:12:56Z</dcterms:modified>
</cp:coreProperties>
</file>