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999" r:id="rId2"/>
    <p:sldId id="1000" r:id="rId3"/>
    <p:sldId id="1001" r:id="rId4"/>
    <p:sldId id="1002" r:id="rId5"/>
    <p:sldId id="148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Ancient Of Days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798108</a:t>
            </a:r>
          </a:p>
          <a:p>
            <a:r>
              <a:rPr lang="en-GB" sz="1200" dirty="0">
                <a:solidFill>
                  <a:schemeClr val="bg1"/>
                </a:solidFill>
              </a:rPr>
              <a:t>Gary Sadler | Jamie Harvill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1992 Integrity's Hosanna!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License # 33265</a:t>
            </a: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195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Blessing and </a:t>
            </a:r>
            <a:r>
              <a:rPr lang="en-GB" sz="3600" dirty="0" err="1">
                <a:solidFill>
                  <a:schemeClr val="bg1"/>
                </a:solidFill>
              </a:rPr>
              <a:t>honor</a:t>
            </a:r>
            <a:r>
              <a:rPr lang="en-GB" sz="3600" dirty="0">
                <a:solidFill>
                  <a:schemeClr val="bg1"/>
                </a:solidFill>
              </a:rPr>
              <a:t> glory and power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unto the Ancient of Days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From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nation all of creation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Bow before the Ancient of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415703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tongue in heaven and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Shall declare Your glory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knee shall bow at Your throne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will be exalted O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Your kingdom shall not pass away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Ancient of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138795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kingdom shall reign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 all the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unto the Ancient of Days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none can compare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Your matchless worth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unto the Ancient of Days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2557020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44353-2AE4-C165-20FD-082CA0F8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3937B0-7835-AC7D-276A-A9C0C4141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tongue in heaven and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Shall declare Your glory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knee shall bow at Your throne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will be exalted O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Your kingdom shall not pass away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Ancient of Days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6B84A-616D-03B2-81D6-808E7090CD4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1714945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7371</TotalTime>
  <Words>176</Words>
  <Application>Microsoft Office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386</cp:revision>
  <dcterms:created xsi:type="dcterms:W3CDTF">2019-09-23T12:06:27Z</dcterms:created>
  <dcterms:modified xsi:type="dcterms:W3CDTF">2026-02-09T10:16:56Z</dcterms:modified>
</cp:coreProperties>
</file>