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0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Agnus Dei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626713</a:t>
            </a:r>
          </a:p>
          <a:p>
            <a:r>
              <a:rPr lang="en-GB" sz="1200" dirty="0">
                <a:solidFill>
                  <a:schemeClr val="bg1"/>
                </a:solidFill>
              </a:rPr>
              <a:t>Michael W. Smith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1990 Sony/ATV Milene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Alleluia </a:t>
            </a:r>
            <a:r>
              <a:rPr lang="en-GB" sz="3600" dirty="0" err="1">
                <a:solidFill>
                  <a:schemeClr val="bg1"/>
                </a:solidFill>
              </a:rPr>
              <a:t>alleluia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For the Lord God Almighty reigns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Alleluia </a:t>
            </a:r>
            <a:r>
              <a:rPr lang="en-GB" sz="3600" dirty="0" err="1">
                <a:solidFill>
                  <a:schemeClr val="bg1"/>
                </a:solidFill>
              </a:rPr>
              <a:t>alleluia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For the Lord God Almighty reigns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Alleluia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461665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(You are)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Are You Lord God Almighty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the Lamb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the Lamb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Are You Lord God Almighty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the Lamb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the Lamb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99</Words>
  <Application>Microsoft Office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76</cp:revision>
  <dcterms:created xsi:type="dcterms:W3CDTF">2019-09-23T12:06:27Z</dcterms:created>
  <dcterms:modified xsi:type="dcterms:W3CDTF">2026-07-19T15:15:10Z</dcterms:modified>
</cp:coreProperties>
</file>