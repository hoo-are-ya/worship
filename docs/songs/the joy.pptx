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1" r:id="rId5"/>
    <p:sldId id="522" r:id="rId6"/>
    <p:sldId id="526" r:id="rId7"/>
    <p:sldId id="527" r:id="rId8"/>
    <p:sldId id="524" r:id="rId9"/>
    <p:sldId id="528" r:id="rId10"/>
    <p:sldId id="523" r:id="rId11"/>
    <p:sldId id="52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Joy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7209419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Andrew Holt | Mitch Wong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Andrew Holt Music Publishing; TBCO Publishing; A Wong Made Write Publishing; Integrity's Praise!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the day You made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I’ll rejoice and be glad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Rejoice and be glad in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where I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are more than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More than enough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782" y="-796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come what may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all my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3258-2AE3-FDAB-EA06-45707B27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3FCB37-E08D-5B4B-9F3D-6B781140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428C-801B-9E0E-26C4-3D27AE621CA5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21608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D812-5805-EE7C-B2A4-B0F367FE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1E00BE-0C3C-E4D4-DA67-C98C563E4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B22F4-7E9C-A4E3-4A5F-8935CF141156}"/>
              </a:ext>
            </a:extLst>
          </p:cNvPr>
          <p:cNvSpPr txBox="1"/>
          <p:nvPr/>
        </p:nvSpPr>
        <p:spPr>
          <a:xfrm>
            <a:off x="8263782" y="4462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393113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it rise up like a river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it pour out with no limit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7BFC-C8C6-CB7D-5500-208F187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B562EB-034E-1C8E-26A4-0C4A983E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5ED0-C3D5-67DE-14C0-FD2BD79611FF}"/>
              </a:ext>
            </a:extLst>
          </p:cNvPr>
          <p:cNvSpPr txBox="1"/>
          <p:nvPr/>
        </p:nvSpPr>
        <p:spPr>
          <a:xfrm>
            <a:off x="826378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24133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0035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6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410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77</cp:revision>
  <dcterms:created xsi:type="dcterms:W3CDTF">2019-09-23T12:06:27Z</dcterms:created>
  <dcterms:modified xsi:type="dcterms:W3CDTF">2026-07-19T15:59:01Z</dcterms:modified>
</cp:coreProperties>
</file>