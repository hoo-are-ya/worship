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22" r:id="rId3"/>
    <p:sldId id="520" r:id="rId4"/>
    <p:sldId id="521" r:id="rId5"/>
    <p:sldId id="150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3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King Of Kings Majesty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1581778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Jarrod Cooper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1996 Sovereign Lifestyle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King of kings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 of heaven living in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Gentle Saviour closest friend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Strong </a:t>
            </a:r>
            <a:r>
              <a:rPr lang="en-GB" sz="3600" dirty="0" err="1">
                <a:solidFill>
                  <a:schemeClr val="bg1"/>
                </a:solidFill>
              </a:rPr>
              <a:t>deliv'rer</a:t>
            </a:r>
            <a:r>
              <a:rPr lang="en-GB" sz="3600" dirty="0">
                <a:solidFill>
                  <a:schemeClr val="bg1"/>
                </a:solidFill>
              </a:rPr>
              <a:t> beginning and end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within me falls at Your throne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320035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majesty I can but bow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lay my all before You 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royal robes I don't deserve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live to serve Your majesty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Earth and </a:t>
            </a:r>
            <a:r>
              <a:rPr lang="en-GB" sz="3600" dirty="0" err="1">
                <a:solidFill>
                  <a:schemeClr val="bg1"/>
                </a:solidFill>
              </a:rPr>
              <a:t>heav'n</a:t>
            </a:r>
            <a:r>
              <a:rPr lang="en-GB" sz="3600" dirty="0">
                <a:solidFill>
                  <a:schemeClr val="bg1"/>
                </a:solidFill>
              </a:rPr>
              <a:t> worship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Love eternal faithful and true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bought the nations ransomed souls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Brought this sinner near to Your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within me cries out in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366137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736FE-7E44-4DF7-F873-3C8AC234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403651-3555-EA94-4282-29C2CE40B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majesty I can but bow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lay my all before You 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royal robes I don't deserve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live to serve Your majesty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C959A-86FB-B2FE-6C45-85337B21E40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3361053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151</Words>
  <Application>Microsoft Office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2026-02-23T11:04:27Z</dcterms:modified>
</cp:coreProperties>
</file>