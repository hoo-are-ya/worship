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519" r:id="rId3"/>
    <p:sldId id="520" r:id="rId4"/>
    <p:sldId id="521" r:id="rId5"/>
    <p:sldId id="526" r:id="rId6"/>
    <p:sldId id="522" r:id="rId7"/>
    <p:sldId id="524" r:id="rId8"/>
    <p:sldId id="52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Amazing Grace </a:t>
            </a: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(My Chains Are </a:t>
            </a:r>
            <a:r>
              <a:rPr lang="en-GB" sz="4400" dirty="0">
                <a:solidFill>
                  <a:srgbClr val="00A3E0"/>
                </a:solidFill>
                <a:latin typeface="akagi_probook"/>
              </a:rPr>
              <a:t>G</a:t>
            </a:r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one)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4768151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Chris Tomlin | John Newton | Louie Giglio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2006 Rising Springs Music; Vamos Publishing; worshiptogether.com songs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Amazing grace how sweet the sound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saved a wretch like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once was lost but now I'm found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Was blind but now I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 err="1">
                <a:solidFill>
                  <a:schemeClr val="bg1"/>
                </a:solidFill>
              </a:rPr>
              <a:t>'Twas</a:t>
            </a:r>
            <a:r>
              <a:rPr lang="en-GB" sz="3600" dirty="0">
                <a:solidFill>
                  <a:schemeClr val="bg1"/>
                </a:solidFill>
              </a:rPr>
              <a:t> grace that taught my heart to fear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grace my fears relieved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precious did that grace appear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hour I first believed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chains are gone I've been set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my Savior has ransomed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like a flood His mercy rains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Unending love amazing grace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C496-FC87-8E1E-64AA-1F013CF6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3CC7BE-92CA-0354-ADCB-7ED005CC7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Lord has promised good to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word my hope secures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will my shield and portion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As long as life endures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041DC-0661-6DFD-ED4A-0A5AC9565E2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2865740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chains are gone I've been set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my Savior has ransomed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like a flood His mercy rains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Unending love amazing grace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earth shall soon dissolve like snow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sun forbear to shine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God who called me here below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Will be forever mine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Will be forever mine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forever 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3491371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7D48-1168-DE63-5A45-FEAF7915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733510-3923-2217-4DE2-9A0D6B61C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chains are gone I've been set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my Savior has ransomed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like a flood His mercy rains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Unending love amazing grace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2B5D7-EB7E-2DC6-06FE-29BB9F8C6B9E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3200596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250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77</cp:revision>
  <dcterms:created xsi:type="dcterms:W3CDTF">2019-09-23T12:06:27Z</dcterms:created>
  <dcterms:modified xsi:type="dcterms:W3CDTF">2026-09-14T10:14:05Z</dcterms:modified>
</cp:coreProperties>
</file>