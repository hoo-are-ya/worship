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6" r:id="rId2"/>
    <p:sldId id="404" r:id="rId3"/>
    <p:sldId id="38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3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9600" dirty="0"/>
          </a:p>
          <a:p>
            <a:r>
              <a:rPr lang="en-GB" sz="6000" dirty="0"/>
              <a:t>A New Commandment</a:t>
            </a:r>
          </a:p>
          <a:p>
            <a:endParaRPr lang="en-GB" sz="1200" dirty="0"/>
          </a:p>
          <a:p>
            <a:br>
              <a:rPr lang="en-GB" sz="1200" dirty="0"/>
            </a:br>
            <a:r>
              <a:rPr lang="en-GB" sz="1200" dirty="0"/>
              <a:t>CCLI Song # 4540290</a:t>
            </a:r>
          </a:p>
          <a:p>
            <a:r>
              <a:rPr lang="en-GB" sz="1200" dirty="0"/>
              <a:t>Andrew Moore | Aniceto Nazareth</a:t>
            </a:r>
          </a:p>
          <a:p>
            <a:r>
              <a:rPr lang="en-GB" sz="1200" dirty="0"/>
              <a:t>© Words: Kevin Mayhew Ltd; Music: 1999 Kevin Mayhew Ltd</a:t>
            </a:r>
          </a:p>
          <a:p>
            <a:r>
              <a:rPr lang="en-GB" sz="1200" dirty="0"/>
              <a:t>For use solely with the </a:t>
            </a:r>
            <a:r>
              <a:rPr lang="en-GB" sz="1200" dirty="0" err="1"/>
              <a:t>SongSelect</a:t>
            </a:r>
            <a:r>
              <a:rPr lang="en-GB" sz="1200" dirty="0"/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8072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 new commandment I give unto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you love one another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As I have loved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you love one another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As I have loved you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By this shall all know that you are My disciples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If you have love one for another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By this shall all know that you are My disciples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If you have love one for another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111</Words>
  <Application>Microsoft Office PowerPoint</Application>
  <PresentationFormat>On-screen Show (4:3)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76</cp:revision>
  <dcterms:created xsi:type="dcterms:W3CDTF">2019-09-23T12:06:27Z</dcterms:created>
  <dcterms:modified xsi:type="dcterms:W3CDTF">2025-11-15T17:05:30Z</dcterms:modified>
</cp:coreProperties>
</file>