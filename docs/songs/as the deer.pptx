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1026" r:id="rId2"/>
    <p:sldId id="1027" r:id="rId3"/>
    <p:sldId id="1028" r:id="rId4"/>
    <p:sldId id="1029" r:id="rId5"/>
    <p:sldId id="1030" r:id="rId6"/>
    <p:sldId id="1031" r:id="rId7"/>
    <p:sldId id="103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61" autoAdjust="0"/>
    <p:restoredTop sz="82272" autoAdjust="0"/>
  </p:normalViewPr>
  <p:slideViewPr>
    <p:cSldViewPr>
      <p:cViewPr varScale="1">
        <p:scale>
          <a:sx n="91" d="100"/>
          <a:sy n="91" d="100"/>
        </p:scale>
        <p:origin x="1386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6600" dirty="0">
              <a:solidFill>
                <a:srgbClr val="00A3E0"/>
              </a:solidFill>
              <a:latin typeface="akagi_probook"/>
            </a:endParaRPr>
          </a:p>
          <a:p>
            <a:r>
              <a:rPr lang="en-GB" sz="6600" dirty="0">
                <a:solidFill>
                  <a:srgbClr val="00A3E0"/>
                </a:solidFill>
                <a:latin typeface="akagi_probook"/>
              </a:rPr>
              <a:t>As The Deer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1431</a:t>
            </a:r>
          </a:p>
          <a:p>
            <a:r>
              <a:rPr lang="en-GB" sz="1200" dirty="0">
                <a:solidFill>
                  <a:schemeClr val="bg1"/>
                </a:solidFill>
              </a:rPr>
              <a:t>Martin Nystrom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1984 Restoration Music, Ltd.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3152724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642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As the deer </a:t>
            </a:r>
            <a:r>
              <a:rPr lang="en-GB" sz="3600" dirty="0" err="1">
                <a:solidFill>
                  <a:schemeClr val="bg1"/>
                </a:solidFill>
              </a:rPr>
              <a:t>panteth</a:t>
            </a:r>
            <a:r>
              <a:rPr lang="en-GB" sz="3600" dirty="0">
                <a:solidFill>
                  <a:schemeClr val="bg1"/>
                </a:solidFill>
              </a:rPr>
              <a:t> for the water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my soul </a:t>
            </a:r>
            <a:r>
              <a:rPr lang="en-GB" sz="3600" dirty="0" err="1">
                <a:solidFill>
                  <a:schemeClr val="bg1"/>
                </a:solidFill>
              </a:rPr>
              <a:t>longeth</a:t>
            </a:r>
            <a:r>
              <a:rPr lang="en-GB" sz="3600" dirty="0">
                <a:solidFill>
                  <a:schemeClr val="bg1"/>
                </a:solidFill>
              </a:rPr>
              <a:t> after Thee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alone are my heart's desire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long to worship Thee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1/6</a:t>
            </a:r>
          </a:p>
        </p:txBody>
      </p:sp>
    </p:spTree>
    <p:extLst>
      <p:ext uri="{BB962C8B-B14F-4D97-AF65-F5344CB8AC3E}">
        <p14:creationId xmlns:p14="http://schemas.microsoft.com/office/powerpoint/2010/main" val="1584672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998A8-4C37-01BA-580D-377F18116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BB0BEF-0E66-3C86-7FBD-9ACFC2FB0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642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alone are my strength my shield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You alone may my spirit yield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alone are my heart's desire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long to worship Thee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431C0-7F46-AC54-9CE5-3B43B85AF850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2/6</a:t>
            </a:r>
          </a:p>
        </p:txBody>
      </p:sp>
    </p:spTree>
    <p:extLst>
      <p:ext uri="{BB962C8B-B14F-4D97-AF65-F5344CB8AC3E}">
        <p14:creationId xmlns:p14="http://schemas.microsoft.com/office/powerpoint/2010/main" val="586949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71F33-C161-BB66-BD87-7679ED07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D279B6F-43C2-D457-010B-335E8CB13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642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You're my friend and You are my brother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Even though You are a King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love You more than any other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much more than anything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6647DA-BFA2-0148-8597-BF107013106D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3/6</a:t>
            </a:r>
          </a:p>
        </p:txBody>
      </p:sp>
    </p:spTree>
    <p:extLst>
      <p:ext uri="{BB962C8B-B14F-4D97-AF65-F5344CB8AC3E}">
        <p14:creationId xmlns:p14="http://schemas.microsoft.com/office/powerpoint/2010/main" val="3377143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70B18-7B95-F0D4-D53A-68ACA4431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E05B6E2-ECAA-EDB3-3CDB-082EDC4839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642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alone are my strength my shield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You alone may my spirit yield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alone are my heart's desire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long to worship Thee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1F181F-5CD3-60D8-868A-716F37AC9883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4/6</a:t>
            </a:r>
          </a:p>
        </p:txBody>
      </p:sp>
    </p:spTree>
    <p:extLst>
      <p:ext uri="{BB962C8B-B14F-4D97-AF65-F5344CB8AC3E}">
        <p14:creationId xmlns:p14="http://schemas.microsoft.com/office/powerpoint/2010/main" val="2264247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985D7-2E80-2B01-9022-15B066A0E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1045D9-0D3D-43DA-337E-C00EA5074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642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want You more than gold or silver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Only You can satisfy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alone are the real joy-giver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 apple of my eye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648595-F199-2D0E-9508-FA5DAE758E0A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5/6</a:t>
            </a:r>
          </a:p>
        </p:txBody>
      </p:sp>
    </p:spTree>
    <p:extLst>
      <p:ext uri="{BB962C8B-B14F-4D97-AF65-F5344CB8AC3E}">
        <p14:creationId xmlns:p14="http://schemas.microsoft.com/office/powerpoint/2010/main" val="1846907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491AB-3AEF-D8AF-A664-A5DBF6422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701F63-A4B4-20C5-0CC6-D002EA314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642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alone are my strength my shield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You alone may my spirit yield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alone are my heart's desire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long to worship Thee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57174-C14C-0B68-2AD3-0769D71EAFA0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6/6</a:t>
            </a:r>
          </a:p>
        </p:txBody>
      </p:sp>
    </p:spTree>
    <p:extLst>
      <p:ext uri="{BB962C8B-B14F-4D97-AF65-F5344CB8AC3E}">
        <p14:creationId xmlns:p14="http://schemas.microsoft.com/office/powerpoint/2010/main" val="2782135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7368</TotalTime>
  <Words>202</Words>
  <Application>Microsoft Office PowerPoint</Application>
  <PresentationFormat>On-screen Show (4:3)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385</cp:revision>
  <dcterms:created xsi:type="dcterms:W3CDTF">2019-09-23T12:06:27Z</dcterms:created>
  <dcterms:modified xsi:type="dcterms:W3CDTF">2026-01-19T12:34:08Z</dcterms:modified>
</cp:coreProperties>
</file>