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20" r:id="rId3"/>
    <p:sldId id="521" r:id="rId4"/>
    <p:sldId id="844" r:id="rId5"/>
    <p:sldId id="522" r:id="rId6"/>
    <p:sldId id="838" r:id="rId7"/>
    <p:sldId id="840" r:id="rId8"/>
    <p:sldId id="52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Rest On Us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7126736</a:t>
            </a:r>
          </a:p>
          <a:p>
            <a:r>
              <a:rPr lang="en-GB" sz="1200" dirty="0">
                <a:solidFill>
                  <a:schemeClr val="bg1"/>
                </a:solidFill>
              </a:rPr>
              <a:t>Brandon Lake | Elyssa Figueroa | Harvest </a:t>
            </a:r>
            <a:r>
              <a:rPr lang="en-GB" sz="1200" dirty="0" err="1">
                <a:solidFill>
                  <a:schemeClr val="bg1"/>
                </a:solidFill>
              </a:rPr>
              <a:t>Bashta</a:t>
            </a:r>
            <a:r>
              <a:rPr lang="en-GB" sz="1200" dirty="0">
                <a:solidFill>
                  <a:schemeClr val="bg1"/>
                </a:solidFill>
              </a:rPr>
              <a:t> | Jonathan Jay | Rebekah White | Tony Brown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2019 Elyssa Marie Music; UR Creative; A New Song For A New Day Music; Mike Curb Music; Bethel Music Publishing; Bethel Worship Publishing; Brandon Lake Music; Go Forth Sounds; Heritage Worship Music Publishing; Heritage Worship Publishing; Let There Be Songs; Maverick City Publishing; Maverick City Publishing Worldwide; Tony Brown Music Designee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As the Spirit was moving over the water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Spirit come move over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rest on us come rest on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down Spirit when You move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make my heart pound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You fill the room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here and I know You are moving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here and I know You will fill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-42193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64978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D20D-E8DE-5319-10B9-A8D9D209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B5D37DD-DBAF-EEC6-D836-D792AFB70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As the Spirit was moving over the water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Spirit come move over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rest on us come rest on 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DF6E6-C126-0615-637E-2D8235955E99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51233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Fire and wind come and do it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Open up the gates let Heaven on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rest on us come rest on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8377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40830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down Spirit when You move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make my heart pound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You fill the room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here and I know You are moving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here and I know You will fill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8377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204440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rest on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all we want You're all we want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4408" y="44624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864160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down Spirit when You move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make my heart pound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You fill the room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here and I know You are moving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here and I know You will fill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460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063323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303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78</cp:revision>
  <dcterms:created xsi:type="dcterms:W3CDTF">2019-09-23T12:06:27Z</dcterms:created>
  <dcterms:modified xsi:type="dcterms:W3CDTF">2026-05-18T12:16:39Z</dcterms:modified>
</cp:coreProperties>
</file>