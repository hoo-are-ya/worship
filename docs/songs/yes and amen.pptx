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1423" r:id="rId2"/>
    <p:sldId id="1424" r:id="rId3"/>
    <p:sldId id="1425" r:id="rId4"/>
    <p:sldId id="1426" r:id="rId5"/>
    <p:sldId id="706" r:id="rId6"/>
    <p:sldId id="707" r:id="rId7"/>
    <p:sldId id="708" r:id="rId8"/>
    <p:sldId id="1429" r:id="rId9"/>
    <p:sldId id="1430" r:id="rId1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E6A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461" autoAdjust="0"/>
    <p:restoredTop sz="82272" autoAdjust="0"/>
  </p:normalViewPr>
  <p:slideViewPr>
    <p:cSldViewPr>
      <p:cViewPr varScale="1">
        <p:scale>
          <a:sx n="92" d="100"/>
          <a:sy n="92" d="100"/>
        </p:scale>
        <p:origin x="1746" y="96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7EAEFC-A9C7-464E-BE3F-33D4DD72E122}" type="datetimeFigureOut">
              <a:rPr lang="en-GB" smtClean="0"/>
              <a:t>21/12/2025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9B61DE-1D46-4752-AF65-FA2C4EB0D1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71488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21/12/2025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21/12/2025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21/12/2025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21/12/2025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21/12/2025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21/12/2025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21/12/2025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21/12/2025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21/12/2025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21/12/2025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21/12/2025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836712"/>
            <a:ext cx="8229600" cy="436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EA1CF3-4A15-4CBF-9A5A-6A56C368BE71}" type="datetimeFigureOut">
              <a:rPr lang="en-GB" smtClean="0"/>
              <a:pPr/>
              <a:t>21/12/2025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1FA438-06AA-FBAF-6598-C474F739A20A}"/>
              </a:ext>
            </a:extLst>
          </p:cNvPr>
          <p:cNvSpPr/>
          <p:nvPr userDrawn="1"/>
        </p:nvSpPr>
        <p:spPr>
          <a:xfrm>
            <a:off x="72008" y="5949280"/>
            <a:ext cx="899592" cy="773808"/>
          </a:xfrm>
          <a:prstGeom prst="rect">
            <a:avLst/>
          </a:prstGeom>
          <a:blipFill>
            <a:blip r:embed="rId1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5A119C8-FA69-A36C-A18F-B470565B9C0C}"/>
              </a:ext>
            </a:extLst>
          </p:cNvPr>
          <p:cNvCxnSpPr>
            <a:cxnSpLocks/>
          </p:cNvCxnSpPr>
          <p:nvPr userDrawn="1"/>
        </p:nvCxnSpPr>
        <p:spPr>
          <a:xfrm>
            <a:off x="971600" y="6237312"/>
            <a:ext cx="7715200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AFB4C0C-9840-84EC-CAB9-6BA55788BC6D}"/>
              </a:ext>
            </a:extLst>
          </p:cNvPr>
          <p:cNvCxnSpPr>
            <a:cxnSpLocks/>
          </p:cNvCxnSpPr>
          <p:nvPr userDrawn="1"/>
        </p:nvCxnSpPr>
        <p:spPr>
          <a:xfrm>
            <a:off x="457200" y="764704"/>
            <a:ext cx="8229600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6600" dirty="0">
                <a:solidFill>
                  <a:srgbClr val="00A3E0"/>
                </a:solidFill>
                <a:latin typeface="akagi_probook"/>
              </a:rPr>
              <a:t>Yes And Amen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7048885</a:t>
            </a:r>
          </a:p>
          <a:p>
            <a:r>
              <a:rPr lang="en-GB" sz="1200" dirty="0">
                <a:solidFill>
                  <a:schemeClr val="bg1"/>
                </a:solidFill>
              </a:rPr>
              <a:t>Chris McClarney | Nate Moore | Tony Brown</a:t>
            </a:r>
          </a:p>
          <a:p>
            <a:r>
              <a:rPr lang="en-GB" sz="1200" dirty="0">
                <a:solidFill>
                  <a:schemeClr val="bg1"/>
                </a:solidFill>
              </a:rPr>
              <a:t>© 2016 Thankyou Music Ltd; Bethel Worship Publishing; Mouth Of The River Music; Songs Of Simply Hymns Music; Tony Brown Music Designee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endParaRPr lang="en-GB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09830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Father of kindness You have poured out grace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brought me out of darkness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have filled me with peace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Giver of mercy You're my help in time of need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Lord I can't help but 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1/8</a:t>
            </a:r>
          </a:p>
        </p:txBody>
      </p:sp>
    </p:spTree>
    <p:extLst>
      <p:ext uri="{BB962C8B-B14F-4D97-AF65-F5344CB8AC3E}">
        <p14:creationId xmlns:p14="http://schemas.microsoft.com/office/powerpoint/2010/main" val="3823203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1E030-D06A-2523-485B-CA34D94E6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5ACA2D7-85CE-9B28-5BF6-45758B84A6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forever You will be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002123-EF14-0F73-E399-CD6D5B90073A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2/8</a:t>
            </a:r>
          </a:p>
        </p:txBody>
      </p:sp>
    </p:spTree>
    <p:extLst>
      <p:ext uri="{BB962C8B-B14F-4D97-AF65-F5344CB8AC3E}">
        <p14:creationId xmlns:p14="http://schemas.microsoft.com/office/powerpoint/2010/main" val="32557821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A72A0-A2CD-D6DA-914F-8013F5692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621DB4A-42E9-FB0F-F6D0-79332A1C2C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Beautiful Saviour, You have brought me near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pulled me from the ashes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have broken </a:t>
            </a:r>
            <a:r>
              <a:rPr lang="en-GB" sz="3600" dirty="0" err="1">
                <a:solidFill>
                  <a:schemeClr val="bg1"/>
                </a:solidFill>
              </a:rPr>
              <a:t>ev'ry</a:t>
            </a:r>
            <a:r>
              <a:rPr lang="en-GB" sz="3600" dirty="0">
                <a:solidFill>
                  <a:schemeClr val="bg1"/>
                </a:solidFill>
              </a:rPr>
              <a:t> curse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Blessed Redeemer You have set this captive free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Lord I can't help but sing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07AD81-1058-4AC2-98C3-77A4529543E0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3/8</a:t>
            </a:r>
          </a:p>
        </p:txBody>
      </p:sp>
    </p:spTree>
    <p:extLst>
      <p:ext uri="{BB962C8B-B14F-4D97-AF65-F5344CB8AC3E}">
        <p14:creationId xmlns:p14="http://schemas.microsoft.com/office/powerpoint/2010/main" val="30876437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02137-2F21-6C01-E4AD-CD85B16EA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3567D3B-E7A9-6E37-F822-8A99E230C7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forever You will be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08726E-0BC9-FA10-87EB-4954FD11556D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4/8</a:t>
            </a:r>
          </a:p>
        </p:txBody>
      </p:sp>
    </p:spTree>
    <p:extLst>
      <p:ext uri="{BB962C8B-B14F-4D97-AF65-F5344CB8AC3E}">
        <p14:creationId xmlns:p14="http://schemas.microsoft.com/office/powerpoint/2010/main" val="11347307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CA836-37CB-7F30-DD47-ADDD01406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0CCBD3B-4CF6-D24C-55AF-A338B9B3E5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 will rest in Your promises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confidence is Your faithfulness</a:t>
            </a:r>
          </a:p>
          <a:p>
            <a:r>
              <a:rPr lang="en-GB" sz="3600" dirty="0">
                <a:solidFill>
                  <a:schemeClr val="bg1"/>
                </a:solidFill>
              </a:rPr>
              <a:t>(REPEAT)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D9396F-A184-7DF7-8105-A228ABDC922D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5/8</a:t>
            </a:r>
          </a:p>
        </p:txBody>
      </p:sp>
    </p:spTree>
    <p:extLst>
      <p:ext uri="{BB962C8B-B14F-4D97-AF65-F5344CB8AC3E}">
        <p14:creationId xmlns:p14="http://schemas.microsoft.com/office/powerpoint/2010/main" val="27400090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8963D-3F8F-D131-6107-EC73E7C73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06D90B2-3E38-74A3-BA1D-FEE7391AA6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forever You will be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FFE31E-63A2-7011-23C4-DD452AE821B2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6/8</a:t>
            </a:r>
          </a:p>
        </p:txBody>
      </p:sp>
    </p:spTree>
    <p:extLst>
      <p:ext uri="{BB962C8B-B14F-4D97-AF65-F5344CB8AC3E}">
        <p14:creationId xmlns:p14="http://schemas.microsoft.com/office/powerpoint/2010/main" val="19712218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807EF-68A4-C761-9F69-8AE2B6F0C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6AFFF28-DE76-0271-0675-71E5402619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O Holy Spirit You have changed my life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comfort and direct me 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have filled me with love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Teacher and defender, you're my guide in time of need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Lord I can't help but sing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78B099-3ECA-1425-BA2C-CEBAC0CA961A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7/8</a:t>
            </a:r>
          </a:p>
        </p:txBody>
      </p:sp>
    </p:spTree>
    <p:extLst>
      <p:ext uri="{BB962C8B-B14F-4D97-AF65-F5344CB8AC3E}">
        <p14:creationId xmlns:p14="http://schemas.microsoft.com/office/powerpoint/2010/main" val="11029721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6FF9E-0179-928E-3D6E-38B59A7D9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B3EF59B-41C1-45C9-D222-15A15D74E2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forever You will be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2B105F-984F-36BD-FBD8-AFAD5B4DCDEA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8/8</a:t>
            </a:r>
          </a:p>
        </p:txBody>
      </p:sp>
    </p:spTree>
    <p:extLst>
      <p:ext uri="{BB962C8B-B14F-4D97-AF65-F5344CB8AC3E}">
        <p14:creationId xmlns:p14="http://schemas.microsoft.com/office/powerpoint/2010/main" val="40564872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7378</TotalTime>
  <Words>289</Words>
  <Application>Microsoft Office PowerPoint</Application>
  <PresentationFormat>On-screen Show (4:3)</PresentationFormat>
  <Paragraphs>52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akagi_probook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Administrator</dc:creator>
  <cp:lastModifiedBy>Dele Olajide</cp:lastModifiedBy>
  <cp:revision>387</cp:revision>
  <dcterms:created xsi:type="dcterms:W3CDTF">2019-09-23T12:06:27Z</dcterms:created>
  <dcterms:modified xsi:type="dcterms:W3CDTF">2025-12-21T18:17:53Z</dcterms:modified>
</cp:coreProperties>
</file>