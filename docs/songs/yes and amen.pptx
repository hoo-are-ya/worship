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02" r:id="rId2"/>
    <p:sldId id="703" r:id="rId3"/>
    <p:sldId id="704" r:id="rId4"/>
    <p:sldId id="705" r:id="rId5"/>
    <p:sldId id="706" r:id="rId6"/>
    <p:sldId id="707" r:id="rId7"/>
    <p:sldId id="70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6" d="100"/>
          <a:sy n="96" d="100"/>
        </p:scale>
        <p:origin x="2274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Yes And Amen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7048885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McClarney | Nate Moore | Tony Brown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2016 Thankyou Music Ltd; Bethel Worship Publishing; Mouth Of The River Music; Songs Of Simply Hymns Music; Tony Brown Music Designee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2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Father of kindness You have poured out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brought me out of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filled me with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Giver of mercy You're my help in time of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05369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E030-D06A-2523-485B-CA34D94E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ACA2D7-85CE-9B28-5BF6-45758B84A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02123-EF14-0F73-E399-CD6D5B90073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25578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72A0-A2CD-D6DA-914F-8013F569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21DB4A-42E9-FB0F-F6D0-79332A1C2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Beautiful Saviour, You have brought me near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pulled me from the ashes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curse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Redeemer You have set this captive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7AD81-1058-4AC2-98C3-77A4529543E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08764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2137-2F21-6C01-E4AD-CD85B16E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67D3B-E7A9-6E37-F822-8A99E230C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8726E-0BC9-FA10-87EB-4954FD11556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113473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A836-37CB-7F30-DD47-ADDD0140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CCBD3B-4CF6-D24C-55AF-A338B9B3E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rest in Your promises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confidence is Your faithfulness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9396F-A184-7DF7-8105-A228ABDC922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274000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963D-3F8F-D131-6107-EC73E7C7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6D90B2-3E38-74A3-BA1D-FEE7391AA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FE31E-63A2-7011-23C4-DD452AE821B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97122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7369</TotalTime>
  <Words>226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2025-11-03T14:03:47Z</dcterms:modified>
</cp:coreProperties>
</file>