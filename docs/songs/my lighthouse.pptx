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460" r:id="rId3"/>
    <p:sldId id="525" r:id="rId4"/>
    <p:sldId id="526" r:id="rId5"/>
    <p:sldId id="527" r:id="rId6"/>
    <p:sldId id="528" r:id="rId7"/>
    <p:sldId id="529" r:id="rId8"/>
    <p:sldId id="53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5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06/07/2026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My Lighthouse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7002032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Chris Llewellyn | Gareth </a:t>
            </a:r>
            <a:r>
              <a:rPr lang="en-GB" sz="1200" dirty="0" err="1">
                <a:solidFill>
                  <a:schemeClr val="bg1"/>
                </a:solidFill>
              </a:rPr>
              <a:t>Gilkeson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2013 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18D-98C9-AEDA-F90F-C4266ADC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E24CE-6ADE-B2DE-EAAD-DCD1859E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my wrestling and in my doubts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my failures You won't walk out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great love will lead me through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the peace in my troubled sea whoa oh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the peace in my troubled sea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1BAD-6226-C339-2A9E-473F9BE02B6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400369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5F74-2040-3002-8DF3-D48C5F5D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9F3654-9E7B-BB58-26EC-338C14BEE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silence You won't let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questions Your truth will hold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great love will lead me through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the peace in my troubled sea whoa oh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the peace in my troubled sea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7211E-CD31-359C-1FF4-D085D0B22285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415439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B463B-A6B3-F369-DC6F-7E6BB76D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9CD891-75CC-7035-49C0-F39198A80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Lighthouse my Lighthouse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Shining in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follow You oh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Lighthouse my Lighthouse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trust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will carry me safe to shore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Safe to shore safe to shore safe to shore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463DE-5D83-24D6-D791-7BE1F2D0A1E6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1297923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4DDD-72EA-44C4-0FAA-6FB7976F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D552DE-DF46-E330-52B2-A6EA007CC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won't fear what tomorrow brings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each morning I'll rise and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God's love will lead me through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the peace in my troubled sea whoa oh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are the peace in my troubled sea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27DA9-77B4-3828-7CDE-B05FC847A90A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550327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5147-C018-0CF4-3CFA-6A0A0ADD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6C9A58-6B6A-8673-BCAA-C0BD17E55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Lighthouse my Lighthouse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Shining in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follow You oh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Lighthouse my Lighthouse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trust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will carry me safe to shore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Safe to shore safe to shore safe to shore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81F5E-E020-1B10-B42D-EC085F0A29AD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1831998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C5008-CC3C-7C61-59CB-A0EA287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59428E-1ACB-D0FB-FEB5-D69CBB5C3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Fire before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the brightest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will lead 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Through the storms 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0EFCC1-FB8E-EFB6-C1F3-1F9B5BC6CA18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4032774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E257-C35B-C776-C9B9-08B50530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868C77-14BC-769B-0662-E2D2A77DA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Lighthouse my Lighthouse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Shining in the darkness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follow You oh</a:t>
            </a:r>
          </a:p>
          <a:p>
            <a:r>
              <a:rPr lang="en-GB" sz="3600" dirty="0">
                <a:solidFill>
                  <a:schemeClr val="bg1"/>
                </a:solidFill>
              </a:rPr>
              <a:t>My Lighthouse my Lighthouse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will trust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will carry me safe to shore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Safe to shore safe to shore safe to shore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8EB7D-D303-BC94-6A83-C6A0F942CC72}"/>
              </a:ext>
            </a:extLst>
          </p:cNvPr>
          <p:cNvSpPr txBox="1"/>
          <p:nvPr/>
        </p:nvSpPr>
        <p:spPr>
          <a:xfrm>
            <a:off x="8388424" y="-338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934252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302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78</cp:revision>
  <dcterms:created xsi:type="dcterms:W3CDTF">2019-09-23T12:06:27Z</dcterms:created>
  <dcterms:modified xsi:type="dcterms:W3CDTF">2026-07-06T08:47:57Z</dcterms:modified>
</cp:coreProperties>
</file>