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26" r:id="rId2"/>
    <p:sldId id="1027" r:id="rId3"/>
    <p:sldId id="1028" r:id="rId4"/>
    <p:sldId id="1029" r:id="rId5"/>
    <p:sldId id="1030" r:id="rId6"/>
    <p:sldId id="1412" r:id="rId7"/>
    <p:sldId id="1031" r:id="rId8"/>
    <p:sldId id="1413" r:id="rId9"/>
    <p:sldId id="1414" r:id="rId10"/>
    <p:sldId id="141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66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Mighty Name Of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7244496</a:t>
            </a:r>
          </a:p>
          <a:p>
            <a:r>
              <a:rPr lang="en-GB" sz="1200" dirty="0">
                <a:solidFill>
                  <a:schemeClr val="bg1"/>
                </a:solidFill>
              </a:rPr>
              <a:t>Hope Darst | Jacob Sooter | Lauren Sloat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2024 Fair Trade Global Songs; Hope For The Best Songs; TBCO Publishing; Just When Publishing; So Essential Tunes; Remaining portion is unaffiliated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pray into the atmosphere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Spirit of God You're 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all authority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pray over my heart and mind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am healed by Your stripes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blood declares that I am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mighty name of Jesus I pray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Calling on the power of heaven I proclaim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weapon formed against me must break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349891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09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draw a permanent boundary line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enemy has no rights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come near my family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scheme could ever undo God's plans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matter the circumstance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cross has sealed my destiny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109515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8AE-215D-4A23-841C-79813C3D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296BA-95CB-8863-72AE-0A00CCEB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mighty name of Jesus, I pray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Calling on the power of heaven I proclaim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weapon formed against me must break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9E39C-5AA8-D84C-043C-D9B3C2EC5DD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74568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737F-C98E-55C9-B617-7380D9A1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66E51E-68F4-FD9E-D45A-8B6A68D8F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mighty name of Jesus,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power of fear and darkness must go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every key to every victory I hold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880E-9585-97EB-ED93-EE4128C421A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91247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22AB-6CF3-4902-AED2-0627EF38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D1DB89-80CE-8404-8172-7C237EF1B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not fear I will not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the enemy comes near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 the doorframe of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the blood of Jesus Christ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18EFC-43FC-92CB-8AA5-6E27A0BF9E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122679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B90E-8448-0AB0-2E43-8CF15469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2FFBE7-180D-59F3-6E47-6DC629A98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not fear I will not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There's an army of angels 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protected on all sides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By the blood of Jesus Christ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194FF-98DC-27CE-88B6-B861AEB9AB7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250490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37BFD-F923-8FF9-0FF3-C718E984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89703-464A-F343-9F4D-4599236DD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mighty name of Jesus, I pray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Calling on the power of heaven I proclaim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weapon formed against me must break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8A164-826A-38AF-0EDD-175454E5BFF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79111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11B8-B811-56AD-E3AF-C301D232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B637A0-4CF9-A227-B1F7-BDEF6BE7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mighty name of Jesus,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power of fear and darkness must go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every key to every victory I hold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mighty name of Jesus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D3CCF-2350-4FE4-7CF9-288A185E755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34484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355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80</cp:revision>
  <dcterms:created xsi:type="dcterms:W3CDTF">2019-09-23T12:06:27Z</dcterms:created>
  <dcterms:modified xsi:type="dcterms:W3CDTF">2025-10-13T10:43:16Z</dcterms:modified>
</cp:coreProperties>
</file>