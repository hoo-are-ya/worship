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1095" r:id="rId2"/>
    <p:sldId id="1100" r:id="rId3"/>
    <p:sldId id="1098" r:id="rId4"/>
    <p:sldId id="1099" r:id="rId5"/>
    <p:sldId id="1101" r:id="rId6"/>
    <p:sldId id="1102" r:id="rId7"/>
    <p:sldId id="1103" r:id="rId8"/>
    <p:sldId id="1104" r:id="rId9"/>
    <p:sldId id="1105" r:id="rId10"/>
    <p:sldId id="1106" r:id="rId11"/>
    <p:sldId id="110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82272" autoAdjust="0"/>
  </p:normalViewPr>
  <p:slideViewPr>
    <p:cSldViewPr>
      <p:cViewPr varScale="1">
        <p:scale>
          <a:sx n="96" d="100"/>
          <a:sy n="96" d="100"/>
        </p:scale>
        <p:origin x="226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12/12/2025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Angels (Glory To God)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Phil Wickham</a:t>
            </a:r>
          </a:p>
        </p:txBody>
      </p:sp>
    </p:spTree>
    <p:extLst>
      <p:ext uri="{BB962C8B-B14F-4D97-AF65-F5344CB8AC3E}">
        <p14:creationId xmlns:p14="http://schemas.microsoft.com/office/powerpoint/2010/main" val="1061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8CE8-2880-E352-75D1-3948F6F49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712E2C-42F9-7273-050A-B8EE1745C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 - o-o-o-o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- ria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 - o-o-o-o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- ria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A684E-C8EB-B5F9-42A0-6EF822EB8D0E}"/>
              </a:ext>
            </a:extLst>
          </p:cNvPr>
          <p:cNvSpPr txBox="1"/>
          <p:nvPr/>
        </p:nvSpPr>
        <p:spPr>
          <a:xfrm>
            <a:off x="8359811" y="-40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1861203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Angels we have heard on high</a:t>
            </a:r>
          </a:p>
          <a:p>
            <a:r>
              <a:rPr lang="en-GB" sz="4000" dirty="0">
                <a:solidFill>
                  <a:schemeClr val="bg1"/>
                </a:solidFill>
              </a:rPr>
              <a:t>Sweetly singing o'er the plains</a:t>
            </a:r>
          </a:p>
          <a:p>
            <a:r>
              <a:rPr lang="en-GB" sz="4000" dirty="0">
                <a:solidFill>
                  <a:schemeClr val="bg1"/>
                </a:solidFill>
              </a:rPr>
              <a:t>And the mountains in reply</a:t>
            </a:r>
          </a:p>
          <a:p>
            <a:r>
              <a:rPr lang="en-GB" sz="4000" dirty="0">
                <a:solidFill>
                  <a:schemeClr val="bg1"/>
                </a:solidFill>
              </a:rPr>
              <a:t>Echoing their joyous strains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404273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600D-8643-36F1-F880-BEBA2FB1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C1D5CDA-9FEF-C3B7-E427-E1D3BB572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 - o-o-o-o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- ria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excelsis Deo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1F9A4A-0DF3-01DD-85BC-44AA2A338BC0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89573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E641-C1BA-135B-3D3B-C80D5873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D14A4C-8F04-A83E-A395-4F57C49B2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Shepherds why this jubilee?</a:t>
            </a:r>
          </a:p>
          <a:p>
            <a:r>
              <a:rPr lang="en-GB" sz="4000" dirty="0">
                <a:solidFill>
                  <a:schemeClr val="bg1"/>
                </a:solidFill>
              </a:rPr>
              <a:t>Why your joyous strains prolong?</a:t>
            </a:r>
          </a:p>
          <a:p>
            <a:r>
              <a:rPr lang="en-GB" sz="4000" dirty="0">
                <a:solidFill>
                  <a:schemeClr val="bg1"/>
                </a:solidFill>
              </a:rPr>
              <a:t>What the gladsome tidings be</a:t>
            </a:r>
          </a:p>
          <a:p>
            <a:r>
              <a:rPr lang="en-GB" sz="4000" dirty="0">
                <a:solidFill>
                  <a:schemeClr val="bg1"/>
                </a:solidFill>
              </a:rPr>
              <a:t>Which inspire your </a:t>
            </a:r>
            <a:r>
              <a:rPr lang="en-GB" sz="4000" dirty="0" err="1">
                <a:solidFill>
                  <a:schemeClr val="bg1"/>
                </a:solidFill>
              </a:rPr>
              <a:t>heav’n</a:t>
            </a:r>
            <a:r>
              <a:rPr lang="en-GB" sz="4000" dirty="0">
                <a:solidFill>
                  <a:schemeClr val="bg1"/>
                </a:solidFill>
              </a:rPr>
              <a:t>  -  </a:t>
            </a:r>
            <a:r>
              <a:rPr lang="en-GB" sz="4000" dirty="0" err="1">
                <a:solidFill>
                  <a:schemeClr val="bg1"/>
                </a:solidFill>
              </a:rPr>
              <a:t>ly</a:t>
            </a:r>
            <a:r>
              <a:rPr lang="en-GB" sz="4000" dirty="0">
                <a:solidFill>
                  <a:schemeClr val="bg1"/>
                </a:solidFill>
              </a:rPr>
              <a:t> song?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832DA3-8C8E-860F-1E1D-E37FEE8E09F0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794068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2E8F-8C11-FF11-3436-9E611DEF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F52AAD-3905-30BC-E745-FE7AD9286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 - o-o-o-o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- ria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excelsis Deo</a:t>
            </a:r>
          </a:p>
          <a:p>
            <a:r>
              <a:rPr lang="en-GB" sz="4000" dirty="0">
                <a:solidFill>
                  <a:schemeClr val="bg1"/>
                </a:solidFill>
              </a:rPr>
              <a:t>(REPEAT)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04761-F658-1D58-9213-E318A5EA1242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3765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0D151-41EA-295B-7F1F-13BA9064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B11D77-B616-06B4-667B-2BC190F22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Glory to God! Glory to God!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Glory to God in the highest forever!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For all He has done, His unfailing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Glory to God in the highest forever!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F4BD8-FA51-EB85-0AF5-A84D739AD3C4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3669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BA5B-1A7C-CBDB-1147-FAAFDA786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CABA6C-544E-28AF-B1EC-B80F85323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Come to Bethlehem and see</a:t>
            </a:r>
          </a:p>
          <a:p>
            <a:r>
              <a:rPr lang="en-GB" sz="4000" dirty="0">
                <a:solidFill>
                  <a:schemeClr val="bg1"/>
                </a:solidFill>
              </a:rPr>
              <a:t>Him Whose birth the angels sing</a:t>
            </a:r>
          </a:p>
          <a:p>
            <a:r>
              <a:rPr lang="en-GB" sz="4000" dirty="0">
                <a:solidFill>
                  <a:schemeClr val="bg1"/>
                </a:solidFill>
              </a:rPr>
              <a:t>Come, adore on bended knee</a:t>
            </a:r>
          </a:p>
          <a:p>
            <a:r>
              <a:rPr lang="en-GB" sz="4000" dirty="0">
                <a:solidFill>
                  <a:schemeClr val="bg1"/>
                </a:solidFill>
              </a:rPr>
              <a:t>Christ the Lord, the new – born King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3EA16-082D-7CB5-3B54-4BA7B8D4B1A3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3613567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1EF7-BF33-7476-5B32-34BEA932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7E1A42-C980-04D7-E841-F9D43C3D6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 - o-o-o-o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</a:t>
            </a:r>
            <a:r>
              <a:rPr lang="en-GB" sz="4000" dirty="0" err="1">
                <a:solidFill>
                  <a:schemeClr val="bg1"/>
                </a:solidFill>
              </a:rPr>
              <a:t>o-o-o-o</a:t>
            </a:r>
            <a:r>
              <a:rPr lang="en-GB" sz="4000" dirty="0">
                <a:solidFill>
                  <a:schemeClr val="bg1"/>
                </a:solidFill>
              </a:rPr>
              <a:t> - ria</a:t>
            </a:r>
          </a:p>
          <a:p>
            <a:r>
              <a:rPr lang="en-GB" sz="4000" dirty="0">
                <a:solidFill>
                  <a:schemeClr val="bg1"/>
                </a:solidFill>
              </a:rPr>
              <a:t>In excelsis Deo</a:t>
            </a:r>
          </a:p>
          <a:p>
            <a:r>
              <a:rPr lang="en-GB" sz="4000" dirty="0">
                <a:solidFill>
                  <a:schemeClr val="bg1"/>
                </a:solidFill>
              </a:rPr>
              <a:t>(REPEAT)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7EDDA-6627-D525-452B-6BDECB1F5104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1819390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1C502-E289-B6A0-02D7-1B52AB9FE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AB7CA14-9023-D6A9-1A54-196988EF3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Glory to God! Glory to God!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Glory to God in the highest forever!</a:t>
            </a:r>
            <a:br>
              <a:rPr lang="en-GB" sz="4000" dirty="0">
                <a:solidFill>
                  <a:schemeClr val="bg1"/>
                </a:solidFill>
              </a:rPr>
            </a:br>
            <a:endParaRPr lang="en-GB" sz="4000" dirty="0">
              <a:solidFill>
                <a:schemeClr val="bg1"/>
              </a:solidFill>
            </a:endParaRPr>
          </a:p>
          <a:p>
            <a:r>
              <a:rPr lang="en-GB" sz="4000" dirty="0">
                <a:solidFill>
                  <a:schemeClr val="bg1"/>
                </a:solidFill>
              </a:rPr>
              <a:t>For all He has done, His unfailing love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Glory to God in the highest forever!</a:t>
            </a:r>
          </a:p>
          <a:p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  <a:p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08430-7B73-B766-02BB-39321AB8C620}"/>
              </a:ext>
            </a:extLst>
          </p:cNvPr>
          <p:cNvSpPr txBox="1"/>
          <p:nvPr/>
        </p:nvSpPr>
        <p:spPr>
          <a:xfrm>
            <a:off x="837179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425735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9B8A-6390-A170-990F-B19A5F7E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B5AAFC-84F6-8AC2-E86C-D58B4B0EB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Gloria! Gloria! </a:t>
            </a:r>
          </a:p>
          <a:p>
            <a:r>
              <a:rPr lang="en-GB" sz="4000" dirty="0">
                <a:solidFill>
                  <a:schemeClr val="bg1"/>
                </a:solidFill>
              </a:rPr>
              <a:t>Glory to God in the highest </a:t>
            </a:r>
          </a:p>
          <a:p>
            <a:r>
              <a:rPr lang="en-GB" sz="4000" dirty="0">
                <a:solidFill>
                  <a:schemeClr val="bg1"/>
                </a:solidFill>
              </a:rPr>
              <a:t>(REPEAT)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AE570-D18B-39C8-893A-ADB8D2882C2C}"/>
              </a:ext>
            </a:extLst>
          </p:cNvPr>
          <p:cNvSpPr txBox="1"/>
          <p:nvPr/>
        </p:nvSpPr>
        <p:spPr>
          <a:xfrm>
            <a:off x="8233732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103080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7388</TotalTime>
  <Words>227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385</cp:revision>
  <dcterms:created xsi:type="dcterms:W3CDTF">2019-09-23T12:06:27Z</dcterms:created>
  <dcterms:modified xsi:type="dcterms:W3CDTF">2025-12-12T20:31:27Z</dcterms:modified>
</cp:coreProperties>
</file>