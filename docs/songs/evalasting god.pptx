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53" r:id="rId2"/>
    <p:sldId id="447" r:id="rId3"/>
    <p:sldId id="448" r:id="rId4"/>
    <p:sldId id="44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3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Everlasting God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Song # 4556538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Brenton Brown | Ken Riley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2005 Thankyou Music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310731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Strength will rise as we wait upon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wait upon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wait upon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Strength will rise as we wait upon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wait upon the Lord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will wait upon the Lord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220352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Our God You reign forever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Hope our strong </a:t>
            </a:r>
            <a:r>
              <a:rPr lang="en-GB" sz="3600" dirty="0" err="1">
                <a:solidFill>
                  <a:schemeClr val="bg1"/>
                </a:solidFill>
              </a:rPr>
              <a:t>Deliv'rer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8880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the everlasting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 everlasting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do not faint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won't grow weary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You're the defender of the weak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comfort those in need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lift us up on wings like eagles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30055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138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75</cp:revision>
  <dcterms:created xsi:type="dcterms:W3CDTF">2019-09-23T12:06:27Z</dcterms:created>
  <dcterms:modified xsi:type="dcterms:W3CDTF">2026-02-16T10:49:47Z</dcterms:modified>
</cp:coreProperties>
</file>