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421" r:id="rId2"/>
    <p:sldId id="542" r:id="rId3"/>
    <p:sldId id="543" r:id="rId4"/>
    <p:sldId id="551" r:id="rId5"/>
    <p:sldId id="544" r:id="rId6"/>
    <p:sldId id="545" r:id="rId7"/>
    <p:sldId id="546" r:id="rId8"/>
    <p:sldId id="547" r:id="rId9"/>
    <p:sldId id="549" r:id="rId10"/>
    <p:sldId id="548" r:id="rId11"/>
    <p:sldId id="552" r:id="rId12"/>
    <p:sldId id="55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1" autoAdjust="0"/>
    <p:restoredTop sz="82272" autoAdjust="0"/>
  </p:normalViewPr>
  <p:slideViewPr>
    <p:cSldViewPr>
      <p:cViewPr varScale="1">
        <p:scale>
          <a:sx n="91" d="100"/>
          <a:sy n="91" d="100"/>
        </p:scale>
        <p:origin x="1488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br>
              <a:rPr lang="en-GB" sz="9600" dirty="0">
                <a:solidFill>
                  <a:schemeClr val="bg1"/>
                </a:solidFill>
              </a:rPr>
            </a:br>
            <a:r>
              <a:rPr lang="en-GB" sz="4800" dirty="0">
                <a:solidFill>
                  <a:schemeClr val="bg1"/>
                </a:solidFill>
              </a:rPr>
              <a:t>Goodbye Yesterday</a:t>
            </a:r>
            <a:br>
              <a:rPr lang="en-GB" sz="96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7231931</a:t>
            </a:r>
          </a:p>
          <a:p>
            <a:r>
              <a:rPr lang="en-GB" sz="1200" dirty="0">
                <a:solidFill>
                  <a:schemeClr val="bg1"/>
                </a:solidFill>
              </a:rPr>
              <a:t>Gracie Binion | Joshua Holiday | Mitch Wong | Steven Furtick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2024 BEC Worship; Elevation Worship Publishing2; Music by Elevation Worship Publishing; Three Tulips; Bell Music Publishing; Original Wong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  <a:br>
              <a:rPr lang="en-GB" sz="1200" dirty="0">
                <a:solidFill>
                  <a:schemeClr val="bg1"/>
                </a:solidFill>
              </a:rPr>
            </a:b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21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Goodbye yesterday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I’m living in the light of a new 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won’t waste another minute in my old ways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I’ve been born again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44408" y="159023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3006420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635E-EC98-D599-185A-D72FC265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59686D-5782-B35D-5048-FF22778C3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Again and again and again and again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rescued me out of the mess I was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traded my sorrow for something to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I’m dancing on the grave that I once lived 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0840F-70EB-985A-E1D7-395EB63A6079}"/>
              </a:ext>
            </a:extLst>
          </p:cNvPr>
          <p:cNvSpPr txBox="1"/>
          <p:nvPr/>
        </p:nvSpPr>
        <p:spPr>
          <a:xfrm>
            <a:off x="8359811" y="-1731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282098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3085-E486-E4B2-3BD3-0B03466E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407039-C60B-4631-069E-C639A4797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Goodbye yesterday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I’m living in the light of a new 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won’t waste another minute in my old ways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I’ve been born again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57B52-F694-D0CC-2C3A-2E4CEE152677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4294155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B38ED-D5B9-8190-D85B-0EA113986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D948B7-C9B8-72B1-9178-660BE680E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Goodbye yesterday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Spirit of the Lord is upon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I've got resurrection in my veins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I've been born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C82798-4588-10B7-D875-F53583C47D62}"/>
              </a:ext>
            </a:extLst>
          </p:cNvPr>
          <p:cNvSpPr txBox="1"/>
          <p:nvPr/>
        </p:nvSpPr>
        <p:spPr>
          <a:xfrm>
            <a:off x="8359811" y="-680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406465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54582-7340-4666-1125-B41E9FA8D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197B5B-3835-E331-3DCE-6362AB5B2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Again and again and again and again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rescued me out of the mess I was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traded my sorrow for something to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I’m dancing on the grave that I once lived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6E09DB-5C3C-3D2D-88DD-497BAC37885A}"/>
              </a:ext>
            </a:extLst>
          </p:cNvPr>
          <p:cNvSpPr txBox="1"/>
          <p:nvPr/>
        </p:nvSpPr>
        <p:spPr>
          <a:xfrm>
            <a:off x="8356287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366204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00657-C5D9-451E-5660-0A094EC3F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AF7037-F442-8AFC-6C6F-B7C958477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have decided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follow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world behind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cross before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won’t turn 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39C1D6-433F-5BF4-00AD-6887A279BA69}"/>
              </a:ext>
            </a:extLst>
          </p:cNvPr>
          <p:cNvSpPr txBox="1"/>
          <p:nvPr/>
        </p:nvSpPr>
        <p:spPr>
          <a:xfrm>
            <a:off x="8366797" y="24727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277807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44C2-289A-4A5A-A7DE-B175019A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E3EEAD-E669-18E0-7069-06B4A9E1B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won’t turn back</a:t>
            </a:r>
          </a:p>
          <a:p>
            <a:r>
              <a:rPr lang="en-GB" sz="3600" dirty="0">
                <a:solidFill>
                  <a:schemeClr val="bg1"/>
                </a:solidFill>
              </a:rPr>
              <a:t>I won’t turn back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world behind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cross before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won’t turn 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F3D36-0EC0-3BB2-8A32-DF62BF9B81ED}"/>
              </a:ext>
            </a:extLst>
          </p:cNvPr>
          <p:cNvSpPr txBox="1"/>
          <p:nvPr/>
        </p:nvSpPr>
        <p:spPr>
          <a:xfrm>
            <a:off x="8447569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3606792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30208-8DCC-3D21-47D4-97274222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DE8B08-0649-7063-EEA9-6BD0168B3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Again and again and again and again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rescued me out of the mess I was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traded my sorrow for something to sing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I’m dancing on the grave that I once lived in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46805-16FE-65F4-E679-9AF54F9CD067}"/>
              </a:ext>
            </a:extLst>
          </p:cNvPr>
          <p:cNvSpPr txBox="1"/>
          <p:nvPr/>
        </p:nvSpPr>
        <p:spPr>
          <a:xfrm>
            <a:off x="8395199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1453890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5E60C-FD2F-1D28-ED22-7034A8C10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17E241-736B-C741-37BB-460C6D4D6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Praise the Lord I’ve been born again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I’ve been born again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FFE2F-62D1-C36B-784D-93CA3E651FD7}"/>
              </a:ext>
            </a:extLst>
          </p:cNvPr>
          <p:cNvSpPr txBox="1"/>
          <p:nvPr/>
        </p:nvSpPr>
        <p:spPr>
          <a:xfrm>
            <a:off x="837117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2806589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3869B-CC04-CA6B-710C-05F9DE6DC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FDFB36-FCCD-D9EA-F6EE-9573C27EB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Now I’m dancing on the grave that I once lived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I’m dancing on the grave that I once lived in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88AA7-B99A-A1CB-5EB8-FDFF344BF13F}"/>
              </a:ext>
            </a:extLst>
          </p:cNvPr>
          <p:cNvSpPr txBox="1"/>
          <p:nvPr/>
        </p:nvSpPr>
        <p:spPr>
          <a:xfrm>
            <a:off x="8239707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274990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B6A4-44C0-55D1-88BE-7737459A1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52A24C-CA5B-C2B5-3C6C-8DA8773F0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528" y="620688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Dancing on the grave that I once lived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(x3)</a:t>
            </a:r>
          </a:p>
          <a:p>
            <a:r>
              <a:rPr lang="en-GB" sz="3600" dirty="0">
                <a:solidFill>
                  <a:schemeClr val="bg1"/>
                </a:solidFill>
              </a:rPr>
              <a:t>Dancing on the grave</a:t>
            </a: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Dancing on the grave that I once lived 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(x3)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Lord I’ve been born again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5C780-8E6D-E0C6-6F59-B92745BA81DB}"/>
              </a:ext>
            </a:extLst>
          </p:cNvPr>
          <p:cNvSpPr txBox="1"/>
          <p:nvPr/>
        </p:nvSpPr>
        <p:spPr>
          <a:xfrm>
            <a:off x="8204319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147642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7420</TotalTime>
  <Words>387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386</cp:revision>
  <dcterms:created xsi:type="dcterms:W3CDTF">2019-09-23T12:06:27Z</dcterms:created>
  <dcterms:modified xsi:type="dcterms:W3CDTF">2026-03-30T10:43:26Z</dcterms:modified>
</cp:coreProperties>
</file>