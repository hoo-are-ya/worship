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86" r:id="rId2"/>
    <p:sldId id="404" r:id="rId3"/>
    <p:sldId id="387" r:id="rId4"/>
    <p:sldId id="403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163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cli.com/" TargetMode="External"/><Relationship Id="rId2" Type="http://schemas.openxmlformats.org/officeDocument/2006/relationships/hyperlink" Target="https://songselect.ccli.com/about/termsofus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9600" dirty="0"/>
          </a:p>
          <a:p>
            <a:r>
              <a:rPr lang="en-GB" sz="6000" dirty="0"/>
              <a:t>Here Is Love</a:t>
            </a:r>
          </a:p>
          <a:p>
            <a:endParaRPr lang="en-GB" sz="1200" dirty="0"/>
          </a:p>
          <a:p>
            <a:endParaRPr lang="en-GB" sz="1200" dirty="0"/>
          </a:p>
          <a:p>
            <a:r>
              <a:rPr lang="en-GB" sz="1200" dirty="0"/>
              <a:t>CCLI Song # 3287884</a:t>
            </a:r>
          </a:p>
          <a:p>
            <a:r>
              <a:rPr lang="en-GB" sz="1200" dirty="0"/>
              <a:t>Matt Redman | Robert Lowry | William Rees</a:t>
            </a:r>
          </a:p>
          <a:p>
            <a:r>
              <a:rPr lang="en-GB" sz="1200" dirty="0"/>
              <a:t>© 2004 </a:t>
            </a:r>
            <a:r>
              <a:rPr lang="en-GB" sz="1200" dirty="0" err="1"/>
              <a:t>Thankyou</a:t>
            </a:r>
            <a:r>
              <a:rPr lang="en-GB" sz="1200" dirty="0"/>
              <a:t> Music (Admin. by Integrity Music)</a:t>
            </a:r>
          </a:p>
          <a:p>
            <a:r>
              <a:rPr lang="en-GB" sz="1200" i="1" dirty="0"/>
              <a:t>For use solely with the </a:t>
            </a:r>
            <a:r>
              <a:rPr lang="en-GB" sz="1200" i="1" dirty="0" err="1"/>
              <a:t>SongSelect</a:t>
            </a:r>
            <a:r>
              <a:rPr lang="en-GB" sz="1200" i="1" dirty="0"/>
              <a:t>® </a:t>
            </a:r>
            <a:r>
              <a:rPr lang="en-GB" sz="1200" i="1" dirty="0">
                <a:hlinkClick r:id="rId2"/>
              </a:rPr>
              <a:t>Terms of Use</a:t>
            </a:r>
            <a:r>
              <a:rPr lang="en-GB" sz="1200" i="1" dirty="0"/>
              <a:t>. All rights reserved. </a:t>
            </a:r>
            <a:r>
              <a:rPr lang="en-GB" sz="1200" i="1" dirty="0">
                <a:hlinkClick r:id="rId3"/>
              </a:rPr>
              <a:t>www.ccli.com</a:t>
            </a:r>
            <a:endParaRPr lang="en-GB" sz="1200" i="1" dirty="0"/>
          </a:p>
          <a:p>
            <a:r>
              <a:rPr lang="en-GB" sz="1200" dirty="0"/>
              <a:t>CCLI Licence No. 33265</a:t>
            </a: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80728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Here is love vast as the ocean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Loving-kindness as the flood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When the Prince of Life our Ransom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Shed for us His precious blood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Who His love will not remember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Who can cease to sing His praise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He can never be forgotten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Throughout </a:t>
            </a:r>
            <a:r>
              <a:rPr lang="en-GB" sz="3600" dirty="0" err="1">
                <a:solidFill>
                  <a:schemeClr val="bg1"/>
                </a:solidFill>
              </a:rPr>
              <a:t>Heav'n's</a:t>
            </a:r>
            <a:r>
              <a:rPr lang="en-GB" sz="3600" dirty="0">
                <a:solidFill>
                  <a:schemeClr val="bg1"/>
                </a:solidFill>
              </a:rPr>
              <a:t> eternal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On the mount of crucifixion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Fountains opened deep and wide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Through the floodgates of God's mercy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Flowed a vast and gracious tide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Grace and love like mighty rivers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Poured incessant from above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 err="1">
                <a:solidFill>
                  <a:schemeClr val="bg1"/>
                </a:solidFill>
              </a:rPr>
              <a:t>Heav'n's</a:t>
            </a:r>
            <a:r>
              <a:rPr lang="en-GB" sz="3600" dirty="0">
                <a:solidFill>
                  <a:schemeClr val="bg1"/>
                </a:solidFill>
              </a:rPr>
              <a:t> peace and perfect justice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Kissed a guilty world in love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105273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us all His love accepting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Love Him ever all our days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Let us seek His kingdom only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And our lives to be His praise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He alone shall be our glory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Nothing in the world we see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For He has cleansed and sanctified us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He Himself has set us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747</TotalTime>
  <Words>213</Words>
  <Application>Microsoft Office PowerPoint</Application>
  <PresentationFormat>On-screen Show (4:3)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75</cp:revision>
  <dcterms:created xsi:type="dcterms:W3CDTF">2019-09-23T12:06:27Z</dcterms:created>
  <dcterms:modified xsi:type="dcterms:W3CDTF">2025-11-10T11:13:09Z</dcterms:modified>
</cp:coreProperties>
</file>