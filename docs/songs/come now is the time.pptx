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518" r:id="rId2"/>
    <p:sldId id="522" r:id="rId3"/>
    <p:sldId id="520" r:id="rId4"/>
    <p:sldId id="1486" r:id="rId5"/>
    <p:sldId id="521" r:id="rId6"/>
    <p:sldId id="1487" r:id="rId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4" d="100"/>
          <a:sy n="104" d="100"/>
        </p:scale>
        <p:origin x="1038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09/02/2026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09/02/2026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09/02/2026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09/02/2026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09/02/2026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09/02/2026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09/02/2026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09/02/2026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09/02/2026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09/02/2026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09/02/2026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A1CF3-4A15-4CBF-9A5A-6A56C368BE71}" type="datetimeFigureOut">
              <a:rPr lang="en-GB" smtClean="0"/>
              <a:pPr/>
              <a:t>09/02/2026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Come Now </a:t>
            </a:r>
            <a:r>
              <a:rPr lang="en-GB" sz="4400" dirty="0">
                <a:solidFill>
                  <a:srgbClr val="00A3E0"/>
                </a:solidFill>
                <a:latin typeface="akagi_probook"/>
              </a:rPr>
              <a:t>Is the Time To Worship</a:t>
            </a:r>
            <a:endParaRPr lang="en-GB" sz="4400" b="0" i="0" dirty="0">
              <a:solidFill>
                <a:srgbClr val="00A3E0"/>
              </a:solidFill>
              <a:effectLst/>
              <a:latin typeface="akagi_probook"/>
            </a:endParaRPr>
          </a:p>
          <a:p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2430948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Brian Doerksen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1998 Vineyard Songs (UK/Eire) (Admin. by Integrity Music Ltd)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294038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Come now is the time to worship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 now is the time to give your heart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 just as you are to worship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 just as you are before your God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1/5</a:t>
            </a:r>
          </a:p>
        </p:txBody>
      </p:sp>
    </p:spTree>
    <p:extLst>
      <p:ext uri="{BB962C8B-B14F-4D97-AF65-F5344CB8AC3E}">
        <p14:creationId xmlns:p14="http://schemas.microsoft.com/office/powerpoint/2010/main" val="6346687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One day every tongue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Will confess You are God</a:t>
            </a:r>
          </a:p>
          <a:p>
            <a:r>
              <a:rPr lang="en-GB" sz="3600" dirty="0">
                <a:solidFill>
                  <a:schemeClr val="bg1"/>
                </a:solidFill>
              </a:rPr>
              <a:t>One day every knee will bow</a:t>
            </a:r>
          </a:p>
          <a:p>
            <a:r>
              <a:rPr lang="en-GB" sz="3600" dirty="0">
                <a:solidFill>
                  <a:schemeClr val="bg1"/>
                </a:solidFill>
              </a:rPr>
              <a:t>Still the greatest treasure remains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those who gladly choose You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2/5</a:t>
            </a:r>
          </a:p>
        </p:txBody>
      </p:sp>
    </p:spTree>
    <p:extLst>
      <p:ext uri="{BB962C8B-B14F-4D97-AF65-F5344CB8AC3E}">
        <p14:creationId xmlns:p14="http://schemas.microsoft.com/office/powerpoint/2010/main" val="21756358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4B62E-638E-0A8E-CF84-6A4E340F3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D8D4C70-3F06-57AE-5928-B8AA05581F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Come now is the time to worship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 now is the time to give your heart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 just as you are to worship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 just as you are before your God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1BBA12-34C9-4A01-B259-16F294C6FA49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3/5</a:t>
            </a:r>
          </a:p>
        </p:txBody>
      </p:sp>
    </p:spTree>
    <p:extLst>
      <p:ext uri="{BB962C8B-B14F-4D97-AF65-F5344CB8AC3E}">
        <p14:creationId xmlns:p14="http://schemas.microsoft.com/office/powerpoint/2010/main" val="28891171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Willingly we choose to surrender our lives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Willingly our knees will bow</a:t>
            </a:r>
          </a:p>
          <a:p>
            <a:r>
              <a:rPr lang="en-GB" sz="3600" dirty="0">
                <a:solidFill>
                  <a:schemeClr val="bg1"/>
                </a:solidFill>
              </a:rPr>
              <a:t>With all our heart soul mind and strength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gladly choose You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4/5</a:t>
            </a:r>
          </a:p>
        </p:txBody>
      </p:sp>
    </p:spTree>
    <p:extLst>
      <p:ext uri="{BB962C8B-B14F-4D97-AF65-F5344CB8AC3E}">
        <p14:creationId xmlns:p14="http://schemas.microsoft.com/office/powerpoint/2010/main" val="3189844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6F897-774B-2898-3BEE-585494DC5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6310524-4543-7DBF-EC12-8B1CF605E3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Come now is the time to worship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 now is the time to give your heart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 just as you are to worship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 just as you are before your God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47FE93-DA42-4EF2-9269-B61918B09E4B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5/5</a:t>
            </a:r>
          </a:p>
        </p:txBody>
      </p:sp>
    </p:spTree>
    <p:extLst>
      <p:ext uri="{BB962C8B-B14F-4D97-AF65-F5344CB8AC3E}">
        <p14:creationId xmlns:p14="http://schemas.microsoft.com/office/powerpoint/2010/main" val="31915731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</TotalTime>
  <Words>209</Words>
  <Application>Microsoft Office PowerPoint</Application>
  <PresentationFormat>On-screen Show (4:3)</PresentationFormat>
  <Paragraphs>39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akagi_probook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Administrator</dc:creator>
  <cp:lastModifiedBy>Dele Olajide</cp:lastModifiedBy>
  <cp:revision>76</cp:revision>
  <dcterms:created xsi:type="dcterms:W3CDTF">2019-09-23T12:06:27Z</dcterms:created>
  <dcterms:modified xsi:type="dcterms:W3CDTF">2026-02-09T10:13:08Z</dcterms:modified>
</cp:coreProperties>
</file>