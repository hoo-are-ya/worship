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642" r:id="rId2"/>
    <p:sldId id="581" r:id="rId3"/>
    <p:sldId id="643" r:id="rId4"/>
    <p:sldId id="582" r:id="rId5"/>
    <p:sldId id="609" r:id="rId6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11" d="100"/>
          <a:sy n="111" d="100"/>
        </p:scale>
        <p:origin x="161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EA1CF3-4A15-4CBF-9A5A-6A56C368BE71}" type="datetimeFigureOut">
              <a:rPr lang="en-GB" smtClean="0"/>
              <a:pPr/>
              <a:t>03/11/2025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EA1CF3-4A15-4CBF-9A5A-6A56C368BE71}" type="datetimeFigureOut">
              <a:rPr lang="en-GB" smtClean="0"/>
              <a:pPr/>
              <a:t>03/11/2025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D929FA-79A7-47B7-BF4C-8C146230B1E4}" type="slidenum">
              <a:rPr lang="en-GB" smtClean="0"/>
              <a:pPr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188640"/>
            <a:ext cx="8640960" cy="6480720"/>
          </a:xfrm>
        </p:spPr>
        <p:txBody>
          <a:bodyPr>
            <a:noAutofit/>
          </a:bodyPr>
          <a:lstStyle/>
          <a:p>
            <a:endParaRPr lang="en-GB" sz="6600" dirty="0">
              <a:solidFill>
                <a:srgbClr val="00A3E0"/>
              </a:solidFill>
              <a:latin typeface="akagi_probook"/>
            </a:endParaRPr>
          </a:p>
          <a:p>
            <a:r>
              <a:rPr lang="en-GB" sz="6600" dirty="0">
                <a:solidFill>
                  <a:srgbClr val="00A3E0"/>
                </a:solidFill>
                <a:latin typeface="akagi_probook"/>
              </a:rPr>
              <a:t>Your Name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Song # 4611679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Glenn </a:t>
            </a:r>
            <a:r>
              <a:rPr lang="en-GB" sz="1200" dirty="0" err="1">
                <a:solidFill>
                  <a:schemeClr val="bg1"/>
                </a:solidFill>
              </a:rPr>
              <a:t>Packiam</a:t>
            </a:r>
            <a:r>
              <a:rPr lang="en-GB" sz="1200" dirty="0">
                <a:solidFill>
                  <a:schemeClr val="bg1"/>
                </a:solidFill>
              </a:rPr>
              <a:t> | Paul </a:t>
            </a:r>
            <a:r>
              <a:rPr lang="en-GB" sz="1200" dirty="0" err="1">
                <a:solidFill>
                  <a:schemeClr val="bg1"/>
                </a:solidFill>
              </a:rPr>
              <a:t>Baloche</a:t>
            </a:r>
            <a:endParaRPr lang="en-GB" sz="1200" dirty="0">
              <a:solidFill>
                <a:schemeClr val="bg1"/>
              </a:solidFill>
            </a:endParaRP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© 2006 Integrity Worship Music (Admin. by Integrity Music Ltd)</a:t>
            </a:r>
          </a:p>
          <a:p>
            <a:r>
              <a:rPr lang="en-GB" sz="1200" dirty="0">
                <a:solidFill>
                  <a:schemeClr val="bg1"/>
                </a:solidFill>
              </a:rPr>
              <a:t>Integrity's Hosanna! Music (Admin. by Integrity Music Ltd)</a:t>
            </a:r>
          </a:p>
          <a:p>
            <a:r>
              <a:rPr lang="en-GB" sz="1200" dirty="0">
                <a:solidFill>
                  <a:schemeClr val="bg1"/>
                </a:solidFill>
              </a:rPr>
              <a:t>For use solely with the </a:t>
            </a:r>
            <a:r>
              <a:rPr lang="en-GB" sz="1200" dirty="0" err="1">
                <a:solidFill>
                  <a:schemeClr val="bg1"/>
                </a:solidFill>
              </a:rPr>
              <a:t>SongSelect</a:t>
            </a:r>
            <a:r>
              <a:rPr lang="en-GB" sz="1200" dirty="0">
                <a:solidFill>
                  <a:schemeClr val="bg1"/>
                </a:solidFill>
              </a:rPr>
              <a:t>® Terms of Use. All rights reserved. www.ccli.com</a:t>
            </a:r>
          </a:p>
          <a:p>
            <a:endParaRPr lang="en-GB" sz="1200" dirty="0">
              <a:solidFill>
                <a:schemeClr val="bg1"/>
              </a:solidFill>
            </a:endParaRPr>
          </a:p>
          <a:p>
            <a:r>
              <a:rPr lang="en-GB" sz="1200" dirty="0">
                <a:solidFill>
                  <a:schemeClr val="bg1"/>
                </a:solidFill>
              </a:rPr>
              <a:t>CCLI Licence No. 33265</a:t>
            </a:r>
          </a:p>
        </p:txBody>
      </p:sp>
    </p:spTree>
    <p:extLst>
      <p:ext uri="{BB962C8B-B14F-4D97-AF65-F5344CB8AC3E}">
        <p14:creationId xmlns:p14="http://schemas.microsoft.com/office/powerpoint/2010/main" val="160136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23528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As morning dawns and evening fades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 inspire songs of praise</a:t>
            </a:r>
          </a:p>
          <a:p>
            <a:r>
              <a:rPr lang="en-GB" sz="3600" dirty="0">
                <a:solidFill>
                  <a:schemeClr val="bg1"/>
                </a:solidFill>
              </a:rPr>
              <a:t>That rise from earth to touch Your heart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glorify Your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1/4</a:t>
            </a:r>
          </a:p>
        </p:txBody>
      </p:sp>
    </p:spTree>
    <p:extLst>
      <p:ext uri="{BB962C8B-B14F-4D97-AF65-F5344CB8AC3E}">
        <p14:creationId xmlns:p14="http://schemas.microsoft.com/office/powerpoint/2010/main" val="14597159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Your Name is a strong and mighty tower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Your Name is a shelter like no other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Your Name let the nations sing it louder</a:t>
            </a:r>
          </a:p>
          <a:p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nothing has the power to save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But Your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2/4</a:t>
            </a:r>
          </a:p>
        </p:txBody>
      </p:sp>
    </p:spTree>
    <p:extLst>
      <p:ext uri="{BB962C8B-B14F-4D97-AF65-F5344CB8AC3E}">
        <p14:creationId xmlns:p14="http://schemas.microsoft.com/office/powerpoint/2010/main" val="23011675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359" y="764704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Jesus in Your Name we pray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Come and fill our hearts today</a:t>
            </a:r>
          </a:p>
          <a:p>
            <a:r>
              <a:rPr lang="en-GB" sz="3600" dirty="0">
                <a:solidFill>
                  <a:schemeClr val="bg1"/>
                </a:solidFill>
              </a:rPr>
              <a:t>Lord give us strength to live for You</a:t>
            </a:r>
          </a:p>
          <a:p>
            <a:r>
              <a:rPr lang="en-GB" sz="3600" dirty="0">
                <a:solidFill>
                  <a:schemeClr val="bg1"/>
                </a:solidFill>
              </a:rPr>
              <a:t>And glorify Your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3/4</a:t>
            </a:r>
          </a:p>
        </p:txBody>
      </p:sp>
    </p:spTree>
    <p:extLst>
      <p:ext uri="{BB962C8B-B14F-4D97-AF65-F5344CB8AC3E}">
        <p14:creationId xmlns:p14="http://schemas.microsoft.com/office/powerpoint/2010/main" val="7623877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1520" y="836712"/>
            <a:ext cx="8640960" cy="6480720"/>
          </a:xfrm>
        </p:spPr>
        <p:txBody>
          <a:bodyPr>
            <a:no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Your Name is a strong and mighty tower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Your Name is a shelter like no other</a:t>
            </a:r>
          </a:p>
          <a:p>
            <a:r>
              <a:rPr lang="en-GB" sz="3600" dirty="0">
                <a:solidFill>
                  <a:schemeClr val="bg1"/>
                </a:solidFill>
              </a:rPr>
              <a:t>Your Name let the nations sing it louder</a:t>
            </a:r>
          </a:p>
          <a:p>
            <a:r>
              <a:rPr lang="en-GB" sz="3600" dirty="0" err="1">
                <a:solidFill>
                  <a:schemeClr val="bg1"/>
                </a:solidFill>
              </a:rPr>
              <a:t>'Cause</a:t>
            </a:r>
            <a:r>
              <a:rPr lang="en-GB" sz="3600" dirty="0">
                <a:solidFill>
                  <a:schemeClr val="bg1"/>
                </a:solidFill>
              </a:rPr>
              <a:t> nothing has the power to save</a:t>
            </a:r>
          </a:p>
          <a:p>
            <a:r>
              <a:rPr lang="en-GB" sz="3600" dirty="0">
                <a:solidFill>
                  <a:schemeClr val="bg1"/>
                </a:solidFill>
              </a:rPr>
              <a:t>But Your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9729" y="0"/>
            <a:ext cx="6286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4/4</a:t>
            </a:r>
          </a:p>
        </p:txBody>
      </p:sp>
    </p:spTree>
    <p:extLst>
      <p:ext uri="{BB962C8B-B14F-4D97-AF65-F5344CB8AC3E}">
        <p14:creationId xmlns:p14="http://schemas.microsoft.com/office/powerpoint/2010/main" val="5061447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750</TotalTime>
  <Words>180</Words>
  <Application>Microsoft Office PowerPoint</Application>
  <PresentationFormat>On-screen Show (4:3)</PresentationFormat>
  <Paragraphs>34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akagi_probook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Administrator</dc:creator>
  <cp:lastModifiedBy>Dele Olajide</cp:lastModifiedBy>
  <cp:revision>75</cp:revision>
  <dcterms:created xsi:type="dcterms:W3CDTF">2019-09-23T12:06:27Z</dcterms:created>
  <dcterms:modified xsi:type="dcterms:W3CDTF">2025-11-03T13:53:50Z</dcterms:modified>
</cp:coreProperties>
</file>