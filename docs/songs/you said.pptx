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558" r:id="rId2"/>
    <p:sldId id="1243" r:id="rId3"/>
    <p:sldId id="1245" r:id="rId4"/>
    <p:sldId id="1244" r:id="rId5"/>
    <p:sldId id="1246" r:id="rId6"/>
    <p:sldId id="1559" r:id="rId7"/>
    <p:sldId id="15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5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You Said 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2582810</a:t>
            </a:r>
          </a:p>
          <a:p>
            <a:r>
              <a:rPr lang="en-GB" sz="1200" dirty="0">
                <a:solidFill>
                  <a:schemeClr val="bg1"/>
                </a:solidFill>
              </a:rPr>
              <a:t>Reuben Morgan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1998 Hillsong Music Publishing Australia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8215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said ask and you will receive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Whatever you need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said pray and I'll hear from heaven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I'll heal your 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55162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said Your glory will fill the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Like water the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said lift up your eyes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harvest is here the kingdom is 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91405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said ask and I'll give the nations to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Lord that's the cry of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Distant shores and the islands will see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light as it rises on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217604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said Your glory will fill the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Like water the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said lift up your eyes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harvest is here the kingdom is 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362144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0EB1-AEDF-8452-26A1-A699D8A1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0699CD-9B73-3853-F532-7C1997796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said ask and I'll give the nations to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Lord that's the cry of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Distant shores and the islands will see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light as it rises on us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EBB87-591B-0FF3-DBD7-DF67EAFCE28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340324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146DB-CFC1-8AF8-A8D9-0FFAEF49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1A0416-7EFC-C13F-A044-F8ED41247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Lord I ask for the nations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7FB3A-5E9A-BD03-EFF8-76B44307C2C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425562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196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78</cp:revision>
  <dcterms:created xsi:type="dcterms:W3CDTF">2019-09-23T12:06:27Z</dcterms:created>
  <dcterms:modified xsi:type="dcterms:W3CDTF">2026-06-13T18:32:27Z</dcterms:modified>
</cp:coreProperties>
</file>