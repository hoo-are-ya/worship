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1636" r:id="rId2"/>
    <p:sldId id="519" r:id="rId3"/>
    <p:sldId id="1637" r:id="rId4"/>
    <p:sldId id="1638" r:id="rId5"/>
    <p:sldId id="1639" r:id="rId6"/>
    <p:sldId id="1640" r:id="rId7"/>
    <p:sldId id="1641" r:id="rId8"/>
    <p:sldId id="164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61" autoAdjust="0"/>
    <p:restoredTop sz="82272" autoAdjust="0"/>
  </p:normalViewPr>
  <p:slideViewPr>
    <p:cSldViewPr>
      <p:cViewPr varScale="1">
        <p:scale>
          <a:sx n="73" d="100"/>
          <a:sy n="73" d="100"/>
        </p:scale>
        <p:origin x="1930" y="67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05/10/2026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Tremble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7065049</a:t>
            </a:r>
          </a:p>
          <a:p>
            <a:r>
              <a:rPr lang="en-GB" sz="1200" dirty="0">
                <a:solidFill>
                  <a:schemeClr val="bg1"/>
                </a:solidFill>
              </a:rPr>
              <a:t>Andres Figueroa | Hank Bentley | Mariah McManus | Mia Fieldes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2016 All Essential Music; Be Essential Songs; Bentley Street Songs; Mosaic LA Music; Mosaic MSC Music; Tempo Music Investments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1966420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Peace bring it all to peace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storms surrounding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Let it break at Your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1/7</a:t>
            </a:r>
          </a:p>
        </p:txBody>
      </p:sp>
    </p:spTree>
    <p:extLst>
      <p:ext uri="{BB962C8B-B14F-4D97-AF65-F5344CB8AC3E}">
        <p14:creationId xmlns:p14="http://schemas.microsoft.com/office/powerpoint/2010/main" val="486747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841C9-234A-ECAA-F33B-B66C3BE36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9A32B3C-825C-AE44-B3CE-9C89103AFE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Still call the sea to still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rage in me to still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 wave at Your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0209CA-A13C-0624-3E5B-3674A1ED9A25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2/7</a:t>
            </a:r>
          </a:p>
        </p:txBody>
      </p:sp>
    </p:spTree>
    <p:extLst>
      <p:ext uri="{BB962C8B-B14F-4D97-AF65-F5344CB8AC3E}">
        <p14:creationId xmlns:p14="http://schemas.microsoft.com/office/powerpoint/2010/main" val="1501392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7ED4F-D777-86AA-22E6-880BCD4BB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1D81404-85B5-2825-B70C-F1BB42118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Jesus </a:t>
            </a:r>
            <a:r>
              <a:rPr lang="en-GB" sz="3600" dirty="0" err="1">
                <a:solidFill>
                  <a:schemeClr val="bg1"/>
                </a:solidFill>
              </a:rPr>
              <a:t>Jesus</a:t>
            </a:r>
            <a:r>
              <a:rPr lang="en-GB" sz="3600" dirty="0">
                <a:solidFill>
                  <a:schemeClr val="bg1"/>
                </a:solidFill>
              </a:rPr>
              <a:t> You make the darkness tremble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</a:t>
            </a:r>
            <a:r>
              <a:rPr lang="en-GB" sz="3600" dirty="0" err="1">
                <a:solidFill>
                  <a:schemeClr val="bg1"/>
                </a:solidFill>
              </a:rPr>
              <a:t>Jesus</a:t>
            </a:r>
            <a:r>
              <a:rPr lang="en-GB" sz="3600" dirty="0">
                <a:solidFill>
                  <a:schemeClr val="bg1"/>
                </a:solidFill>
              </a:rPr>
              <a:t> You silence fear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</a:t>
            </a:r>
            <a:r>
              <a:rPr lang="en-GB" sz="3600" dirty="0" err="1">
                <a:solidFill>
                  <a:schemeClr val="bg1"/>
                </a:solidFill>
              </a:rPr>
              <a:t>Jesus</a:t>
            </a:r>
            <a:r>
              <a:rPr lang="en-GB" sz="3600" dirty="0">
                <a:solidFill>
                  <a:schemeClr val="bg1"/>
                </a:solidFill>
              </a:rPr>
              <a:t> You make the darkness tremble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</a:t>
            </a:r>
            <a:r>
              <a:rPr lang="en-GB" sz="3600" dirty="0" err="1">
                <a:solidFill>
                  <a:schemeClr val="bg1"/>
                </a:solidFill>
              </a:rPr>
              <a:t>Jesus</a:t>
            </a:r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B8C352-41E6-8C25-B091-BE1E2F3C8C53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3/7</a:t>
            </a:r>
          </a:p>
        </p:txBody>
      </p:sp>
    </p:spTree>
    <p:extLst>
      <p:ext uri="{BB962C8B-B14F-4D97-AF65-F5344CB8AC3E}">
        <p14:creationId xmlns:p14="http://schemas.microsoft.com/office/powerpoint/2010/main" val="2570993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5D502-1B5B-DA40-2145-8ECDBEEBF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E0FDD8E-EEEA-18F8-7B8F-9C749254D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Breathe call these bones to live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Call these lungs to sing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Once again I will praise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56E537-A3F9-1EA1-FF06-E8C061FA5B15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4/7</a:t>
            </a:r>
          </a:p>
        </p:txBody>
      </p:sp>
    </p:spTree>
    <p:extLst>
      <p:ext uri="{BB962C8B-B14F-4D97-AF65-F5344CB8AC3E}">
        <p14:creationId xmlns:p14="http://schemas.microsoft.com/office/powerpoint/2010/main" val="1587810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7CBF2-1AD0-3625-A724-4E6CEFA50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F915C89-A7D9-3FD7-362E-A366D76430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Jesus </a:t>
            </a:r>
            <a:r>
              <a:rPr lang="en-GB" sz="3600" dirty="0" err="1">
                <a:solidFill>
                  <a:schemeClr val="bg1"/>
                </a:solidFill>
              </a:rPr>
              <a:t>Jesus</a:t>
            </a:r>
            <a:r>
              <a:rPr lang="en-GB" sz="3600" dirty="0">
                <a:solidFill>
                  <a:schemeClr val="bg1"/>
                </a:solidFill>
              </a:rPr>
              <a:t> You make the darkness tremble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</a:t>
            </a:r>
            <a:r>
              <a:rPr lang="en-GB" sz="3600" dirty="0" err="1">
                <a:solidFill>
                  <a:schemeClr val="bg1"/>
                </a:solidFill>
              </a:rPr>
              <a:t>Jesus</a:t>
            </a:r>
            <a:r>
              <a:rPr lang="en-GB" sz="3600" dirty="0">
                <a:solidFill>
                  <a:schemeClr val="bg1"/>
                </a:solidFill>
              </a:rPr>
              <a:t> You silence fear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</a:t>
            </a:r>
            <a:r>
              <a:rPr lang="en-GB" sz="3600" dirty="0" err="1">
                <a:solidFill>
                  <a:schemeClr val="bg1"/>
                </a:solidFill>
              </a:rPr>
              <a:t>Jesus</a:t>
            </a:r>
            <a:r>
              <a:rPr lang="en-GB" sz="3600" dirty="0">
                <a:solidFill>
                  <a:schemeClr val="bg1"/>
                </a:solidFill>
              </a:rPr>
              <a:t> You make the darkness tremble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</a:t>
            </a:r>
            <a:r>
              <a:rPr lang="en-GB" sz="3600" dirty="0" err="1">
                <a:solidFill>
                  <a:schemeClr val="bg1"/>
                </a:solidFill>
              </a:rPr>
              <a:t>Jesus</a:t>
            </a:r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1F814B-7FEB-20B4-3C81-5F115898628B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5/7</a:t>
            </a:r>
          </a:p>
        </p:txBody>
      </p:sp>
    </p:spTree>
    <p:extLst>
      <p:ext uri="{BB962C8B-B14F-4D97-AF65-F5344CB8AC3E}">
        <p14:creationId xmlns:p14="http://schemas.microsoft.com/office/powerpoint/2010/main" val="519456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F7752-18B0-A61A-FF08-AE5901718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D742465-2446-87ED-0692-ABF1905B7A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Your name is a light that the shadows can't deny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name cannot be overcome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name is alive forever lifted high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name cannot be overcome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4A322E-DBFC-8D4F-FC93-7EF0D0F53EA4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6/7</a:t>
            </a:r>
          </a:p>
        </p:txBody>
      </p:sp>
    </p:spTree>
    <p:extLst>
      <p:ext uri="{BB962C8B-B14F-4D97-AF65-F5344CB8AC3E}">
        <p14:creationId xmlns:p14="http://schemas.microsoft.com/office/powerpoint/2010/main" val="2622533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93088-4AF9-60A1-DB46-C764C3997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344D6D8-0A73-09B9-8E23-98A2452281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Jesus </a:t>
            </a:r>
            <a:r>
              <a:rPr lang="en-GB" sz="3600" dirty="0" err="1">
                <a:solidFill>
                  <a:schemeClr val="bg1"/>
                </a:solidFill>
              </a:rPr>
              <a:t>Jesus</a:t>
            </a:r>
            <a:r>
              <a:rPr lang="en-GB" sz="3600" dirty="0">
                <a:solidFill>
                  <a:schemeClr val="bg1"/>
                </a:solidFill>
              </a:rPr>
              <a:t> You make the darkness tremble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</a:t>
            </a:r>
            <a:r>
              <a:rPr lang="en-GB" sz="3600" dirty="0" err="1">
                <a:solidFill>
                  <a:schemeClr val="bg1"/>
                </a:solidFill>
              </a:rPr>
              <a:t>Jesus</a:t>
            </a:r>
            <a:r>
              <a:rPr lang="en-GB" sz="3600" dirty="0">
                <a:solidFill>
                  <a:schemeClr val="bg1"/>
                </a:solidFill>
              </a:rPr>
              <a:t> You silence fear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</a:t>
            </a:r>
            <a:r>
              <a:rPr lang="en-GB" sz="3600" dirty="0" err="1">
                <a:solidFill>
                  <a:schemeClr val="bg1"/>
                </a:solidFill>
              </a:rPr>
              <a:t>Jesus</a:t>
            </a:r>
            <a:r>
              <a:rPr lang="en-GB" sz="3600" dirty="0">
                <a:solidFill>
                  <a:schemeClr val="bg1"/>
                </a:solidFill>
              </a:rPr>
              <a:t> You make the darkness tremble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</a:t>
            </a:r>
            <a:r>
              <a:rPr lang="en-GB" sz="3600" dirty="0" err="1">
                <a:solidFill>
                  <a:schemeClr val="bg1"/>
                </a:solidFill>
              </a:rPr>
              <a:t>Jesus</a:t>
            </a:r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3F7185-4A5D-70BC-9BB2-17245519CC69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7/7</a:t>
            </a:r>
          </a:p>
        </p:txBody>
      </p:sp>
    </p:spTree>
    <p:extLst>
      <p:ext uri="{BB962C8B-B14F-4D97-AF65-F5344CB8AC3E}">
        <p14:creationId xmlns:p14="http://schemas.microsoft.com/office/powerpoint/2010/main" val="3177749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7369</TotalTime>
  <Words>215</Words>
  <Application>Microsoft Office PowerPoint</Application>
  <PresentationFormat>On-screen Show (4:3)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385</cp:revision>
  <dcterms:created xsi:type="dcterms:W3CDTF">2019-09-23T12:06:27Z</dcterms:created>
  <dcterms:modified xsi:type="dcterms:W3CDTF">2026-10-05T13:05:51Z</dcterms:modified>
</cp:coreProperties>
</file>