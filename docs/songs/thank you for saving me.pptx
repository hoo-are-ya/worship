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656" r:id="rId2"/>
    <p:sldId id="657" r:id="rId3"/>
    <p:sldId id="658" r:id="rId4"/>
    <p:sldId id="659" r:id="rId5"/>
    <p:sldId id="6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61" autoAdjust="0"/>
    <p:restoredTop sz="82272" autoAdjust="0"/>
  </p:normalViewPr>
  <p:slideViewPr>
    <p:cSldViewPr>
      <p:cViewPr varScale="1">
        <p:scale>
          <a:sx n="91" d="100"/>
          <a:sy n="91" d="100"/>
        </p:scale>
        <p:origin x="1596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5400" b="0" i="0" dirty="0">
                <a:solidFill>
                  <a:srgbClr val="00A3E0"/>
                </a:solidFill>
                <a:effectLst/>
                <a:latin typeface="akagi_probook"/>
              </a:rPr>
              <a:t>Thank You For Saving Me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1043168</a:t>
            </a:r>
          </a:p>
          <a:p>
            <a:r>
              <a:rPr lang="en-GB" sz="1200" dirty="0">
                <a:solidFill>
                  <a:schemeClr val="bg1"/>
                </a:solidFill>
              </a:rPr>
              <a:t>Martin Smith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1993 Curious? Music UK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1141057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Thank You for saving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can I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my </a:t>
            </a:r>
            <a:r>
              <a:rPr lang="en-GB" sz="3600" dirty="0" err="1">
                <a:solidFill>
                  <a:schemeClr val="bg1"/>
                </a:solidFill>
              </a:rPr>
              <a:t>ev'rything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I will sing Your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shed Your blood for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can I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took my sin and shame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 sinner called by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1/4</a:t>
            </a:r>
          </a:p>
        </p:txBody>
      </p:sp>
    </p:spTree>
    <p:extLst>
      <p:ext uri="{BB962C8B-B14F-4D97-AF65-F5344CB8AC3E}">
        <p14:creationId xmlns:p14="http://schemas.microsoft.com/office/powerpoint/2010/main" val="3477359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C083A-2369-9CCD-7D9B-CB0C84A8A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4DCA88-9050-2995-1B74-0A239C051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Great is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Great is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we know Your truth has set us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You've set Your hope in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43169-5184-2234-F439-4965C1907B37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2/4</a:t>
            </a:r>
          </a:p>
        </p:txBody>
      </p:sp>
    </p:spTree>
    <p:extLst>
      <p:ext uri="{BB962C8B-B14F-4D97-AF65-F5344CB8AC3E}">
        <p14:creationId xmlns:p14="http://schemas.microsoft.com/office/powerpoint/2010/main" val="692582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05E8B-D23E-B233-BECD-606636BCB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89DDBF-66CC-C2C4-11AA-4E06565C5E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Mercy and grace are mine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Forgiven is my sin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my only hope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Saviour of the world</a:t>
            </a:r>
          </a:p>
          <a:p>
            <a:r>
              <a:rPr lang="en-GB" sz="3600" dirty="0">
                <a:solidFill>
                  <a:schemeClr val="bg1"/>
                </a:solidFill>
              </a:rPr>
              <a:t>Great is the Lord we cry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God let Your kingdom come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Word has let me see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Thank You for saving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69434F-9980-44F0-6D47-CB737FB95253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3/4</a:t>
            </a:r>
          </a:p>
        </p:txBody>
      </p:sp>
    </p:spTree>
    <p:extLst>
      <p:ext uri="{BB962C8B-B14F-4D97-AF65-F5344CB8AC3E}">
        <p14:creationId xmlns:p14="http://schemas.microsoft.com/office/powerpoint/2010/main" val="3357591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FD5BF-1312-99C2-894B-752694FE0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968E6C-8ABD-CBB8-287C-BA88EE331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Great is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Great is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we know Your truth has set us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You've set Your hope in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A251E8-CAC2-0612-E91B-0DB4EBA656C4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676534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7369</TotalTime>
  <Words>172</Words>
  <Application>Microsoft Office PowerPoint</Application>
  <PresentationFormat>On-screen Show (4:3)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385</cp:revision>
  <dcterms:created xsi:type="dcterms:W3CDTF">2019-09-23T12:06:27Z</dcterms:created>
  <dcterms:modified xsi:type="dcterms:W3CDTF">2026-02-16T11:10:14Z</dcterms:modified>
</cp:coreProperties>
</file>