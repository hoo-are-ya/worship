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0" r:id="rId4"/>
    <p:sldId id="526" r:id="rId5"/>
    <p:sldId id="527" r:id="rId6"/>
    <p:sldId id="521" r:id="rId7"/>
    <p:sldId id="528" r:id="rId8"/>
    <p:sldId id="522" r:id="rId9"/>
    <p:sldId id="52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The Blessing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7147007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Chris Brown | Cody Carnes | Kari Jobe | Steven Furtick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2020 Capitol CMG Paragon; Kari Jobe Carnes Music; Worship Together Music; Writer's Roof Publishing; Music by Elevation Worship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Lord bless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keep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Make His face shine upon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be gracious to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Lord turn His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Face toward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give you peace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93FC-6957-4A15-AD5D-8A95D0A7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20911-7A58-D696-4EDA-D15729196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 Lord bless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keep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Make His face shine upon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be gracious to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Lord turn His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Face toward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give you peace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A7961-0CA3-7D58-44FA-13A31F93119F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3935039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D4A1-36D3-19A8-D175-F056C34F3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9B7871-7072-921A-0D99-720BCB1BA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F94044-9419-4405-B1DC-99C068AF3DC8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359812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May His </a:t>
            </a:r>
            <a:r>
              <a:rPr lang="en-GB" sz="3600" dirty="0" err="1">
                <a:solidFill>
                  <a:schemeClr val="bg1"/>
                </a:solidFill>
              </a:rPr>
              <a:t>favor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Be upon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a thousand generations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your family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your children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their children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their children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1825-7773-EF8F-A093-CC5A48EB3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D25434-5A53-5FDD-B008-269B61666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May His presence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 before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behind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beside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around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within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with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with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E93D0-CC68-BEB7-9155-3E0C67A7834A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2620487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morning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the evening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your coming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your going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your weeping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rejoicing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for you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is for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3A33-77D5-9984-5A0F-3F131B27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94BF37-871C-88D6-F015-8CCBBB221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Amen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47749-723D-6D1C-A8AC-7996C862CC26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184928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217</Words>
  <Application>Microsoft Office PowerPoint</Application>
  <PresentationFormat>On-screen Show (4:3)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77</cp:revision>
  <dcterms:created xsi:type="dcterms:W3CDTF">2019-09-23T12:06:27Z</dcterms:created>
  <dcterms:modified xsi:type="dcterms:W3CDTF">2026-03-05T12:14:55Z</dcterms:modified>
</cp:coreProperties>
</file>