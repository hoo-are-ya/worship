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1085" r:id="rId2"/>
    <p:sldId id="1086" r:id="rId3"/>
    <p:sldId id="1087" r:id="rId4"/>
    <p:sldId id="1088" r:id="rId5"/>
    <p:sldId id="1091" r:id="rId6"/>
    <p:sldId id="1089" r:id="rId7"/>
    <p:sldId id="1090" r:id="rId8"/>
    <p:sldId id="1092" r:id="rId9"/>
    <p:sldId id="109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1" autoAdjust="0"/>
    <p:restoredTop sz="82272" autoAdjust="0"/>
  </p:normalViewPr>
  <p:slideViewPr>
    <p:cSldViewPr>
      <p:cViewPr varScale="1">
        <p:scale>
          <a:sx n="91" d="100"/>
          <a:sy n="91" d="100"/>
        </p:scale>
        <p:origin x="1500" y="-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5400" dirty="0">
                <a:solidFill>
                  <a:srgbClr val="00A3E0"/>
                </a:solidFill>
                <a:latin typeface="akagi_probook"/>
              </a:rPr>
              <a:t>Who Else</a:t>
            </a: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7223119</a:t>
            </a:r>
          </a:p>
          <a:p>
            <a:r>
              <a:rPr lang="en-GB" sz="1200" dirty="0">
                <a:solidFill>
                  <a:schemeClr val="bg1"/>
                </a:solidFill>
              </a:rPr>
              <a:t>Abbie Gamboa | Josiah Funderburk | Zac Rowe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2023 Gateway Music Global Publishing; Gamboa World, LLC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164743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am an instrument of exaltation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was born to lift Your name above all names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hear the melody of all creation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there's a song of praise that only I can bring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32952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51170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the infinite God of the ages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Yet You chose to make my heart Your dwelling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healed my brokenness showed me Your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I have songs of thanks not even angels 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2790068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C0959-8BA8-CC43-70F2-0CE218762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BB7583-DD6F-F907-F2E9-CCBE9E348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304694-B085-E36B-0A45-6DA8D52D7EF1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2531847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Lamb of God anointed 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was and is and is to come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Seated on the throne above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2899306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F8C9E-1E16-2D97-4B35-0BBC09BD3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BAD27E-7BAD-B761-C6A8-1B36421D60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Righteous One who shed His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proved to us the Father's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Christ be lifted up</a:t>
            </a:r>
          </a:p>
          <a:p>
            <a:r>
              <a:rPr lang="en-GB" sz="3600" dirty="0">
                <a:solidFill>
                  <a:schemeClr val="bg1"/>
                </a:solidFill>
              </a:rPr>
              <a:t>(Holy holy)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536764-58F0-83A5-A4C3-F61AC23C64B7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100557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610D0-2CA6-8A39-5C22-0B86272A0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D3404E-69E1-D8CA-6A02-E734C921A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B77A19-7960-2EA3-49E5-2F7EDDE14C0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1131009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916FA-1FA1-CE87-1BF6-A49CC2FE5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832738-27A6-8CF3-117C-3A1AD06FB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(REPEAT)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8670A-E796-2573-5212-32D0A00044B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3408336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7393</TotalTime>
  <Words>296</Words>
  <Application>Microsoft Office PowerPoint</Application>
  <PresentationFormat>On-screen Show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390</cp:revision>
  <dcterms:created xsi:type="dcterms:W3CDTF">2019-09-23T12:06:27Z</dcterms:created>
  <dcterms:modified xsi:type="dcterms:W3CDTF">2026-08-17T09:41:11Z</dcterms:modified>
</cp:coreProperties>
</file>