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1492" r:id="rId2"/>
    <p:sldId id="1493" r:id="rId3"/>
    <p:sldId id="1496" r:id="rId4"/>
    <p:sldId id="1494" r:id="rId5"/>
    <p:sldId id="1495" r:id="rId6"/>
    <p:sldId id="1497" r:id="rId7"/>
    <p:sldId id="1498" r:id="rId8"/>
    <p:sldId id="149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Never Once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5997055</a:t>
            </a:r>
          </a:p>
          <a:p>
            <a:r>
              <a:rPr lang="en-GB" sz="1200" dirty="0">
                <a:solidFill>
                  <a:schemeClr val="bg1"/>
                </a:solidFill>
              </a:rPr>
              <a:t>Jason Ingram | Matt Redman | Tim </a:t>
            </a:r>
            <a:r>
              <a:rPr lang="en-GB" sz="1200" dirty="0" err="1">
                <a:solidFill>
                  <a:schemeClr val="bg1"/>
                </a:solidFill>
              </a:rPr>
              <a:t>Wanstall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2011 Chrysalis Music Ltd.; Spirit Nashville Three; So Essential Tunes; Spirit Nashville Three; Thankyou Music Ltd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74377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Standing on this mountaintop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Looking just how far we've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Knowing that for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step You were with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328165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76D7-371A-4EB5-412B-61D0D217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2FD82B-E55F-55A4-77FE-466169404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Kneeling on this battleground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Seeing just how much You've done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Knowing </a:t>
            </a:r>
            <a:r>
              <a:rPr lang="en-GB" sz="3600" dirty="0" err="1">
                <a:solidFill>
                  <a:schemeClr val="bg1"/>
                </a:solidFill>
              </a:rPr>
              <a:t>ev'ry</a:t>
            </a:r>
            <a:r>
              <a:rPr lang="en-GB" sz="3600" dirty="0">
                <a:solidFill>
                  <a:schemeClr val="bg1"/>
                </a:solidFill>
              </a:rPr>
              <a:t> victory was Your </a:t>
            </a:r>
            <a:r>
              <a:rPr lang="en-GB" sz="3600" dirty="0" err="1">
                <a:solidFill>
                  <a:schemeClr val="bg1"/>
                </a:solidFill>
              </a:rPr>
              <a:t>pow'r</a:t>
            </a:r>
            <a:r>
              <a:rPr lang="en-GB" sz="3600" dirty="0">
                <a:solidFill>
                  <a:schemeClr val="bg1"/>
                </a:solidFill>
              </a:rPr>
              <a:t> in 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7189C-71E5-2F7D-459A-71EE182BBC7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2673392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68A6-FCF8-9407-99CE-A6F7B623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76D78E-1E0E-481E-0E41-158A748F8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Scars and struggles on the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with joy our hearts can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Yes our hearts can say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A8FDC-C9D5-0635-FD78-B0B35BB3199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84957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5293-206E-4331-140B-5087A0C12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179B6C-66E2-72A0-786A-29CA7FEC1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Never once did we ever walk alone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Never once did You leave us on our 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faithful God You are faithful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(You are faithful God You are faithful)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091E0-44D3-C018-40E3-D30F5038C3E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140745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7F5D-A47C-E34D-24EB-745ED676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6FAD5C-E726-30D3-6A06-DDEF1CE0C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Scars and struggles on the way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with joy our hearts can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Never once did we ever walk alone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Carried by Your constant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Held within Your perfect peace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Never once no we never walk alone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C21DD-0FAD-E8D4-0B51-FC9DC66C54B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36740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3E8D-142D-0AD1-27B7-845C7A45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7DE566-69AF-662F-A554-ADC0900F1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Never once did we ever walk alone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Never once did You leave us on our 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faithful God You are faithful</a:t>
            </a:r>
          </a:p>
          <a:p>
            <a:r>
              <a:rPr lang="en-GB" sz="3600" dirty="0" err="1">
                <a:solidFill>
                  <a:schemeClr val="bg1"/>
                </a:solidFill>
              </a:rPr>
              <a:t>Ev’ry</a:t>
            </a:r>
            <a:r>
              <a:rPr lang="en-GB" sz="3600" dirty="0">
                <a:solidFill>
                  <a:schemeClr val="bg1"/>
                </a:solidFill>
              </a:rPr>
              <a:t> step we are breathing in Your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Evermore we'll be breathing out Your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faithful God You are faithful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5545F-AC73-60A8-396B-C22671B6F0B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506950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19BC4-3C4F-AE8C-28A6-2EB46A3C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1C6A7C-8ECB-17D2-9BFB-DA01349A7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God You are faithful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REPEAT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19EEF-5AEA-3A27-85A7-6B28A0FCA9D6}"/>
              </a:ext>
            </a:extLst>
          </p:cNvPr>
          <p:cNvSpPr txBox="1"/>
          <p:nvPr/>
        </p:nvSpPr>
        <p:spPr>
          <a:xfrm>
            <a:off x="8460432" y="-11057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245748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7375</TotalTime>
  <Words>245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386</cp:revision>
  <dcterms:created xsi:type="dcterms:W3CDTF">2019-09-23T12:06:27Z</dcterms:created>
  <dcterms:modified xsi:type="dcterms:W3CDTF">2026-02-06T09:50:20Z</dcterms:modified>
</cp:coreProperties>
</file>