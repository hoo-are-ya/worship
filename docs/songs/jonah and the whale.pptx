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1" r:id="rId4"/>
    <p:sldId id="522" r:id="rId5"/>
    <p:sldId id="52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Jonah And The Whale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238008</a:t>
            </a:r>
          </a:p>
          <a:p>
            <a:r>
              <a:rPr lang="en-GB" sz="1200" dirty="0">
                <a:solidFill>
                  <a:schemeClr val="bg1"/>
                </a:solidFill>
              </a:rPr>
              <a:t>Hugh Mitchell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1957 New Spring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listen to my tale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Jonah and the whale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 ocean 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 err="1">
                <a:solidFill>
                  <a:schemeClr val="bg1"/>
                </a:solidFill>
              </a:rPr>
              <a:t>OCEAN</a:t>
            </a:r>
            <a:r>
              <a:rPr lang="en-GB" sz="3600" dirty="0">
                <a:solidFill>
                  <a:schemeClr val="bg1"/>
                </a:solidFill>
              </a:rPr>
              <a:t>!!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E49BA-0145-389B-E808-018F3E05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FA6205-C20B-127D-7EE5-DF0102687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did he get there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ever did he wear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 ocean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OCEAN!!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51224-0D48-FEFF-1A99-AFD66507B61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410035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1071-17D0-3AAF-1030-E758FD30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507F67-4071-3EBB-BBF9-32BFBE62E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 preaching he should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Ninevah, you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</a:t>
            </a:r>
            <a:r>
              <a:rPr lang="en-GB" sz="3600" dirty="0" err="1">
                <a:solidFill>
                  <a:schemeClr val="bg1"/>
                </a:solidFill>
              </a:rPr>
              <a:t>disobey's</a:t>
            </a:r>
            <a:r>
              <a:rPr lang="en-GB" sz="3600" dirty="0">
                <a:solidFill>
                  <a:schemeClr val="bg1"/>
                </a:solidFill>
              </a:rPr>
              <a:t>, a very foolish notion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NOTION!!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ECF3A-650E-0FB0-579A-B5C8D27F0B0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98857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81FD-5BBC-1881-47FE-9CD11EA6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72EBB5-F091-3110-0CD7-F6C69702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But God forgave his sin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Salvation entered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OCEAN!!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6A5B5-CCE5-A643-50B9-61127EB84B7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83547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140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78</cp:revision>
  <dcterms:created xsi:type="dcterms:W3CDTF">2019-09-23T12:06:27Z</dcterms:created>
  <dcterms:modified xsi:type="dcterms:W3CDTF">2026-08-01T18:08:35Z</dcterms:modified>
</cp:coreProperties>
</file>