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23" r:id="rId2"/>
    <p:sldId id="424" r:id="rId3"/>
    <p:sldId id="427" r:id="rId4"/>
    <p:sldId id="425" r:id="rId5"/>
    <p:sldId id="426" r:id="rId6"/>
    <p:sldId id="428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cli.com/" TargetMode="External"/><Relationship Id="rId2" Type="http://schemas.openxmlformats.org/officeDocument/2006/relationships/hyperlink" Target="https://songselect.ccli.com/about/termsofus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9600" dirty="0"/>
          </a:p>
          <a:p>
            <a:r>
              <a:rPr lang="en-GB" sz="9600" dirty="0">
                <a:solidFill>
                  <a:schemeClr val="bg1"/>
                </a:solidFill>
              </a:rPr>
              <a:t>Our God</a:t>
            </a:r>
          </a:p>
          <a:p>
            <a:r>
              <a:rPr lang="en-GB" sz="1200" dirty="0"/>
              <a:t> CCLI Song # 5677416</a:t>
            </a:r>
          </a:p>
          <a:p>
            <a:r>
              <a:rPr lang="en-GB" sz="1200" dirty="0"/>
              <a:t>Chris Tomlin | Jesse Reeves | Jonas </a:t>
            </a:r>
            <a:r>
              <a:rPr lang="en-GB" sz="1200" dirty="0" err="1"/>
              <a:t>Myrin</a:t>
            </a:r>
            <a:r>
              <a:rPr lang="en-GB" sz="1200" dirty="0"/>
              <a:t> | Matt Redman</a:t>
            </a:r>
          </a:p>
          <a:p>
            <a:r>
              <a:rPr lang="en-GB" sz="1200" dirty="0"/>
              <a:t>© 2010 </a:t>
            </a:r>
            <a:r>
              <a:rPr lang="en-GB" sz="1200" dirty="0" err="1"/>
              <a:t>sixsteps</a:t>
            </a:r>
            <a:r>
              <a:rPr lang="en-GB" sz="1200" dirty="0"/>
              <a:t> Music (Admin. by Integrity Music)</a:t>
            </a:r>
          </a:p>
          <a:p>
            <a:r>
              <a:rPr lang="en-GB" sz="1200" dirty="0" err="1"/>
              <a:t>Thankyou</a:t>
            </a:r>
            <a:r>
              <a:rPr lang="en-GB" sz="1200" dirty="0"/>
              <a:t> Music (Admin. by Integrity Music)</a:t>
            </a:r>
          </a:p>
          <a:p>
            <a:r>
              <a:rPr lang="en-GB" sz="1200" dirty="0" err="1"/>
              <a:t>Vamos</a:t>
            </a:r>
            <a:r>
              <a:rPr lang="en-GB" sz="1200" dirty="0"/>
              <a:t> Publishing (Admin. by Integrity Music)</a:t>
            </a:r>
          </a:p>
          <a:p>
            <a:r>
              <a:rPr lang="en-GB" sz="1200" dirty="0"/>
              <a:t>worshiptogether.com songs (Admin. by Integrity Music)</a:t>
            </a:r>
          </a:p>
          <a:p>
            <a:r>
              <a:rPr lang="en-GB" sz="1200" dirty="0"/>
              <a:t>Atlas Mountain Songs (Admin. by SHOUT! Music Publishing UK)</a:t>
            </a:r>
          </a:p>
          <a:p>
            <a:r>
              <a:rPr lang="en-GB" sz="1200" i="1" dirty="0"/>
              <a:t>For use solely with the </a:t>
            </a:r>
            <a:r>
              <a:rPr lang="en-GB" sz="1200" i="1" dirty="0" err="1"/>
              <a:t>SongSelect</a:t>
            </a:r>
            <a:r>
              <a:rPr lang="en-GB" sz="1200" i="1" dirty="0"/>
              <a:t>® </a:t>
            </a:r>
            <a:r>
              <a:rPr lang="en-GB" sz="1200" i="1" dirty="0">
                <a:hlinkClick r:id="rId2"/>
              </a:rPr>
              <a:t>Terms of Use</a:t>
            </a:r>
            <a:r>
              <a:rPr lang="en-GB" sz="1200" i="1" dirty="0"/>
              <a:t>. All rights reserved. </a:t>
            </a:r>
            <a:r>
              <a:rPr lang="en-GB" sz="1200" i="1" dirty="0">
                <a:hlinkClick r:id="rId3"/>
              </a:rPr>
              <a:t>www.ccli.com</a:t>
            </a:r>
            <a:endParaRPr lang="en-GB" sz="1200" i="1" dirty="0"/>
          </a:p>
          <a:p>
            <a:r>
              <a:rPr lang="en-GB" sz="1200" dirty="0"/>
              <a:t>CCLI Licence No. 33265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Water You turned into wine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Opened the eyes of the blind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There's no one like you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None like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ECEB7-3FA4-BAEA-E206-6BE845994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062E43-AE69-5729-038E-98396B1FB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Into the darkness You shine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Out of the ashes we rise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There's No one like you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None like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361D11-DF93-2D0F-4EC2-AD869D2BF014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3174689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Our God is greater,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Our God is stronger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God You are higher than any other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Our God is Healer,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Awesome in power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Our God, Our God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50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if Our God is for us,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Then who could ever stop us?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And if our God is with us,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Then what can stand against?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67701-FC53-A8E5-4C67-5CA7C085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3B9B97-5D10-3C5D-290B-3330B7997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Our God is greater,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Our God is stronger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God You are higher than any other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Our God is Healer, </a:t>
            </a:r>
          </a:p>
          <a:p>
            <a:r>
              <a:rPr lang="en-GB" sz="3600" dirty="0">
                <a:solidFill>
                  <a:schemeClr val="bg1"/>
                </a:solidFill>
              </a:rPr>
              <a:t>Awesome in power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Our God, Our God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322400-8496-2FE0-7C90-28219B532705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2256055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</TotalTime>
  <Words>243</Words>
  <Application>Microsoft Office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77</cp:revision>
  <dcterms:created xsi:type="dcterms:W3CDTF">2019-09-23T12:06:27Z</dcterms:created>
  <dcterms:modified xsi:type="dcterms:W3CDTF">2026-10-26T11:24:57Z</dcterms:modified>
</cp:coreProperties>
</file>