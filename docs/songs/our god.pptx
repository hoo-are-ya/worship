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423" r:id="rId2"/>
    <p:sldId id="424" r:id="rId3"/>
    <p:sldId id="427" r:id="rId4"/>
    <p:sldId id="425" r:id="rId5"/>
    <p:sldId id="426" r:id="rId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4" d="100"/>
          <a:sy n="104" d="100"/>
        </p:scale>
        <p:origin x="1038" y="-3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16/02/2026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16/02/2026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16/02/2026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16/02/2026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16/02/2026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16/02/2026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16/02/2026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16/02/2026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16/02/2026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16/02/2026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16/02/2026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EA1CF3-4A15-4CBF-9A5A-6A56C368BE71}" type="datetimeFigureOut">
              <a:rPr lang="en-GB" smtClean="0"/>
              <a:pPr/>
              <a:t>16/02/2026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ccli.com/" TargetMode="External"/><Relationship Id="rId2" Type="http://schemas.openxmlformats.org/officeDocument/2006/relationships/hyperlink" Target="https://songselect.ccli.com/about/termsofuse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9600" dirty="0"/>
          </a:p>
          <a:p>
            <a:r>
              <a:rPr lang="en-GB" sz="9600" dirty="0">
                <a:solidFill>
                  <a:schemeClr val="bg1"/>
                </a:solidFill>
              </a:rPr>
              <a:t>Our God</a:t>
            </a:r>
          </a:p>
          <a:p>
            <a:r>
              <a:rPr lang="en-GB" sz="1200" dirty="0"/>
              <a:t> CCLI Song # 5677416</a:t>
            </a:r>
          </a:p>
          <a:p>
            <a:r>
              <a:rPr lang="en-GB" sz="1200" dirty="0"/>
              <a:t>Chris Tomlin | Jesse Reeves | Jonas </a:t>
            </a:r>
            <a:r>
              <a:rPr lang="en-GB" sz="1200" dirty="0" err="1"/>
              <a:t>Myrin</a:t>
            </a:r>
            <a:r>
              <a:rPr lang="en-GB" sz="1200" dirty="0"/>
              <a:t> | Matt Redman</a:t>
            </a:r>
          </a:p>
          <a:p>
            <a:r>
              <a:rPr lang="en-GB" sz="1200" dirty="0"/>
              <a:t>© 2010 </a:t>
            </a:r>
            <a:r>
              <a:rPr lang="en-GB" sz="1200" dirty="0" err="1"/>
              <a:t>sixsteps</a:t>
            </a:r>
            <a:r>
              <a:rPr lang="en-GB" sz="1200" dirty="0"/>
              <a:t> Music (Admin. by Integrity Music)</a:t>
            </a:r>
          </a:p>
          <a:p>
            <a:r>
              <a:rPr lang="en-GB" sz="1200" dirty="0" err="1"/>
              <a:t>Thankyou</a:t>
            </a:r>
            <a:r>
              <a:rPr lang="en-GB" sz="1200" dirty="0"/>
              <a:t> Music (Admin. by Integrity Music)</a:t>
            </a:r>
          </a:p>
          <a:p>
            <a:r>
              <a:rPr lang="en-GB" sz="1200" dirty="0" err="1"/>
              <a:t>Vamos</a:t>
            </a:r>
            <a:r>
              <a:rPr lang="en-GB" sz="1200" dirty="0"/>
              <a:t> Publishing (Admin. by Integrity Music)</a:t>
            </a:r>
          </a:p>
          <a:p>
            <a:r>
              <a:rPr lang="en-GB" sz="1200" dirty="0"/>
              <a:t>worshiptogether.com songs (Admin. by Integrity Music)</a:t>
            </a:r>
          </a:p>
          <a:p>
            <a:r>
              <a:rPr lang="en-GB" sz="1200" dirty="0"/>
              <a:t>Atlas Mountain Songs (Admin. by SHOUT! Music Publishing UK)</a:t>
            </a:r>
          </a:p>
          <a:p>
            <a:r>
              <a:rPr lang="en-GB" sz="1200" i="1" dirty="0"/>
              <a:t>For use solely with the </a:t>
            </a:r>
            <a:r>
              <a:rPr lang="en-GB" sz="1200" i="1" dirty="0" err="1"/>
              <a:t>SongSelect</a:t>
            </a:r>
            <a:r>
              <a:rPr lang="en-GB" sz="1200" i="1" dirty="0"/>
              <a:t>® </a:t>
            </a:r>
            <a:r>
              <a:rPr lang="en-GB" sz="1200" i="1" dirty="0">
                <a:hlinkClick r:id="rId2"/>
              </a:rPr>
              <a:t>Terms of Use</a:t>
            </a:r>
            <a:r>
              <a:rPr lang="en-GB" sz="1200" i="1" dirty="0"/>
              <a:t>. All rights reserved. </a:t>
            </a:r>
            <a:r>
              <a:rPr lang="en-GB" sz="1200" i="1" dirty="0">
                <a:hlinkClick r:id="rId3"/>
              </a:rPr>
              <a:t>www.ccli.com</a:t>
            </a:r>
            <a:endParaRPr lang="en-GB" sz="1200" i="1" dirty="0"/>
          </a:p>
          <a:p>
            <a:r>
              <a:rPr lang="en-GB" sz="1200" dirty="0"/>
              <a:t>CCLI Licence No. 33265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11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Water You turned into wine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Opened the eyes of the blind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There's no one like you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None like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ECEB7-3FA4-BAEA-E206-6BE845994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0062E43-AE69-5729-038E-98396B1FB3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Into the darkness You shine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Out of the ashes we rise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There's No one like you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None like you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361D11-DF93-2D0F-4EC2-AD869D2BF014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2/4</a:t>
            </a:r>
          </a:p>
        </p:txBody>
      </p:sp>
    </p:spTree>
    <p:extLst>
      <p:ext uri="{BB962C8B-B14F-4D97-AF65-F5344CB8AC3E}">
        <p14:creationId xmlns:p14="http://schemas.microsoft.com/office/powerpoint/2010/main" val="31746897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11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Our God is greater, </a:t>
            </a:r>
          </a:p>
          <a:p>
            <a:r>
              <a:rPr lang="en-GB" sz="3600" dirty="0">
                <a:solidFill>
                  <a:schemeClr val="bg1"/>
                </a:solidFill>
              </a:rPr>
              <a:t>Our God is stronger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God You are higher than any other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Our God is Healer, </a:t>
            </a:r>
          </a:p>
          <a:p>
            <a:r>
              <a:rPr lang="en-GB" sz="3600" dirty="0">
                <a:solidFill>
                  <a:schemeClr val="bg1"/>
                </a:solidFill>
              </a:rPr>
              <a:t>Awesome in power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Our God, Our God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7504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And if Our God is for us, 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Then who could ever stop us?</a:t>
            </a:r>
            <a:br>
              <a:rPr lang="en-GB" sz="3600" dirty="0">
                <a:solidFill>
                  <a:schemeClr val="bg1"/>
                </a:solidFill>
              </a:rPr>
            </a:b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And if our God is with us, 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Then what can stand against?</a:t>
            </a:r>
          </a:p>
          <a:p>
            <a:r>
              <a:rPr lang="en-GB" sz="3600" dirty="0">
                <a:solidFill>
                  <a:schemeClr val="bg1"/>
                </a:solidFill>
              </a:rPr>
              <a:t>(REPEAT)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750</TotalTime>
  <Words>210</Words>
  <Application>Microsoft Office PowerPoint</Application>
  <PresentationFormat>On-screen Show (4:3)</PresentationFormat>
  <Paragraphs>24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Administrator</dc:creator>
  <cp:lastModifiedBy>Dele Olajide</cp:lastModifiedBy>
  <cp:revision>76</cp:revision>
  <dcterms:created xsi:type="dcterms:W3CDTF">2019-09-23T12:06:27Z</dcterms:created>
  <dcterms:modified xsi:type="dcterms:W3CDTF">2026-02-16T10:51:37Z</dcterms:modified>
</cp:coreProperties>
</file>