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999" r:id="rId2"/>
    <p:sldId id="1000" r:id="rId3"/>
    <p:sldId id="1001" r:id="rId4"/>
    <p:sldId id="1002" r:id="rId5"/>
    <p:sldId id="1489" r:id="rId6"/>
    <p:sldId id="1488" r:id="rId7"/>
    <p:sldId id="149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488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I Stand Amazed (How Marvelous)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4674207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Charles Hutchinson Gabriel | Chris Tomlin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Rising Springs Music; Vamos Publishing; worshiptogether.com songs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195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>
                <a:solidFill>
                  <a:schemeClr val="bg1"/>
                </a:solidFill>
              </a:rPr>
              <a:t>I stand amazed in the presence</a:t>
            </a:r>
          </a:p>
          <a:p>
            <a:r>
              <a:rPr lang="en-GB" sz="3600">
                <a:solidFill>
                  <a:schemeClr val="bg1"/>
                </a:solidFill>
              </a:rPr>
              <a:t>Of Jesus the Nazarene</a:t>
            </a:r>
          </a:p>
          <a:p>
            <a:r>
              <a:rPr lang="en-GB" sz="3600">
                <a:solidFill>
                  <a:schemeClr val="bg1"/>
                </a:solidFill>
              </a:rPr>
              <a:t>And wonder how He could love me</a:t>
            </a:r>
          </a:p>
          <a:p>
            <a:r>
              <a:rPr lang="en-GB" sz="3600">
                <a:solidFill>
                  <a:schemeClr val="bg1"/>
                </a:solidFill>
              </a:rPr>
              <a:t>A sinner condemned unclean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415703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How </a:t>
            </a:r>
            <a:r>
              <a:rPr lang="en-GB" sz="3600" dirty="0" err="1">
                <a:solidFill>
                  <a:schemeClr val="bg1"/>
                </a:solidFill>
              </a:rPr>
              <a:t>marvelous</a:t>
            </a:r>
            <a:r>
              <a:rPr lang="en-GB" sz="3600" dirty="0">
                <a:solidFill>
                  <a:schemeClr val="bg1"/>
                </a:solidFill>
              </a:rPr>
              <a:t> how wonderful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my song shall ever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</a:t>
            </a:r>
            <a:r>
              <a:rPr lang="en-GB" sz="3600" dirty="0" err="1">
                <a:solidFill>
                  <a:schemeClr val="bg1"/>
                </a:solidFill>
              </a:rPr>
              <a:t>marvelous</a:t>
            </a:r>
            <a:r>
              <a:rPr lang="en-GB" sz="3600" dirty="0">
                <a:solidFill>
                  <a:schemeClr val="bg1"/>
                </a:solidFill>
              </a:rPr>
              <a:t> how wonderful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my Savior's love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138795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 took my sins and my sorrows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made them His very 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(And) He bore the burden to Calvary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suffered and died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2557020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64300-8FB1-2517-17BD-6660C46B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8C92ED-60B5-E225-3AD5-344507A0F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How </a:t>
            </a:r>
            <a:r>
              <a:rPr lang="en-GB" sz="3600" dirty="0" err="1">
                <a:solidFill>
                  <a:schemeClr val="bg1"/>
                </a:solidFill>
              </a:rPr>
              <a:t>marvelous</a:t>
            </a:r>
            <a:r>
              <a:rPr lang="en-GB" sz="3600" dirty="0">
                <a:solidFill>
                  <a:schemeClr val="bg1"/>
                </a:solidFill>
              </a:rPr>
              <a:t> how wonderful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my song shall ever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</a:t>
            </a:r>
            <a:r>
              <a:rPr lang="en-GB" sz="3600" dirty="0" err="1">
                <a:solidFill>
                  <a:schemeClr val="bg1"/>
                </a:solidFill>
              </a:rPr>
              <a:t>marvelous</a:t>
            </a:r>
            <a:r>
              <a:rPr lang="en-GB" sz="3600" dirty="0">
                <a:solidFill>
                  <a:schemeClr val="bg1"/>
                </a:solidFill>
              </a:rPr>
              <a:t> how wonderful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my Savior's love 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F4B9B-4533-15C2-B794-87818C2D581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34830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44353-2AE4-C165-20FD-082CA0F8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937B0-7835-AC7D-276A-A9C0C4141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with the ransomed in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face I at last shall see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will be my joy through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sing of His love 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6B84A-616D-03B2-81D6-808E7090CD4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17149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1B5D-0421-45D5-A2FE-69E7A249B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D01A23-B085-48FE-CF49-AFD4491E5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How </a:t>
            </a:r>
            <a:r>
              <a:rPr lang="en-GB" sz="3600" dirty="0" err="1">
                <a:solidFill>
                  <a:schemeClr val="bg1"/>
                </a:solidFill>
              </a:rPr>
              <a:t>marvelous</a:t>
            </a:r>
            <a:r>
              <a:rPr lang="en-GB" sz="3600" dirty="0">
                <a:solidFill>
                  <a:schemeClr val="bg1"/>
                </a:solidFill>
              </a:rPr>
              <a:t> how wonderful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my song shall ever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</a:t>
            </a:r>
            <a:r>
              <a:rPr lang="en-GB" sz="3600" dirty="0" err="1">
                <a:solidFill>
                  <a:schemeClr val="bg1"/>
                </a:solidFill>
              </a:rPr>
              <a:t>marvelous</a:t>
            </a:r>
            <a:r>
              <a:rPr lang="en-GB" sz="3600" dirty="0">
                <a:solidFill>
                  <a:schemeClr val="bg1"/>
                </a:solidFill>
              </a:rPr>
              <a:t> how wonderful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my Savior's love 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E58BF-137C-BC88-7630-1ED358E3D7A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32782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7375</TotalTime>
  <Words>199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387</cp:revision>
  <dcterms:created xsi:type="dcterms:W3CDTF">2019-09-23T12:06:27Z</dcterms:created>
  <dcterms:modified xsi:type="dcterms:W3CDTF">2026-05-10T14:11:43Z</dcterms:modified>
</cp:coreProperties>
</file>