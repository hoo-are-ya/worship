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670" r:id="rId2"/>
    <p:sldId id="671" r:id="rId3"/>
    <p:sldId id="672" r:id="rId4"/>
    <p:sldId id="673" r:id="rId5"/>
    <p:sldId id="674" r:id="rId6"/>
    <p:sldId id="675" r:id="rId7"/>
    <p:sldId id="676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1500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God </a:t>
            </a:r>
            <a:r>
              <a:rPr lang="en-GB" sz="6600" dirty="0">
                <a:solidFill>
                  <a:srgbClr val="00A3E0"/>
                </a:solidFill>
                <a:latin typeface="akagi_probook"/>
              </a:rPr>
              <a:t>of Wonders</a:t>
            </a:r>
            <a:endParaRPr lang="en-GB" sz="6600" b="0" i="0" dirty="0">
              <a:solidFill>
                <a:srgbClr val="00A3E0"/>
              </a:solidFill>
              <a:effectLst/>
              <a:latin typeface="akagi_probook"/>
            </a:endParaRP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3118757</a:t>
            </a:r>
          </a:p>
          <a:p>
            <a:r>
              <a:rPr lang="en-GB" sz="1200" dirty="0">
                <a:solidFill>
                  <a:schemeClr val="bg1"/>
                </a:solidFill>
              </a:rPr>
              <a:t>Marc Byrd | Steve </a:t>
            </a:r>
            <a:r>
              <a:rPr lang="en-GB" sz="1200" dirty="0" err="1">
                <a:solidFill>
                  <a:schemeClr val="bg1"/>
                </a:solidFill>
              </a:rPr>
              <a:t>Hindalong</a:t>
            </a: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2000 Never Say Never Songs; New Spring; Meaux Mercy; Storm Boy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478394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Lord of all creation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Of water earth and sky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heavens are Your tabernacle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Glory to the Lord on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2702671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God of wonders beyond our galaxy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The universe declares Your 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Lord of heaven and earth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of heaven and earth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575458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Early in the morning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celebrate the light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 stumble in the darkness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call Your name by 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246011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God of wonders beyond our galaxy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The universe declares Your 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Lord of heaven and earth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of heaven and earth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1428251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Hallelujah (to the Lord of heaven and earth)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Hallelujah (to the Lord of heaven and earth)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Hallelujah (to the Lord of heaven and earth)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holy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817583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God of wonders beyond our galaxy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Precious Lord reveal Your heart to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Father hold me hold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universe declares Your 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1925957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7385</TotalTime>
  <Words>227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386</cp:revision>
  <dcterms:created xsi:type="dcterms:W3CDTF">2019-09-23T12:06:27Z</dcterms:created>
  <dcterms:modified xsi:type="dcterms:W3CDTF">2026-08-17T09:54:48Z</dcterms:modified>
</cp:coreProperties>
</file>