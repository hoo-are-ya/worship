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518" r:id="rId2"/>
    <p:sldId id="1589" r:id="rId3"/>
    <p:sldId id="1590" r:id="rId4"/>
    <p:sldId id="1591" r:id="rId5"/>
    <p:sldId id="1592" r:id="rId6"/>
    <p:sldId id="1594" r:id="rId7"/>
    <p:sldId id="1595" r:id="rId8"/>
    <p:sldId id="1597" r:id="rId9"/>
    <p:sldId id="1596" r:id="rId10"/>
    <p:sldId id="159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242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Your Grace Is Enough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4477026</a:t>
            </a:r>
          </a:p>
          <a:p>
            <a:r>
              <a:rPr lang="en-GB" sz="1200" dirty="0">
                <a:solidFill>
                  <a:schemeClr val="bg1"/>
                </a:solidFill>
              </a:rPr>
              <a:t>Matt Maher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2003 Thankyou Music Ltd; SPIRITANDSONG.COM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C18D-98C9-AEDA-F90F-C4266ADC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AE24CE-6ADE-B2DE-EAAD-DCD1859E9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Great is Your faithfulness O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wrestle with the sinner's restless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lead us by still waters into mercy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nothing can keep us apart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D1BAD-6226-C339-2A9E-473F9BE02B66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1/9</a:t>
            </a:r>
          </a:p>
        </p:txBody>
      </p:sp>
    </p:spTree>
    <p:extLst>
      <p:ext uri="{BB962C8B-B14F-4D97-AF65-F5344CB8AC3E}">
        <p14:creationId xmlns:p14="http://schemas.microsoft.com/office/powerpoint/2010/main" val="151872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0B0FF-BD29-B9BB-8033-086B09EB1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618E5B-DAA0-F55C-A5F0-ACEEB07C4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(So) remember Your people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Remember Your children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Remember Your promise O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F2BBB-EF4C-EB5C-D04D-C2C60A813F16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2/9</a:t>
            </a:r>
          </a:p>
        </p:txBody>
      </p:sp>
    </p:spTree>
    <p:extLst>
      <p:ext uri="{BB962C8B-B14F-4D97-AF65-F5344CB8AC3E}">
        <p14:creationId xmlns:p14="http://schemas.microsoft.com/office/powerpoint/2010/main" val="3522442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5461-715F-2B63-EEA3-03A5778E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40A302-A582-C0CE-48D0-32A4ED41E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Your grace is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grace is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grace is enough for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BE124-AB68-40D6-17E5-5D8D10F4A79E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3/9</a:t>
            </a:r>
          </a:p>
        </p:txBody>
      </p:sp>
    </p:spTree>
    <p:extLst>
      <p:ext uri="{BB962C8B-B14F-4D97-AF65-F5344CB8AC3E}">
        <p14:creationId xmlns:p14="http://schemas.microsoft.com/office/powerpoint/2010/main" val="201117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E1A2-5B52-14CD-1F3A-276171BA6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A2302C-F9A4-BCA4-4929-76815CEBC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Great is Your love and justice God of Jacob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use the weak to lead the strong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lead us in the song of Your salvation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all Your people sing along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F517C-785A-B591-B831-E4A1E8A126C1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4/9</a:t>
            </a:r>
          </a:p>
        </p:txBody>
      </p:sp>
    </p:spTree>
    <p:extLst>
      <p:ext uri="{BB962C8B-B14F-4D97-AF65-F5344CB8AC3E}">
        <p14:creationId xmlns:p14="http://schemas.microsoft.com/office/powerpoint/2010/main" val="154824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07CE4-BE6B-8FA7-507F-2D4C4A65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3AE9A48-62B6-4836-D130-A18ECF591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(So) remember Your people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Remember Your children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Remember Your promise O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7A872-D079-3E41-0880-4A6CD7E8F1E6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5/9</a:t>
            </a:r>
          </a:p>
        </p:txBody>
      </p:sp>
    </p:spTree>
    <p:extLst>
      <p:ext uri="{BB962C8B-B14F-4D97-AF65-F5344CB8AC3E}">
        <p14:creationId xmlns:p14="http://schemas.microsoft.com/office/powerpoint/2010/main" val="1964879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9ED3-92CF-C283-680A-8610BFF9E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98F34F1-4EAF-93F0-BEDD-7EEF239C7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Your grace is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grace is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grace is enough for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99BF6-9A72-6B54-B9CF-4940C48C20E6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6/9</a:t>
            </a:r>
          </a:p>
        </p:txBody>
      </p:sp>
    </p:spTree>
    <p:extLst>
      <p:ext uri="{BB962C8B-B14F-4D97-AF65-F5344CB8AC3E}">
        <p14:creationId xmlns:p14="http://schemas.microsoft.com/office/powerpoint/2010/main" val="3652425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908AC-9181-9948-659D-5F09DA244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7B501E-2EBC-055E-4E95-53D215CA3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(So) remember Your people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Remember Your children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Remember Your promise O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86286-9D32-F8E2-6F97-55862BCED234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7/9</a:t>
            </a:r>
          </a:p>
        </p:txBody>
      </p:sp>
    </p:spTree>
    <p:extLst>
      <p:ext uri="{BB962C8B-B14F-4D97-AF65-F5344CB8AC3E}">
        <p14:creationId xmlns:p14="http://schemas.microsoft.com/office/powerpoint/2010/main" val="269344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BAC5E-3BA2-48B3-078E-562B3ED6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19CF0C-0E4A-5C4A-D447-F7BC3991A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Your grace is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grace is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grace is enough for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FCB025-6249-33E0-7928-5DDF70C2F07B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3063681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C2F14-AD4B-2AA1-8130-1EB2081D0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9EBE25-87C8-07D7-91B4-74A8C3EF5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Your grace is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Heaven reaches out to 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grace is enough for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God I sing Your grace is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I'm covered in Your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grace is enough for me for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54C33-441D-E0FD-BD37-F3DB7EF2B63D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9/9</a:t>
            </a:r>
          </a:p>
        </p:txBody>
      </p:sp>
    </p:spTree>
    <p:extLst>
      <p:ext uri="{BB962C8B-B14F-4D97-AF65-F5344CB8AC3E}">
        <p14:creationId xmlns:p14="http://schemas.microsoft.com/office/powerpoint/2010/main" val="3169035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7381</TotalTime>
  <Words>234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388</cp:revision>
  <dcterms:created xsi:type="dcterms:W3CDTF">2019-09-23T12:06:27Z</dcterms:created>
  <dcterms:modified xsi:type="dcterms:W3CDTF">2026-07-19T15:05:23Z</dcterms:modified>
</cp:coreProperties>
</file>