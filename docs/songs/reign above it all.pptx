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610" r:id="rId2"/>
    <p:sldId id="1025" r:id="rId3"/>
    <p:sldId id="1026" r:id="rId4"/>
    <p:sldId id="1027" r:id="rId5"/>
    <p:sldId id="1028" r:id="rId6"/>
    <p:sldId id="1029" r:id="rId7"/>
    <p:sldId id="1030" r:id="rId8"/>
    <p:sldId id="1031" r:id="rId9"/>
    <p:sldId id="103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488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Reign Above It All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7134098</a:t>
            </a:r>
          </a:p>
          <a:p>
            <a:r>
              <a:rPr lang="en-GB" sz="1200" dirty="0">
                <a:solidFill>
                  <a:schemeClr val="bg1"/>
                </a:solidFill>
              </a:rPr>
              <a:t>Ethan Hulse | Hannah McClure | Jess Cates | Paul McClure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2019 We Are TIM Music; Zoom Out Songs; Be Essential Songs; EGH Music Publishing; Bethel Music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6199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The reign of darkness now has ended</a:t>
            </a:r>
          </a:p>
          <a:p>
            <a:r>
              <a:rPr lang="en-GB" sz="4000" dirty="0">
                <a:solidFill>
                  <a:schemeClr val="bg1"/>
                </a:solidFill>
              </a:rPr>
              <a:t>In the kingdom of light</a:t>
            </a:r>
          </a:p>
          <a:p>
            <a:r>
              <a:rPr lang="en-GB" sz="4000" dirty="0">
                <a:solidFill>
                  <a:schemeClr val="bg1"/>
                </a:solidFill>
              </a:rPr>
              <a:t>In the kingdom of light</a:t>
            </a:r>
          </a:p>
          <a:p>
            <a:r>
              <a:rPr lang="en-GB" sz="4000" dirty="0">
                <a:solidFill>
                  <a:schemeClr val="bg1"/>
                </a:solidFill>
              </a:rPr>
              <a:t>Forever under Your dominion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You’re the King of my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You’re the King of my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409294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BC00-00BE-0A41-788A-E0D25A0E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8BB31D-1192-43B5-D9A8-584145FE8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Over the universe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over every heart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4BC5D-F85D-A0C9-462E-D4E90713796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4177995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8BE19-D97C-81D2-66BC-465B0AC4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A3A7F1-6966-6DE5-3586-7F02D2978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On the cross the work was finished</a:t>
            </a:r>
          </a:p>
          <a:p>
            <a:r>
              <a:rPr lang="en-GB" sz="4000" dirty="0">
                <a:solidFill>
                  <a:schemeClr val="bg1"/>
                </a:solidFill>
              </a:rPr>
              <a:t>God You poured out Your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Just to give us new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Now from the lips of the forgiven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Hear an anthem arise</a:t>
            </a:r>
          </a:p>
          <a:p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Jesus You’re alive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E3B1D-21BC-D6BF-2C37-54DE613A678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176390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E4ACC-9B9E-488D-0132-E708F935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32EB3D-9C04-3F00-2B16-107B424E8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Over the universe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over every heart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1709A-FFC2-C563-611D-5791FB744C3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1656255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5F89-FD3F-F1F7-E392-BD5A71EB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9A1218-5D5B-FC78-AAEF-7879BEB84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Let all of heaven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the earth erupt in song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hallelujah to the Everlasting One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F5085-D3AD-23DE-5A34-BA1F781CE46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49413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94A72-AD83-6F83-1984-0C7E9E1C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9D2104-1A14-6B7F-9A57-0A8D1C0B2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sent the darkness running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Out of an empty grave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Now seated alone in glory</a:t>
            </a:r>
          </a:p>
          <a:p>
            <a:r>
              <a:rPr lang="en-GB" sz="4000" dirty="0">
                <a:solidFill>
                  <a:schemeClr val="bg1"/>
                </a:solidFill>
              </a:rPr>
              <a:t>Enthroned on the highest praise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623FD-C2EA-F7A6-663B-058C61D293CC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334241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CEE5-004E-4D06-126D-0117924D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B548E5-B0C1-A11C-4253-E84BCA67C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Over the universe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over every heart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F6C82-012A-D827-4D86-36B36C4938C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3747273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51EF2-97F2-7258-160B-1B53C44E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C6283-7BC0-A2A6-55F0-E6C5D1029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Let all of heaven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the earth erupt in song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hallelujah to the Everlasting One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3342F-B228-A0FB-4174-681DE1A624A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2061209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7372</TotalTime>
  <Words>305</Words>
  <Application>Microsoft Office PowerPoint</Application>
  <PresentationFormat>On-screen Show (4:3)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385</cp:revision>
  <dcterms:created xsi:type="dcterms:W3CDTF">2019-09-23T12:06:27Z</dcterms:created>
  <dcterms:modified xsi:type="dcterms:W3CDTF">2026-06-01T11:13:32Z</dcterms:modified>
</cp:coreProperties>
</file>