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65" r:id="rId2"/>
    <p:sldId id="566" r:id="rId3"/>
    <p:sldId id="1630" r:id="rId4"/>
    <p:sldId id="567" r:id="rId5"/>
    <p:sldId id="485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16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14/09/2026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14/09/2026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14/09/2026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14/09/2026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14/09/2026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14/09/2026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6600" b="0" i="0" dirty="0">
                <a:solidFill>
                  <a:srgbClr val="00A3E0"/>
                </a:solidFill>
                <a:effectLst/>
                <a:latin typeface="akagi_probook"/>
              </a:rPr>
              <a:t>Shout To The Lord</a:t>
            </a:r>
          </a:p>
          <a:p>
            <a:b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</a:br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CCLI Song # 1406918</a:t>
            </a:r>
          </a:p>
          <a:p>
            <a:endParaRPr lang="en-GB" sz="900" b="0" i="0" dirty="0">
              <a:solidFill>
                <a:srgbClr val="717171"/>
              </a:solidFill>
              <a:effectLst/>
              <a:latin typeface="akagi_probook"/>
            </a:endParaRPr>
          </a:p>
          <a:p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Darlene </a:t>
            </a:r>
            <a:r>
              <a:rPr lang="en-GB" sz="900" b="0" i="0" dirty="0" err="1">
                <a:solidFill>
                  <a:srgbClr val="717171"/>
                </a:solidFill>
                <a:effectLst/>
                <a:latin typeface="akagi_probook"/>
              </a:rPr>
              <a:t>Zschech</a:t>
            </a:r>
            <a:endParaRPr lang="en-GB" sz="900" b="0" i="0" dirty="0">
              <a:solidFill>
                <a:srgbClr val="717171"/>
              </a:solidFill>
              <a:effectLst/>
              <a:latin typeface="akagi_probook"/>
            </a:endParaRPr>
          </a:p>
          <a:p>
            <a:endParaRPr lang="en-GB" sz="900" b="0" i="0" dirty="0">
              <a:solidFill>
                <a:srgbClr val="717171"/>
              </a:solidFill>
              <a:effectLst/>
              <a:latin typeface="akagi_probook"/>
            </a:endParaRPr>
          </a:p>
          <a:p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© 1993 Wondrous Worship (Admin. by Song Solutions www.songsolutions.org)</a:t>
            </a:r>
          </a:p>
          <a:p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For use solely with the </a:t>
            </a:r>
            <a:r>
              <a:rPr lang="en-GB" sz="900" b="0" i="0" dirty="0" err="1">
                <a:solidFill>
                  <a:srgbClr val="717171"/>
                </a:solidFill>
                <a:effectLst/>
                <a:latin typeface="akagi_probook"/>
              </a:rPr>
              <a:t>SongSelect</a:t>
            </a:r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® Terms of Use. All rights reserved. www.ccli.com</a:t>
            </a:r>
          </a:p>
          <a:p>
            <a:endParaRPr lang="en-GB" sz="900" b="0" i="0" dirty="0">
              <a:solidFill>
                <a:srgbClr val="717171"/>
              </a:solidFill>
              <a:effectLst/>
              <a:latin typeface="akagi_probook"/>
            </a:endParaRPr>
          </a:p>
          <a:p>
            <a:r>
              <a:rPr lang="en-GB" sz="900" b="0" i="0" dirty="0">
                <a:solidFill>
                  <a:srgbClr val="717171"/>
                </a:solidFill>
                <a:effectLst/>
                <a:latin typeface="akagi_probook"/>
              </a:rPr>
              <a:t>CCLI Licence No. 33265</a:t>
            </a:r>
          </a:p>
          <a:p>
            <a:endParaRPr lang="en-GB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24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My Jesus my Saviour</a:t>
            </a:r>
          </a:p>
          <a:p>
            <a:r>
              <a:rPr lang="en-GB" sz="3600" dirty="0">
                <a:solidFill>
                  <a:schemeClr val="bg1"/>
                </a:solidFill>
              </a:rPr>
              <a:t>Lord there is none like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of my days I want to praise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wonders of Your mighty love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1/4</a:t>
            </a:r>
          </a:p>
        </p:txBody>
      </p:sp>
    </p:spTree>
    <p:extLst>
      <p:ext uri="{BB962C8B-B14F-4D97-AF65-F5344CB8AC3E}">
        <p14:creationId xmlns:p14="http://schemas.microsoft.com/office/powerpoint/2010/main" val="3278502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7B660-AFD5-2721-4D21-CF844026E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8C82A0E-A30B-8C20-A29A-D86BCE912F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My comfort my shelter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Tower of refuge and strength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Let every breath all that I am</a:t>
            </a:r>
          </a:p>
          <a:p>
            <a:r>
              <a:rPr lang="en-GB" sz="3600" dirty="0">
                <a:solidFill>
                  <a:schemeClr val="bg1"/>
                </a:solidFill>
              </a:rPr>
              <a:t>Never cease to worship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FCF216-3E71-422D-17B7-7948FE610FA9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2/4</a:t>
            </a:r>
          </a:p>
        </p:txBody>
      </p:sp>
    </p:spTree>
    <p:extLst>
      <p:ext uri="{BB962C8B-B14F-4D97-AF65-F5344CB8AC3E}">
        <p14:creationId xmlns:p14="http://schemas.microsoft.com/office/powerpoint/2010/main" val="2929817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Shout to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the earth let us sing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Power and majesty</a:t>
            </a:r>
          </a:p>
          <a:p>
            <a:r>
              <a:rPr lang="en-GB" sz="3600" dirty="0">
                <a:solidFill>
                  <a:schemeClr val="bg1"/>
                </a:solidFill>
              </a:rPr>
              <a:t>Praise to the King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Mountains bow down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the seas will roar</a:t>
            </a:r>
          </a:p>
          <a:p>
            <a:r>
              <a:rPr lang="en-GB" sz="3600" dirty="0">
                <a:solidFill>
                  <a:schemeClr val="bg1"/>
                </a:solidFill>
              </a:rPr>
              <a:t>At the sound of Your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3/4</a:t>
            </a:r>
          </a:p>
        </p:txBody>
      </p:sp>
    </p:spTree>
    <p:extLst>
      <p:ext uri="{BB962C8B-B14F-4D97-AF65-F5344CB8AC3E}">
        <p14:creationId xmlns:p14="http://schemas.microsoft.com/office/powerpoint/2010/main" val="3970559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 sing for joy</a:t>
            </a:r>
          </a:p>
          <a:p>
            <a:r>
              <a:rPr lang="en-GB" sz="3600" dirty="0">
                <a:solidFill>
                  <a:schemeClr val="bg1"/>
                </a:solidFill>
              </a:rPr>
              <a:t>At the work of Your hands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Forever I'll love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Forever I'll stand</a:t>
            </a:r>
          </a:p>
          <a:p>
            <a:r>
              <a:rPr lang="en-GB" sz="3600" dirty="0">
                <a:solidFill>
                  <a:schemeClr val="bg1"/>
                </a:solidFill>
              </a:rPr>
              <a:t>Nothing compares to the promise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have in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4/4</a:t>
            </a:r>
          </a:p>
        </p:txBody>
      </p:sp>
    </p:spTree>
    <p:extLst>
      <p:ext uri="{BB962C8B-B14F-4D97-AF65-F5344CB8AC3E}">
        <p14:creationId xmlns:p14="http://schemas.microsoft.com/office/powerpoint/2010/main" val="2310473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757</TotalTime>
  <Words>158</Words>
  <Application>Microsoft Office PowerPoint</Application>
  <PresentationFormat>On-screen Show (4:3)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akagi_probook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Dele Olajide</cp:lastModifiedBy>
  <cp:revision>76</cp:revision>
  <dcterms:created xsi:type="dcterms:W3CDTF">2019-09-23T12:06:27Z</dcterms:created>
  <dcterms:modified xsi:type="dcterms:W3CDTF">2026-09-14T10:19:23Z</dcterms:modified>
</cp:coreProperties>
</file>