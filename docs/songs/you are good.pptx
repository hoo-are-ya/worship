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8" r:id="rId2"/>
    <p:sldId id="409" r:id="rId3"/>
    <p:sldId id="410" r:id="rId4"/>
    <p:sldId id="411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103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cli.com/" TargetMode="External"/><Relationship Id="rId2" Type="http://schemas.openxmlformats.org/officeDocument/2006/relationships/hyperlink" Target="https://songselect.ccli.com/about/termsofus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9600" dirty="0"/>
          </a:p>
          <a:p>
            <a:r>
              <a:rPr lang="en-GB" sz="9600" dirty="0">
                <a:solidFill>
                  <a:schemeClr val="bg1"/>
                </a:solidFill>
              </a:rPr>
              <a:t>You Are Good</a:t>
            </a:r>
          </a:p>
          <a:p>
            <a:r>
              <a:rPr lang="en-GB" sz="1200" dirty="0"/>
              <a:t> CCLI Song # 3383788</a:t>
            </a:r>
          </a:p>
          <a:p>
            <a:r>
              <a:rPr lang="en-GB" sz="1200" dirty="0"/>
              <a:t>Israel Houghton</a:t>
            </a:r>
          </a:p>
          <a:p>
            <a:r>
              <a:rPr lang="en-GB" sz="1200" dirty="0"/>
              <a:t>© 2001 Integrity's Praise! Music (Admin. by Integrity Music)</a:t>
            </a:r>
          </a:p>
          <a:p>
            <a:r>
              <a:rPr lang="en-GB" sz="1200" dirty="0"/>
              <a:t>Sound Of The New Breed (Admin. by Integrity Music)</a:t>
            </a:r>
          </a:p>
          <a:p>
            <a:r>
              <a:rPr lang="en-GB" sz="1200" i="1" dirty="0"/>
              <a:t>For use solely with the </a:t>
            </a:r>
            <a:r>
              <a:rPr lang="en-GB" sz="1200" i="1" dirty="0" err="1"/>
              <a:t>SongSelect</a:t>
            </a:r>
            <a:r>
              <a:rPr lang="en-GB" sz="1200" i="1" dirty="0"/>
              <a:t>® </a:t>
            </a:r>
            <a:r>
              <a:rPr lang="en-GB" sz="1200" i="1" dirty="0">
                <a:hlinkClick r:id="rId2"/>
              </a:rPr>
              <a:t>Terms of Use</a:t>
            </a:r>
            <a:r>
              <a:rPr lang="en-GB" sz="1200" i="1" dirty="0"/>
              <a:t>. All rights reserved. </a:t>
            </a:r>
            <a:r>
              <a:rPr lang="en-GB" sz="1200" i="1" dirty="0">
                <a:hlinkClick r:id="rId3"/>
              </a:rPr>
              <a:t>www.ccli.com</a:t>
            </a:r>
            <a:endParaRPr lang="en-GB" sz="1200" i="1" dirty="0"/>
          </a:p>
          <a:p>
            <a:r>
              <a:rPr lang="en-GB" sz="1200" dirty="0"/>
              <a:t>CCLI Licence No. 33265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Lord You are good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And Your mercy </a:t>
            </a:r>
            <a:r>
              <a:rPr lang="en-GB" sz="3600" dirty="0" err="1">
                <a:solidFill>
                  <a:schemeClr val="bg1"/>
                </a:solidFill>
              </a:rPr>
              <a:t>endureth</a:t>
            </a:r>
            <a:r>
              <a:rPr lang="en-GB" sz="3600" dirty="0">
                <a:solidFill>
                  <a:schemeClr val="bg1"/>
                </a:solidFill>
              </a:rPr>
              <a:t> forever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Lord You are good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And Your mercy </a:t>
            </a:r>
            <a:r>
              <a:rPr lang="en-GB" sz="3600" dirty="0" err="1">
                <a:solidFill>
                  <a:schemeClr val="bg1"/>
                </a:solidFill>
              </a:rPr>
              <a:t>endureth</a:t>
            </a:r>
            <a:r>
              <a:rPr lang="en-GB" sz="3600" dirty="0">
                <a:solidFill>
                  <a:schemeClr val="bg1"/>
                </a:solidFill>
              </a:rPr>
              <a:t> forever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People from every nation and tongue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From generation to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worship You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Hallelujah </a:t>
            </a:r>
            <a:r>
              <a:rPr lang="en-GB" sz="3600" dirty="0" err="1">
                <a:solidFill>
                  <a:schemeClr val="bg1"/>
                </a:solidFill>
              </a:rPr>
              <a:t>hallelujah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We worship You for who You are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We worship You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Hallelujah </a:t>
            </a:r>
            <a:r>
              <a:rPr lang="en-GB" sz="3600" dirty="0" err="1">
                <a:solidFill>
                  <a:schemeClr val="bg1"/>
                </a:solidFill>
              </a:rPr>
              <a:t>hallelujah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We worship You for who You are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For You are good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3600" dirty="0"/>
          </a:p>
          <a:p>
            <a:r>
              <a:rPr lang="en-GB" sz="3600" dirty="0">
                <a:solidFill>
                  <a:schemeClr val="bg1"/>
                </a:solidFill>
              </a:rPr>
              <a:t>You are good all the time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All the time You are good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You are good all the time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All the time You are good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</TotalTime>
  <Words>158</Words>
  <Application>Microsoft Office PowerPoint</Application>
  <PresentationFormat>On-screen Show (4:3)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77</cp:revision>
  <dcterms:created xsi:type="dcterms:W3CDTF">2019-09-23T12:06:27Z</dcterms:created>
  <dcterms:modified xsi:type="dcterms:W3CDTF">2026-02-16T11:01:31Z</dcterms:modified>
</cp:coreProperties>
</file>