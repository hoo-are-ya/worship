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18" r:id="rId2"/>
    <p:sldId id="519" r:id="rId3"/>
    <p:sldId id="520" r:id="rId4"/>
    <p:sldId id="521" r:id="rId5"/>
    <p:sldId id="522" r:id="rId6"/>
    <p:sldId id="524" r:id="rId7"/>
    <p:sldId id="523" r:id="rId8"/>
    <p:sldId id="52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038" y="-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It Is Well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7021972</a:t>
            </a:r>
          </a:p>
          <a:p>
            <a:r>
              <a:rPr lang="en-GB" sz="1200" dirty="0">
                <a:solidFill>
                  <a:schemeClr val="bg1"/>
                </a:solidFill>
              </a:rPr>
              <a:t>Horatio Gates Spafford | Kristene DiMarco | Philip Paul Bliss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2013 Bethel Music Publishing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Grander earth has quaked before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Moved by the sound of His voice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Seas that are shaken and stirred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Can be calmed and broken for my regard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1/7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Through it all through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eyes are on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Through it all through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 is well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Through it all through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eyes are on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it is well with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365095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Far be it from me to not believe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Even when my eyes can't see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this mountain that's in front of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Will be thrown into the midst of the sea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2878598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Through it all through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eyes are on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Through it all through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 is well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Through it all through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eyes are on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it is well it is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4/7</a:t>
            </a:r>
          </a:p>
        </p:txBody>
      </p:sp>
    </p:spTree>
    <p:extLst>
      <p:ext uri="{BB962C8B-B14F-4D97-AF65-F5344CB8AC3E}">
        <p14:creationId xmlns:p14="http://schemas.microsoft.com/office/powerpoint/2010/main" val="323061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69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So let go my soul and trust in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waves and wind still know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The waves and wind still know His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5/7</a:t>
            </a:r>
          </a:p>
        </p:txBody>
      </p:sp>
    </p:spTree>
    <p:extLst>
      <p:ext uri="{BB962C8B-B14F-4D97-AF65-F5344CB8AC3E}">
        <p14:creationId xmlns:p14="http://schemas.microsoft.com/office/powerpoint/2010/main" val="3491371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It is well with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 is well with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 is well with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 is well it is well with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It is well it is well with my soul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 is well it is well with my soul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1090371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Through it all through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eyes are on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Through it all through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 is well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Through it all through it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eyes are on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it is well with me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7/7</a:t>
            </a:r>
          </a:p>
        </p:txBody>
      </p:sp>
    </p:spTree>
    <p:extLst>
      <p:ext uri="{BB962C8B-B14F-4D97-AF65-F5344CB8AC3E}">
        <p14:creationId xmlns:p14="http://schemas.microsoft.com/office/powerpoint/2010/main" val="2948181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302</Words>
  <Application>Microsoft Office PowerPoint</Application>
  <PresentationFormat>On-screen Show (4:3)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76</cp:revision>
  <dcterms:created xsi:type="dcterms:W3CDTF">2019-09-23T12:06:27Z</dcterms:created>
  <dcterms:modified xsi:type="dcterms:W3CDTF">2026-03-05T14:24:18Z</dcterms:modified>
</cp:coreProperties>
</file>