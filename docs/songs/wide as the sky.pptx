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702" r:id="rId2"/>
    <p:sldId id="703" r:id="rId3"/>
    <p:sldId id="704" r:id="rId4"/>
    <p:sldId id="705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Wide as the Sky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Song # 7000697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Jonas </a:t>
            </a:r>
            <a:r>
              <a:rPr lang="en-GB" sz="1200" dirty="0" err="1">
                <a:solidFill>
                  <a:schemeClr val="bg1"/>
                </a:solidFill>
              </a:rPr>
              <a:t>Myrin</a:t>
            </a:r>
            <a:r>
              <a:rPr lang="en-GB" sz="1200" dirty="0">
                <a:solidFill>
                  <a:schemeClr val="bg1"/>
                </a:solidFill>
              </a:rPr>
              <a:t> | Kristian Stanfill | Matt Redman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2013 Said And Done Music (Admin. by Integrity Music Ltd)</a:t>
            </a:r>
          </a:p>
          <a:p>
            <a:r>
              <a:rPr lang="en-GB" sz="1200" dirty="0" err="1">
                <a:solidFill>
                  <a:schemeClr val="bg1"/>
                </a:solidFill>
              </a:rPr>
              <a:t>sixsteps</a:t>
            </a:r>
            <a:r>
              <a:rPr lang="en-GB" sz="1200" dirty="0">
                <a:solidFill>
                  <a:schemeClr val="bg1"/>
                </a:solidFill>
              </a:rPr>
              <a:t> Music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Thankyou Music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worshiptogether.com songs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Atlas Mountain Songs (Admin. by SHOUT! Music Publishing UK)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32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Hands up hearts open wide as the sky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lift You high we lift You high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Hands up hearts open wide as we cry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God, we lift Your name high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2053699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Let all the other names fade away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all the other names fade away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Until there's only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all the other names fade away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take Your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take Your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4166088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Our God, we lift You high 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We lift You high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Hands up God we lift Your name high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God, we lift You high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lift You high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Hands up God we lift Your name high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4161706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215</Words>
  <Application>Microsoft Office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75</cp:revision>
  <dcterms:created xsi:type="dcterms:W3CDTF">2019-09-23T12:06:27Z</dcterms:created>
  <dcterms:modified xsi:type="dcterms:W3CDTF">2025-11-03T13:55:30Z</dcterms:modified>
</cp:coreProperties>
</file>