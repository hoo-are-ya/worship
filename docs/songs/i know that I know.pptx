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1209" r:id="rId2"/>
    <p:sldId id="1210" r:id="rId3"/>
    <p:sldId id="1211" r:id="rId4"/>
    <p:sldId id="1212" r:id="rId5"/>
    <p:sldId id="1213" r:id="rId6"/>
    <p:sldId id="1214" r:id="rId7"/>
    <p:sldId id="1215" r:id="rId8"/>
    <p:sldId id="1216" r:id="rId9"/>
    <p:sldId id="1217" r:id="rId10"/>
    <p:sldId id="1218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61" autoAdjust="0"/>
    <p:restoredTop sz="82272" autoAdjust="0"/>
  </p:normalViewPr>
  <p:slideViewPr>
    <p:cSldViewPr>
      <p:cViewPr varScale="1">
        <p:scale>
          <a:sx n="96" d="100"/>
          <a:sy n="96" d="100"/>
        </p:scale>
        <p:origin x="2262" y="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4035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7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889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302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877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9006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63944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52452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473E8-676D-2269-E520-4802FB395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2F665D-773D-FD0C-75B3-CCE81A00C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59CC8-E824-4024-D663-91F542129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01BA8-CFC0-A7CD-3DF3-6716D4D657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2576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I know That I Know</a:t>
            </a:r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7242526</a:t>
            </a:r>
          </a:p>
          <a:p>
            <a:r>
              <a:rPr lang="en-GB" sz="1200" dirty="0">
                <a:solidFill>
                  <a:schemeClr val="bg1"/>
                </a:solidFill>
              </a:rPr>
              <a:t>Alexander Pappas | Andrew Holt | Austin Davis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2025 A.L.K.D. Music; Andrew Holt Music Publishing; Capitol CMG Paragon; TBCO Publishing; City and Vine Music Publishing International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</p:txBody>
      </p:sp>
    </p:spTree>
    <p:extLst>
      <p:ext uri="{BB962C8B-B14F-4D97-AF65-F5344CB8AC3E}">
        <p14:creationId xmlns:p14="http://schemas.microsoft.com/office/powerpoint/2010/main" val="1844124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You’ve been good </a:t>
            </a:r>
            <a:r>
              <a:rPr lang="en-GB" sz="3600" dirty="0" err="1">
                <a:solidFill>
                  <a:schemeClr val="bg1"/>
                </a:solidFill>
              </a:rPr>
              <a:t>good</a:t>
            </a:r>
            <a:r>
              <a:rPr lang="en-GB" sz="3600" dirty="0">
                <a:solidFill>
                  <a:schemeClr val="bg1"/>
                </a:solidFill>
              </a:rPr>
              <a:t> for all my life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So nothing could ever change my mind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 never break Your promise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You’re constant in all You do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Yours is the way the truth the life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That I will choose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1/8</a:t>
            </a:r>
          </a:p>
        </p:txBody>
      </p:sp>
    </p:spTree>
    <p:extLst>
      <p:ext uri="{BB962C8B-B14F-4D97-AF65-F5344CB8AC3E}">
        <p14:creationId xmlns:p14="http://schemas.microsoft.com/office/powerpoint/2010/main" val="764263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Oh I know that I know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 won’t ever let me go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Every low every high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 are faithful all the time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I’ve tasted and I’ve seen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You've been so </a:t>
            </a:r>
            <a:r>
              <a:rPr lang="en-GB" sz="3600" dirty="0" err="1">
                <a:solidFill>
                  <a:schemeClr val="bg1"/>
                </a:solidFill>
              </a:rPr>
              <a:t>so</a:t>
            </a:r>
            <a:r>
              <a:rPr lang="en-GB" sz="3600" dirty="0">
                <a:solidFill>
                  <a:schemeClr val="bg1"/>
                </a:solidFill>
              </a:rPr>
              <a:t> good to me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God I know that I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3091649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20688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You're faithful all the time oh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You're faithful all the time oh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3668596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I won’t look to the left or right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And I will keep heaven in my sight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No I will not be shaken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And nothing is moving me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I’ve got a faith that's sure of things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I cannot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1637745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Oh I know that I know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 won’t ever let me go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Every low every high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 are faithful all the time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I’ve tasted and I’ve seen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You've been so </a:t>
            </a:r>
            <a:r>
              <a:rPr lang="en-GB" sz="3600" dirty="0" err="1">
                <a:solidFill>
                  <a:schemeClr val="bg1"/>
                </a:solidFill>
              </a:rPr>
              <a:t>so</a:t>
            </a:r>
            <a:r>
              <a:rPr lang="en-GB" sz="3600" dirty="0">
                <a:solidFill>
                  <a:schemeClr val="bg1"/>
                </a:solidFill>
              </a:rPr>
              <a:t> good to me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God I know that I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649178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20688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You're faithful all the time oh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You're faithful all the time oh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3697029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20688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won’t stand on words of man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God I’ll stand on Yours instead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All of my hope all of my faith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All of it’s in Your name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And the world cannot deny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All that You’ve done in my life</a:t>
            </a:r>
            <a:br>
              <a:rPr lang="en-GB" sz="3600" dirty="0">
                <a:solidFill>
                  <a:schemeClr val="bg1"/>
                </a:solidFill>
              </a:rPr>
            </a:br>
            <a:endParaRPr lang="en-GB" sz="3600" dirty="0">
              <a:solidFill>
                <a:schemeClr val="bg1"/>
              </a:solidFill>
            </a:endParaRP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All of my days all of my praise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All to lift Jesus'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7/8</a:t>
            </a:r>
          </a:p>
        </p:txBody>
      </p:sp>
    </p:spTree>
    <p:extLst>
      <p:ext uri="{BB962C8B-B14F-4D97-AF65-F5344CB8AC3E}">
        <p14:creationId xmlns:p14="http://schemas.microsoft.com/office/powerpoint/2010/main" val="3109910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20688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Oh I know that I know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 won’t ever let me go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Every low every high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 are faithful all the time</a:t>
            </a:r>
          </a:p>
          <a:p>
            <a:pPr>
              <a:spcBef>
                <a:spcPts val="600"/>
              </a:spcBef>
            </a:pP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3585616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AB8DD-8DEA-F3F8-8ECB-5FD110203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405D92-3095-2A41-53A3-292B239BC5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20688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I’ve tasted and I’ve seen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You've been so </a:t>
            </a:r>
            <a:r>
              <a:rPr lang="en-GB" sz="3600" dirty="0" err="1">
                <a:solidFill>
                  <a:schemeClr val="bg1"/>
                </a:solidFill>
              </a:rPr>
              <a:t>so</a:t>
            </a:r>
            <a:r>
              <a:rPr lang="en-GB" sz="3600" dirty="0">
                <a:solidFill>
                  <a:schemeClr val="bg1"/>
                </a:solidFill>
              </a:rPr>
              <a:t> good to me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God I know that I know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You're faithful all the time oh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You're faithful all the time oh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You're faithful all the time oh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You're faithful all the time oh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Faithful all the time</a:t>
            </a:r>
            <a:br>
              <a:rPr lang="en-GB" sz="3600" dirty="0">
                <a:solidFill>
                  <a:schemeClr val="bg1"/>
                </a:solidFill>
              </a:rPr>
            </a:br>
            <a:endParaRPr lang="en-GB" sz="3600" dirty="0">
              <a:solidFill>
                <a:schemeClr val="bg1"/>
              </a:solidFill>
            </a:endParaRPr>
          </a:p>
          <a:p>
            <a:pPr>
              <a:spcBef>
                <a:spcPts val="600"/>
              </a:spcBef>
            </a:pP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49BF9C-52FE-6A21-D895-5A28E43F5721}"/>
              </a:ext>
            </a:extLst>
          </p:cNvPr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2607437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7395</TotalTime>
  <Words>395</Words>
  <Application>Microsoft Office PowerPoint</Application>
  <PresentationFormat>On-screen Show (4:3)</PresentationFormat>
  <Paragraphs>70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386</cp:revision>
  <dcterms:created xsi:type="dcterms:W3CDTF">2019-09-23T12:06:27Z</dcterms:created>
  <dcterms:modified xsi:type="dcterms:W3CDTF">2025-11-10T11:01:06Z</dcterms:modified>
</cp:coreProperties>
</file>