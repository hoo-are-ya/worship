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523" r:id="rId3"/>
    <p:sldId id="524" r:id="rId4"/>
    <p:sldId id="525" r:id="rId5"/>
    <p:sldId id="528" r:id="rId6"/>
    <p:sldId id="526" r:id="rId7"/>
    <p:sldId id="529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82272" autoAdjust="0"/>
  </p:normalViewPr>
  <p:slideViewPr>
    <p:cSldViewPr>
      <p:cViewPr varScale="1">
        <p:scale>
          <a:sx n="91" d="100"/>
          <a:sy n="91" d="100"/>
        </p:scale>
        <p:origin x="1596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5959A721-E207-4936-2E46-7C7D13CDF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King of My Heart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Song # 7046145</a:t>
            </a:r>
          </a:p>
          <a:p>
            <a:r>
              <a:rPr lang="en-GB" sz="1200" dirty="0">
                <a:solidFill>
                  <a:schemeClr val="bg1"/>
                </a:solidFill>
              </a:rPr>
              <a:t>John Mark McMillan | Sarah McMillan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2015 Meaux </a:t>
            </a:r>
            <a:r>
              <a:rPr lang="en-GB" sz="1200" dirty="0" err="1">
                <a:solidFill>
                  <a:schemeClr val="bg1"/>
                </a:solidFill>
              </a:rPr>
              <a:t>Jeaux</a:t>
            </a:r>
            <a:r>
              <a:rPr lang="en-GB" sz="1200" dirty="0">
                <a:solidFill>
                  <a:schemeClr val="bg1"/>
                </a:solidFill>
              </a:rPr>
              <a:t> Music; Raucous Ruckus Publishing; Sarah McMillan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License # 33265</a:t>
            </a:r>
          </a:p>
        </p:txBody>
      </p:sp>
    </p:spTree>
    <p:extLst>
      <p:ext uri="{BB962C8B-B14F-4D97-AF65-F5344CB8AC3E}">
        <p14:creationId xmlns:p14="http://schemas.microsoft.com/office/powerpoint/2010/main" val="2319818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Let the King of my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 the mountain where I run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fountain I drink from</a:t>
            </a:r>
          </a:p>
          <a:p>
            <a:r>
              <a:rPr lang="en-GB" sz="3600" dirty="0">
                <a:solidFill>
                  <a:schemeClr val="bg1"/>
                </a:solidFill>
              </a:rPr>
              <a:t>Oh, He is my song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the King of my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 the shadow where I hide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ransom for my life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Oh, He is my song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1653245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are good </a:t>
            </a:r>
            <a:r>
              <a:rPr lang="en-GB" sz="4000" dirty="0" err="1">
                <a:solidFill>
                  <a:schemeClr val="bg1"/>
                </a:solidFill>
              </a:rPr>
              <a:t>good</a:t>
            </a:r>
            <a:r>
              <a:rPr lang="en-GB" sz="4000" dirty="0">
                <a:solidFill>
                  <a:schemeClr val="bg1"/>
                </a:solidFill>
              </a:rPr>
              <a:t> oh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are good </a:t>
            </a:r>
            <a:r>
              <a:rPr lang="en-GB" sz="4000" dirty="0" err="1">
                <a:solidFill>
                  <a:schemeClr val="bg1"/>
                </a:solidFill>
              </a:rPr>
              <a:t>good</a:t>
            </a:r>
            <a:r>
              <a:rPr lang="en-GB" sz="4000" dirty="0">
                <a:solidFill>
                  <a:schemeClr val="bg1"/>
                </a:solidFill>
              </a:rPr>
              <a:t> oh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are good </a:t>
            </a:r>
            <a:r>
              <a:rPr lang="en-GB" sz="4000" dirty="0" err="1">
                <a:solidFill>
                  <a:schemeClr val="bg1"/>
                </a:solidFill>
              </a:rPr>
              <a:t>good</a:t>
            </a:r>
            <a:r>
              <a:rPr lang="en-GB" sz="4000" dirty="0">
                <a:solidFill>
                  <a:schemeClr val="bg1"/>
                </a:solidFill>
              </a:rPr>
              <a:t> oh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are good </a:t>
            </a:r>
            <a:r>
              <a:rPr lang="en-GB" sz="4000" dirty="0" err="1">
                <a:solidFill>
                  <a:schemeClr val="bg1"/>
                </a:solidFill>
              </a:rPr>
              <a:t>good</a:t>
            </a:r>
            <a:r>
              <a:rPr lang="en-GB" sz="4000" dirty="0">
                <a:solidFill>
                  <a:schemeClr val="bg1"/>
                </a:solidFill>
              </a:rPr>
              <a:t> 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245219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Let the King of my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 the wind inside my sails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anchor in the waves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Oh, He is my song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the King of my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 the fire inside my veins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echo of my days</a:t>
            </a:r>
          </a:p>
          <a:p>
            <a:r>
              <a:rPr lang="en-GB" sz="3600" dirty="0">
                <a:solidFill>
                  <a:schemeClr val="bg1"/>
                </a:solidFill>
              </a:rPr>
              <a:t>Oh, He is my song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528805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5B353-504D-3C4F-F30F-37A47BC9F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80B021-E440-77B1-BD6F-A08BE71A9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04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are good </a:t>
            </a:r>
            <a:r>
              <a:rPr lang="en-GB" sz="4000" dirty="0" err="1">
                <a:solidFill>
                  <a:schemeClr val="bg1"/>
                </a:solidFill>
              </a:rPr>
              <a:t>good</a:t>
            </a:r>
            <a:r>
              <a:rPr lang="en-GB" sz="4000" dirty="0">
                <a:solidFill>
                  <a:schemeClr val="bg1"/>
                </a:solidFill>
              </a:rPr>
              <a:t> oh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are good </a:t>
            </a:r>
            <a:r>
              <a:rPr lang="en-GB" sz="4000" dirty="0" err="1">
                <a:solidFill>
                  <a:schemeClr val="bg1"/>
                </a:solidFill>
              </a:rPr>
              <a:t>good</a:t>
            </a:r>
            <a:r>
              <a:rPr lang="en-GB" sz="4000" dirty="0">
                <a:solidFill>
                  <a:schemeClr val="bg1"/>
                </a:solidFill>
              </a:rPr>
              <a:t> oh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are good </a:t>
            </a:r>
            <a:r>
              <a:rPr lang="en-GB" sz="4000" dirty="0" err="1">
                <a:solidFill>
                  <a:schemeClr val="bg1"/>
                </a:solidFill>
              </a:rPr>
              <a:t>good</a:t>
            </a:r>
            <a:r>
              <a:rPr lang="en-GB" sz="4000" dirty="0">
                <a:solidFill>
                  <a:schemeClr val="bg1"/>
                </a:solidFill>
              </a:rPr>
              <a:t> oh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are good </a:t>
            </a:r>
            <a:r>
              <a:rPr lang="en-GB" sz="4000" dirty="0" err="1">
                <a:solidFill>
                  <a:schemeClr val="bg1"/>
                </a:solidFill>
              </a:rPr>
              <a:t>good</a:t>
            </a:r>
            <a:r>
              <a:rPr lang="en-GB" sz="4000" dirty="0">
                <a:solidFill>
                  <a:schemeClr val="bg1"/>
                </a:solidFill>
              </a:rPr>
              <a:t> oh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01AB20-7B26-EA27-EEB7-E2D559BE318C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2284891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You're never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let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You’re never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let me down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4168413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BE868-2F9A-C857-53A7-3CF458999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F74F1A-35EC-1105-1821-3F631DBCC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04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are good </a:t>
            </a:r>
            <a:r>
              <a:rPr lang="en-GB" sz="4000" dirty="0" err="1">
                <a:solidFill>
                  <a:schemeClr val="bg1"/>
                </a:solidFill>
              </a:rPr>
              <a:t>good</a:t>
            </a:r>
            <a:r>
              <a:rPr lang="en-GB" sz="4000" dirty="0">
                <a:solidFill>
                  <a:schemeClr val="bg1"/>
                </a:solidFill>
              </a:rPr>
              <a:t> oh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are good </a:t>
            </a:r>
            <a:r>
              <a:rPr lang="en-GB" sz="4000" dirty="0" err="1">
                <a:solidFill>
                  <a:schemeClr val="bg1"/>
                </a:solidFill>
              </a:rPr>
              <a:t>good</a:t>
            </a:r>
            <a:r>
              <a:rPr lang="en-GB" sz="4000" dirty="0">
                <a:solidFill>
                  <a:schemeClr val="bg1"/>
                </a:solidFill>
              </a:rPr>
              <a:t> oh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are good </a:t>
            </a:r>
            <a:r>
              <a:rPr lang="en-GB" sz="4000" dirty="0" err="1">
                <a:solidFill>
                  <a:schemeClr val="bg1"/>
                </a:solidFill>
              </a:rPr>
              <a:t>good</a:t>
            </a:r>
            <a:r>
              <a:rPr lang="en-GB" sz="4000" dirty="0">
                <a:solidFill>
                  <a:schemeClr val="bg1"/>
                </a:solidFill>
              </a:rPr>
              <a:t> oh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are good </a:t>
            </a:r>
            <a:r>
              <a:rPr lang="en-GB" sz="4000" dirty="0" err="1">
                <a:solidFill>
                  <a:schemeClr val="bg1"/>
                </a:solidFill>
              </a:rPr>
              <a:t>good</a:t>
            </a:r>
            <a:r>
              <a:rPr lang="en-GB" sz="4000" dirty="0">
                <a:solidFill>
                  <a:schemeClr val="bg1"/>
                </a:solidFill>
              </a:rPr>
              <a:t> oh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C23E1D-F143-B56A-117D-308F1B0BD4D1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3172720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7391</TotalTime>
  <Words>224</Words>
  <Application>Microsoft Office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387</cp:revision>
  <dcterms:created xsi:type="dcterms:W3CDTF">2019-09-23T12:06:27Z</dcterms:created>
  <dcterms:modified xsi:type="dcterms:W3CDTF">2026-03-23T10:42:21Z</dcterms:modified>
</cp:coreProperties>
</file>