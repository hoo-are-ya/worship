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1558" r:id="rId2"/>
    <p:sldId id="1243" r:id="rId3"/>
    <p:sldId id="1245" r:id="rId4"/>
    <p:sldId id="1244" r:id="rId5"/>
    <p:sldId id="1246" r:id="rId6"/>
    <p:sldId id="1559" r:id="rId7"/>
    <p:sldId id="1560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570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16/06/2026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16/06/2026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16/06/2026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16/06/2026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16/06/2026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16/06/2026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16/06/2026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16/06/2026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16/06/2026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16/06/2026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16/06/2026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A1CF3-4A15-4CBF-9A5A-6A56C368BE71}" type="datetimeFigureOut">
              <a:rPr lang="en-GB" smtClean="0"/>
              <a:pPr/>
              <a:t>16/06/2026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4400" b="0" i="0" dirty="0">
                <a:solidFill>
                  <a:srgbClr val="00A3E0"/>
                </a:solidFill>
                <a:effectLst/>
                <a:latin typeface="akagi_probook"/>
              </a:rPr>
              <a:t>Lost and Found </a:t>
            </a:r>
          </a:p>
          <a:p>
            <a:br>
              <a:rPr lang="en-GB" sz="1200" dirty="0">
                <a:solidFill>
                  <a:schemeClr val="bg1"/>
                </a:solidFill>
              </a:rPr>
            </a:br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4963114</a:t>
            </a:r>
          </a:p>
          <a:p>
            <a:r>
              <a:rPr lang="en-GB" sz="1200" dirty="0">
                <a:solidFill>
                  <a:schemeClr val="bg1"/>
                </a:solidFill>
              </a:rPr>
              <a:t>Robin Mark</a:t>
            </a:r>
          </a:p>
          <a:p>
            <a:r>
              <a:rPr lang="en-GB" sz="1200" dirty="0">
                <a:solidFill>
                  <a:schemeClr val="bg1"/>
                </a:solidFill>
              </a:rPr>
              <a:t>© 2007 Integrity's Hosanna! Music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182154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620688"/>
            <a:ext cx="8640960" cy="5832648"/>
          </a:xfrm>
        </p:spPr>
        <p:txBody>
          <a:bodyPr>
            <a:noAutofit/>
          </a:bodyPr>
          <a:lstStyle/>
          <a:p>
            <a:r>
              <a:rPr lang="en-GB" sz="3500" dirty="0">
                <a:solidFill>
                  <a:schemeClr val="bg1"/>
                </a:solidFill>
              </a:rPr>
              <a:t>When the rain falls and it some days will</a:t>
            </a:r>
          </a:p>
          <a:p>
            <a:r>
              <a:rPr lang="en-GB" sz="3500" dirty="0">
                <a:solidFill>
                  <a:schemeClr val="bg1"/>
                </a:solidFill>
              </a:rPr>
              <a:t>Then the pavement under my feet</a:t>
            </a:r>
          </a:p>
          <a:p>
            <a:r>
              <a:rPr lang="en-GB" sz="3500" dirty="0">
                <a:solidFill>
                  <a:schemeClr val="bg1"/>
                </a:solidFill>
              </a:rPr>
              <a:t>Sparkles silver and gold in reflected light</a:t>
            </a:r>
          </a:p>
          <a:p>
            <a:r>
              <a:rPr lang="en-GB" sz="3500" dirty="0">
                <a:solidFill>
                  <a:schemeClr val="bg1"/>
                </a:solidFill>
              </a:rPr>
              <a:t>That I otherwise wouldn't have seen</a:t>
            </a:r>
          </a:p>
          <a:p>
            <a:r>
              <a:rPr lang="en-GB" sz="3500" dirty="0">
                <a:solidFill>
                  <a:schemeClr val="bg1"/>
                </a:solidFill>
              </a:rPr>
              <a:t>And when the storm comes</a:t>
            </a:r>
          </a:p>
          <a:p>
            <a:r>
              <a:rPr lang="en-GB" sz="3500" dirty="0">
                <a:solidFill>
                  <a:schemeClr val="bg1"/>
                </a:solidFill>
              </a:rPr>
              <a:t>And the strong wind blows</a:t>
            </a:r>
          </a:p>
          <a:p>
            <a:r>
              <a:rPr lang="en-GB" sz="3500" dirty="0">
                <a:solidFill>
                  <a:schemeClr val="bg1"/>
                </a:solidFill>
              </a:rPr>
              <a:t>I will bow my head to push through</a:t>
            </a:r>
          </a:p>
          <a:p>
            <a:r>
              <a:rPr lang="en-GB" sz="3500" dirty="0">
                <a:solidFill>
                  <a:schemeClr val="bg1"/>
                </a:solidFill>
              </a:rPr>
              <a:t>And </a:t>
            </a:r>
            <a:r>
              <a:rPr lang="en-GB" sz="3500" dirty="0" err="1">
                <a:solidFill>
                  <a:schemeClr val="bg1"/>
                </a:solidFill>
              </a:rPr>
              <a:t>ev'ry</a:t>
            </a:r>
            <a:r>
              <a:rPr lang="en-GB" sz="3500" dirty="0">
                <a:solidFill>
                  <a:schemeClr val="bg1"/>
                </a:solidFill>
              </a:rPr>
              <a:t> step that I take I will watch and pray</a:t>
            </a:r>
          </a:p>
          <a:p>
            <a:r>
              <a:rPr lang="en-GB" sz="3500" dirty="0">
                <a:solidFill>
                  <a:schemeClr val="bg1"/>
                </a:solidFill>
              </a:rPr>
              <a:t>To be sure my foothold is 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1/6</a:t>
            </a:r>
          </a:p>
        </p:txBody>
      </p:sp>
    </p:spTree>
    <p:extLst>
      <p:ext uri="{BB962C8B-B14F-4D97-AF65-F5344CB8AC3E}">
        <p14:creationId xmlns:p14="http://schemas.microsoft.com/office/powerpoint/2010/main" val="2551623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5536" y="692696"/>
            <a:ext cx="8640960" cy="5832648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Jesus don't You keep me from that storm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want to walk that sacred ground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You are Master of it all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I am but a lost and found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2/6</a:t>
            </a:r>
          </a:p>
        </p:txBody>
      </p:sp>
    </p:spTree>
    <p:extLst>
      <p:ext uri="{BB962C8B-B14F-4D97-AF65-F5344CB8AC3E}">
        <p14:creationId xmlns:p14="http://schemas.microsoft.com/office/powerpoint/2010/main" val="3914056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512676"/>
            <a:ext cx="8640960" cy="6345324"/>
          </a:xfrm>
        </p:spPr>
        <p:txBody>
          <a:bodyPr>
            <a:noAutofit/>
          </a:bodyPr>
          <a:lstStyle/>
          <a:p>
            <a:r>
              <a:rPr lang="en-GB" sz="3500" dirty="0">
                <a:solidFill>
                  <a:schemeClr val="bg1"/>
                </a:solidFill>
              </a:rPr>
              <a:t>And in the dry place in the wilderness</a:t>
            </a:r>
          </a:p>
          <a:p>
            <a:r>
              <a:rPr lang="en-GB" sz="3500" dirty="0">
                <a:solidFill>
                  <a:schemeClr val="bg1"/>
                </a:solidFill>
              </a:rPr>
              <a:t>When Your Word seems so far away</a:t>
            </a:r>
          </a:p>
          <a:p>
            <a:r>
              <a:rPr lang="en-GB" sz="3500" dirty="0">
                <a:solidFill>
                  <a:schemeClr val="bg1"/>
                </a:solidFill>
              </a:rPr>
              <a:t>Then I will think of my life and I will</a:t>
            </a:r>
          </a:p>
          <a:p>
            <a:r>
              <a:rPr lang="en-GB" sz="3500" dirty="0">
                <a:solidFill>
                  <a:schemeClr val="bg1"/>
                </a:solidFill>
              </a:rPr>
              <a:t>Bless Your name for </a:t>
            </a:r>
            <a:br>
              <a:rPr lang="en-GB" sz="3500" dirty="0">
                <a:solidFill>
                  <a:schemeClr val="bg1"/>
                </a:solidFill>
              </a:rPr>
            </a:br>
            <a:r>
              <a:rPr lang="en-GB" sz="3500" dirty="0">
                <a:solidFill>
                  <a:schemeClr val="bg1"/>
                </a:solidFill>
              </a:rPr>
              <a:t>Your promises never have failed</a:t>
            </a:r>
          </a:p>
          <a:p>
            <a:r>
              <a:rPr lang="en-GB" sz="3500" dirty="0">
                <a:solidFill>
                  <a:schemeClr val="bg1"/>
                </a:solidFill>
              </a:rPr>
              <a:t>And when the night falls at the end of days</a:t>
            </a:r>
          </a:p>
          <a:p>
            <a:r>
              <a:rPr lang="en-GB" sz="3500" dirty="0">
                <a:solidFill>
                  <a:schemeClr val="bg1"/>
                </a:solidFill>
              </a:rPr>
              <a:t>I will lift my eyes to the </a:t>
            </a:r>
            <a:r>
              <a:rPr lang="en-GB" sz="3500" dirty="0" err="1">
                <a:solidFill>
                  <a:schemeClr val="bg1"/>
                </a:solidFill>
              </a:rPr>
              <a:t>heav'ns</a:t>
            </a:r>
            <a:endParaRPr lang="en-GB" sz="3500" dirty="0">
              <a:solidFill>
                <a:schemeClr val="bg1"/>
              </a:solidFill>
            </a:endParaRPr>
          </a:p>
          <a:p>
            <a:r>
              <a:rPr lang="en-GB" sz="3500" dirty="0">
                <a:solidFill>
                  <a:schemeClr val="bg1"/>
                </a:solidFill>
              </a:rPr>
              <a:t>Where we will shine like the stars</a:t>
            </a:r>
          </a:p>
          <a:p>
            <a:r>
              <a:rPr lang="en-GB" sz="3500" dirty="0">
                <a:solidFill>
                  <a:schemeClr val="bg1"/>
                </a:solidFill>
              </a:rPr>
              <a:t>In reflected light</a:t>
            </a:r>
          </a:p>
          <a:p>
            <a:r>
              <a:rPr lang="en-GB" sz="3500" dirty="0">
                <a:solidFill>
                  <a:schemeClr val="bg1"/>
                </a:solidFill>
              </a:rPr>
              <a:t>In Your presence for ever and e'er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3/6</a:t>
            </a:r>
          </a:p>
        </p:txBody>
      </p:sp>
    </p:spTree>
    <p:extLst>
      <p:ext uri="{BB962C8B-B14F-4D97-AF65-F5344CB8AC3E}">
        <p14:creationId xmlns:p14="http://schemas.microsoft.com/office/powerpoint/2010/main" val="2176048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908720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Jesus don't You keep me from that storm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want to walk that sacred ground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You are Master of it all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I am but a lost and found</a:t>
            </a:r>
            <a:br>
              <a:rPr lang="en-GB" sz="3600" dirty="0">
                <a:solidFill>
                  <a:schemeClr val="bg1"/>
                </a:solidFill>
              </a:rPr>
            </a:b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(REPEAT)</a:t>
            </a:r>
          </a:p>
          <a:p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4/6</a:t>
            </a:r>
          </a:p>
        </p:txBody>
      </p:sp>
    </p:spTree>
    <p:extLst>
      <p:ext uri="{BB962C8B-B14F-4D97-AF65-F5344CB8AC3E}">
        <p14:creationId xmlns:p14="http://schemas.microsoft.com/office/powerpoint/2010/main" val="3621448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20EB1-AEDF-8452-26A1-A699D8A1B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F0699CD-9B73-3853-F532-7C19977964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Lost and found</a:t>
            </a:r>
          </a:p>
          <a:p>
            <a:r>
              <a:rPr lang="en-GB" sz="3600" dirty="0">
                <a:solidFill>
                  <a:schemeClr val="bg1"/>
                </a:solidFill>
              </a:rPr>
              <a:t>Lost and found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am but a lost and found</a:t>
            </a:r>
          </a:p>
          <a:p>
            <a:r>
              <a:rPr lang="en-GB" sz="3600" dirty="0">
                <a:solidFill>
                  <a:schemeClr val="bg1"/>
                </a:solidFill>
              </a:rPr>
              <a:t>But can there be a sweeter sound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Than singing with the lost and found</a:t>
            </a:r>
            <a:br>
              <a:rPr lang="en-GB" sz="3600" dirty="0">
                <a:solidFill>
                  <a:schemeClr val="bg1"/>
                </a:solidFill>
              </a:rPr>
            </a:b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(REPEAT)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2EBB87-591B-0FF3-DBD7-DF67EAFCE28E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5/6</a:t>
            </a:r>
          </a:p>
        </p:txBody>
      </p:sp>
    </p:spTree>
    <p:extLst>
      <p:ext uri="{BB962C8B-B14F-4D97-AF65-F5344CB8AC3E}">
        <p14:creationId xmlns:p14="http://schemas.microsoft.com/office/powerpoint/2010/main" val="3403244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146DB-CFC1-8AF8-A8D9-0FFAEF495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F1A0416-7EFC-C13F-A044-F8ED412476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Jesus don't You keep me from that storm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want to walk that sacred ground</a:t>
            </a:r>
            <a:br>
              <a:rPr lang="en-GB" sz="3600" dirty="0">
                <a:solidFill>
                  <a:schemeClr val="bg1"/>
                </a:solidFill>
              </a:rPr>
            </a:br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For You are Master of it all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I am but a lost and found</a:t>
            </a:r>
          </a:p>
          <a:p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C7FB3A-5E9A-BD03-EFF8-76B44307C2CF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6/6</a:t>
            </a:r>
          </a:p>
        </p:txBody>
      </p:sp>
    </p:spTree>
    <p:extLst>
      <p:ext uri="{BB962C8B-B14F-4D97-AF65-F5344CB8AC3E}">
        <p14:creationId xmlns:p14="http://schemas.microsoft.com/office/powerpoint/2010/main" val="4255627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768</TotalTime>
  <Words>310</Words>
  <Application>Microsoft Office PowerPoint</Application>
  <PresentationFormat>On-screen Show (4:3)</PresentationFormat>
  <Paragraphs>48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akagi_probook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Administrator</dc:creator>
  <cp:lastModifiedBy>Dele Olajide</cp:lastModifiedBy>
  <cp:revision>80</cp:revision>
  <dcterms:created xsi:type="dcterms:W3CDTF">2019-09-23T12:06:27Z</dcterms:created>
  <dcterms:modified xsi:type="dcterms:W3CDTF">2026-06-16T09:18:02Z</dcterms:modified>
</cp:coreProperties>
</file>