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518" r:id="rId2"/>
    <p:sldId id="520" r:id="rId3"/>
    <p:sldId id="521" r:id="rId4"/>
    <p:sldId id="522" r:id="rId5"/>
    <p:sldId id="1487" r:id="rId6"/>
    <p:sldId id="523" r:id="rId7"/>
    <p:sldId id="1486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103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06/02/2026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Your Love Never Fails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5337172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Anthony Skinner | Chris </a:t>
            </a:r>
            <a:r>
              <a:rPr lang="en-GB" sz="1200" dirty="0" err="1">
                <a:solidFill>
                  <a:schemeClr val="bg1"/>
                </a:solidFill>
              </a:rPr>
              <a:t>McClarney</a:t>
            </a:r>
            <a:endParaRPr lang="en-GB" sz="1200" dirty="0">
              <a:solidFill>
                <a:schemeClr val="bg1"/>
              </a:solidFill>
            </a:endParaRP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2008 Integrity's Alleluia!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Out Of The Cave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Thankyou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94038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Nothing can separate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Even if I ran away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fails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know I still make mistakes but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new mercies for me </a:t>
            </a:r>
            <a:r>
              <a:rPr lang="en-GB" sz="3600" dirty="0" err="1">
                <a:solidFill>
                  <a:schemeClr val="bg1"/>
                </a:solidFill>
              </a:rPr>
              <a:t>ev'ryday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Your love never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21756358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(And) You stay the same through the ages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changes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may be pain in the night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joy comes in the morning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when the oceans rage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don't have to be afraid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I know that You love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(Your love never fails)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1570588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wind is strong and the water's deep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I'm not alone here in these open seas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fails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chasm is far too wide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never thought I'd reach the other 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3810902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2C397-59FA-2CF4-D207-856B422C7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4E085CD-C849-CDD0-2082-5DB3E69B7F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(And) You stay the same through the ages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changes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may be pain in the night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joy comes in the morning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when the oceans rage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don't have to be afraid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I know that You love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(Your love never fails)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22B8DF-F77A-D348-8D32-66228737F6CB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1956414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504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make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Work together for my good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make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Work together for my good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1241289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0FF40-4FCA-8E2E-86B2-5F6E3AB1B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09072CE-736A-9F42-AB2C-654767D7C5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(And) You stay the same through the ages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changes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may be pain in the night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joy comes in the morning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when the oceans rage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don't have to be afraid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I know that You love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(Your love never fails)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960F5B-2CF6-A9DE-CECA-5E9E8F49C8A8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1292161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</TotalTime>
  <Words>322</Words>
  <Application>Microsoft Office PowerPoint</Application>
  <PresentationFormat>On-screen Show (4:3)</PresentationFormat>
  <Paragraphs>58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akagi_probook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76</cp:revision>
  <dcterms:created xsi:type="dcterms:W3CDTF">2019-09-23T12:06:27Z</dcterms:created>
  <dcterms:modified xsi:type="dcterms:W3CDTF">2026-02-06T09:19:17Z</dcterms:modified>
</cp:coreProperties>
</file>