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994" r:id="rId2"/>
    <p:sldId id="995" r:id="rId3"/>
    <p:sldId id="996" r:id="rId4"/>
    <p:sldId id="997" r:id="rId5"/>
    <p:sldId id="998" r:id="rId6"/>
    <p:sldId id="999" r:id="rId7"/>
    <p:sldId id="1000" r:id="rId8"/>
    <p:sldId id="1001" r:id="rId9"/>
    <p:sldId id="1002" r:id="rId10"/>
    <p:sldId id="1003" r:id="rId11"/>
    <p:sldId id="100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1" autoAdjust="0"/>
    <p:restoredTop sz="82272" autoAdjust="0"/>
  </p:normalViewPr>
  <p:slideViewPr>
    <p:cSldViewPr>
      <p:cViewPr varScale="1">
        <p:scale>
          <a:sx n="73" d="100"/>
          <a:sy n="73" d="100"/>
        </p:scale>
        <p:origin x="1930" y="4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Still The King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7244159</a:t>
            </a:r>
          </a:p>
          <a:p>
            <a:r>
              <a:rPr lang="en-GB" sz="1200" dirty="0">
                <a:solidFill>
                  <a:schemeClr val="bg1"/>
                </a:solidFill>
              </a:rPr>
              <a:t>Colton Price | Jess Cates | Kaelob Mecum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2025 Twenty One Strong Music; We Are TIM Music; Be Essential Songs; Paid The Price Publishing; Wisteria Drive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54076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think of the cross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cross of Christ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begins to rise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begins to 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210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357990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look on the Lamb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wounded Lamb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hands will lift to Him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hands will lift to 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214479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 hallelujah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019A6-A0FB-64B6-1541-06AFF235AED9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9618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2EBC8-744B-794F-71DF-6E3937F94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F414A2-2441-3327-C618-20FBC870E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recount the cost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cost of grace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bought my sin and shame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I'll never be the same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5E041-16B3-8D19-0F2D-AC4233F7B976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937332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DDF56-B504-9DF7-9611-4F4952BD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817A63-B565-5A43-CAFE-6BFF8D3E8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look at my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good You've been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Oh I can't hold it in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I'll never hold it 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1C698-0095-4290-B730-5F717046F05D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172985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202C-832F-B732-9BA9-C0A834FB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14E035-88ED-4472-6FF7-31F5945C4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 hallelujah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14D24-3AEB-245B-9EC9-0B19C444D243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2344885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EB6D-E3B8-EA06-6512-BECB7453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482A22-9AB6-8C96-79FC-439FBDA18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think of the tomb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empty tomb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I'm filled with gratitude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Endless gratitude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2F74D-D14F-C76E-BD1C-7ABF5805DD46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355367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42A5B-94A8-6F1C-96D2-CA536765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848B66-F2D0-EA4B-0A62-3B095E3DD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For He defeated death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He reigns above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grave could hold His love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grave could hold His love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0362E-E1B1-E2A7-E343-BC12197C6C7F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534740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FB04D-EFCA-53D4-741A-89D167CC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0C5F25-A73C-E315-97D0-D03918916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 hallelujah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3C8FF-9F5A-3142-2E00-19726DA17380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24222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F9CFB-51BB-A562-5EBA-3AD45291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92B8F9-39D8-3111-2A91-F42E72B92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all You've done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1115B-FE5D-A95B-852A-833F8DF13190}"/>
              </a:ext>
            </a:extLst>
          </p:cNvPr>
          <p:cNvSpPr txBox="1"/>
          <p:nvPr/>
        </p:nvSpPr>
        <p:spPr>
          <a:xfrm>
            <a:off x="8204319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215513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7374</TotalTime>
  <Words>339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387</cp:revision>
  <dcterms:created xsi:type="dcterms:W3CDTF">2019-09-23T12:06:27Z</dcterms:created>
  <dcterms:modified xsi:type="dcterms:W3CDTF">2026-10-26T11:16:44Z</dcterms:modified>
</cp:coreProperties>
</file>