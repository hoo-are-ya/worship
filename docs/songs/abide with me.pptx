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518" r:id="rId2"/>
    <p:sldId id="519" r:id="rId3"/>
    <p:sldId id="520" r:id="rId4"/>
    <p:sldId id="521" r:id="rId5"/>
    <p:sldId id="526" r:id="rId6"/>
    <p:sldId id="522" r:id="rId7"/>
    <p:sldId id="524" r:id="rId8"/>
    <p:sldId id="527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1038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05/03/2026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05/03/2026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05/03/2026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05/03/2026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05/03/2026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05/03/2026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05/03/2026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05/03/2026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05/03/2026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05/03/2026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05/03/2026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EA1CF3-4A15-4CBF-9A5A-6A56C368BE71}" type="datetimeFigureOut">
              <a:rPr lang="en-GB" smtClean="0"/>
              <a:pPr/>
              <a:t>05/03/2026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188640"/>
            <a:ext cx="8640960" cy="6480720"/>
          </a:xfrm>
        </p:spPr>
        <p:txBody>
          <a:bodyPr>
            <a:noAutofit/>
          </a:bodyPr>
          <a:lstStyle/>
          <a:p>
            <a:endParaRPr lang="en-GB" sz="5400" dirty="0">
              <a:solidFill>
                <a:schemeClr val="bg1"/>
              </a:solidFill>
            </a:endParaRPr>
          </a:p>
          <a:p>
            <a:r>
              <a:rPr lang="en-GB" sz="4400" b="0" i="0" dirty="0">
                <a:solidFill>
                  <a:srgbClr val="00A3E0"/>
                </a:solidFill>
                <a:effectLst/>
                <a:latin typeface="akagi_probook"/>
              </a:rPr>
              <a:t>Abide With Me</a:t>
            </a:r>
          </a:p>
          <a:p>
            <a:br>
              <a:rPr lang="en-GB" sz="1200" dirty="0">
                <a:solidFill>
                  <a:schemeClr val="bg1"/>
                </a:solidFill>
              </a:rPr>
            </a:br>
            <a:br>
              <a:rPr lang="en-GB" sz="1200" dirty="0">
                <a:solidFill>
                  <a:schemeClr val="bg1"/>
                </a:solidFill>
              </a:rPr>
            </a:br>
            <a:r>
              <a:rPr lang="en-GB" sz="1200" dirty="0">
                <a:solidFill>
                  <a:schemeClr val="bg1"/>
                </a:solidFill>
              </a:rPr>
              <a:t>CCLI Song # 7038447</a:t>
            </a:r>
          </a:p>
          <a:p>
            <a:r>
              <a:rPr lang="en-GB" sz="1200" dirty="0">
                <a:solidFill>
                  <a:schemeClr val="bg1"/>
                </a:solidFill>
              </a:rPr>
              <a:t>David Crowder | Jason Ingram | Matt Maher | Matt Redman</a:t>
            </a:r>
          </a:p>
          <a:p>
            <a:r>
              <a:rPr lang="en-GB" sz="1200" dirty="0">
                <a:solidFill>
                  <a:schemeClr val="bg1"/>
                </a:solidFill>
              </a:rPr>
              <a:t>© </a:t>
            </a:r>
            <a:r>
              <a:rPr lang="en-GB" sz="1200" dirty="0" err="1">
                <a:solidFill>
                  <a:schemeClr val="bg1"/>
                </a:solidFill>
              </a:rPr>
              <a:t>Inot</a:t>
            </a:r>
            <a:r>
              <a:rPr lang="en-GB" sz="1200" dirty="0">
                <a:solidFill>
                  <a:schemeClr val="bg1"/>
                </a:solidFill>
              </a:rPr>
              <a:t> Music; </a:t>
            </a:r>
            <a:r>
              <a:rPr lang="en-GB" sz="1200" dirty="0" err="1">
                <a:solidFill>
                  <a:schemeClr val="bg1"/>
                </a:solidFill>
              </a:rPr>
              <a:t>sixsteps</a:t>
            </a:r>
            <a:r>
              <a:rPr lang="en-GB" sz="1200" dirty="0">
                <a:solidFill>
                  <a:schemeClr val="bg1"/>
                </a:solidFill>
              </a:rPr>
              <a:t> Music; worshiptogether.com songs; Be Essential Songs; I Am A Pilgrim Songs; Open Hands Music; So Essential Tunes; Said And Done Music; Thankyou Music Ltd</a:t>
            </a:r>
          </a:p>
          <a:p>
            <a:r>
              <a:rPr lang="en-GB" sz="1200" dirty="0">
                <a:solidFill>
                  <a:schemeClr val="bg1"/>
                </a:solidFill>
              </a:rPr>
              <a:t>For use solely with the </a:t>
            </a:r>
            <a:r>
              <a:rPr lang="en-GB" sz="1200" dirty="0" err="1">
                <a:solidFill>
                  <a:schemeClr val="bg1"/>
                </a:solidFill>
              </a:rPr>
              <a:t>SongSelect</a:t>
            </a:r>
            <a:r>
              <a:rPr lang="en-GB" sz="1200" dirty="0">
                <a:solidFill>
                  <a:schemeClr val="bg1"/>
                </a:solidFill>
              </a:rPr>
              <a:t>® Terms of Use. All rights reserved. www.ccli.com</a:t>
            </a:r>
          </a:p>
          <a:p>
            <a:r>
              <a:rPr lang="en-GB" sz="1200" dirty="0">
                <a:solidFill>
                  <a:schemeClr val="bg1"/>
                </a:solidFill>
              </a:rPr>
              <a:t>CCLI Licence No. 33265</a:t>
            </a:r>
          </a:p>
        </p:txBody>
      </p:sp>
    </p:spTree>
    <p:extLst>
      <p:ext uri="{BB962C8B-B14F-4D97-AF65-F5344CB8AC3E}">
        <p14:creationId xmlns:p14="http://schemas.microsoft.com/office/powerpoint/2010/main" val="29403829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836712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I have a home eternal home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But for now I walk this broken world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walked it first You know our pain</a:t>
            </a:r>
          </a:p>
          <a:p>
            <a:r>
              <a:rPr lang="en-GB" sz="3600" dirty="0">
                <a:solidFill>
                  <a:schemeClr val="bg1"/>
                </a:solidFill>
              </a:rPr>
              <a:t>But You show hope can rise</a:t>
            </a:r>
          </a:p>
          <a:p>
            <a:r>
              <a:rPr lang="en-GB" sz="3600" dirty="0">
                <a:solidFill>
                  <a:schemeClr val="bg1"/>
                </a:solidFill>
              </a:rPr>
              <a:t>Again up from the grave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1/7</a:t>
            </a:r>
          </a:p>
        </p:txBody>
      </p:sp>
    </p:spTree>
    <p:extLst>
      <p:ext uri="{BB962C8B-B14F-4D97-AF65-F5344CB8AC3E}">
        <p14:creationId xmlns:p14="http://schemas.microsoft.com/office/powerpoint/2010/main" val="21756358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Abide with me abide with 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Don't let me fall and don't let go</a:t>
            </a:r>
          </a:p>
          <a:p>
            <a:r>
              <a:rPr lang="en-GB" sz="3600" dirty="0">
                <a:solidFill>
                  <a:schemeClr val="bg1"/>
                </a:solidFill>
              </a:rPr>
              <a:t>Walk with me and never leave</a:t>
            </a:r>
          </a:p>
          <a:p>
            <a:r>
              <a:rPr lang="en-GB" sz="3600" dirty="0">
                <a:solidFill>
                  <a:schemeClr val="bg1"/>
                </a:solidFill>
              </a:rPr>
              <a:t>Ever close God abide with 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2/7</a:t>
            </a:r>
          </a:p>
        </p:txBody>
      </p:sp>
    </p:spTree>
    <p:extLst>
      <p:ext uri="{BB962C8B-B14F-4D97-AF65-F5344CB8AC3E}">
        <p14:creationId xmlns:p14="http://schemas.microsoft.com/office/powerpoint/2010/main" val="3650951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There in the night Gethsemane</a:t>
            </a:r>
          </a:p>
          <a:p>
            <a:r>
              <a:rPr lang="en-GB" sz="3600" dirty="0">
                <a:solidFill>
                  <a:schemeClr val="bg1"/>
                </a:solidFill>
              </a:rPr>
              <a:t>Before the cross before the nails</a:t>
            </a:r>
          </a:p>
          <a:p>
            <a:r>
              <a:rPr lang="en-GB" sz="3600" dirty="0">
                <a:solidFill>
                  <a:schemeClr val="bg1"/>
                </a:solidFill>
              </a:rPr>
              <a:t>Overwhelmed alone You prayed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met us in our suffering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bore our shame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3/7</a:t>
            </a:r>
          </a:p>
        </p:txBody>
      </p:sp>
    </p:spTree>
    <p:extLst>
      <p:ext uri="{BB962C8B-B14F-4D97-AF65-F5344CB8AC3E}">
        <p14:creationId xmlns:p14="http://schemas.microsoft.com/office/powerpoint/2010/main" val="28785980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BC496-FC87-8E1E-64AA-1F013CF68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43CC7BE-92CA-0354-ADCB-7ED005CC7E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Abide with me abide with 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Don't let me fall and don't let go</a:t>
            </a:r>
          </a:p>
          <a:p>
            <a:r>
              <a:rPr lang="en-GB" sz="3600" dirty="0">
                <a:solidFill>
                  <a:schemeClr val="bg1"/>
                </a:solidFill>
              </a:rPr>
              <a:t>Walk with me and never leave</a:t>
            </a:r>
          </a:p>
          <a:p>
            <a:r>
              <a:rPr lang="en-GB" sz="3600" dirty="0">
                <a:solidFill>
                  <a:schemeClr val="bg1"/>
                </a:solidFill>
              </a:rPr>
              <a:t>Ever close God abide with 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4041DC-0661-6DFD-ED4A-0A5AC9565E29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4/7</a:t>
            </a:r>
          </a:p>
        </p:txBody>
      </p:sp>
    </p:spTree>
    <p:extLst>
      <p:ext uri="{BB962C8B-B14F-4D97-AF65-F5344CB8AC3E}">
        <p14:creationId xmlns:p14="http://schemas.microsoft.com/office/powerpoint/2010/main" val="28657401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5536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Oh love that will not ever let me go</a:t>
            </a:r>
          </a:p>
          <a:p>
            <a:r>
              <a:rPr lang="en-GB" sz="3600" dirty="0">
                <a:solidFill>
                  <a:schemeClr val="bg1"/>
                </a:solidFill>
              </a:rPr>
              <a:t>Love that will not ever let me go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never let me go</a:t>
            </a:r>
          </a:p>
          <a:p>
            <a:r>
              <a:rPr lang="en-GB" sz="3600" dirty="0">
                <a:solidFill>
                  <a:schemeClr val="bg1"/>
                </a:solidFill>
              </a:rPr>
              <a:t>Love that will not ever let me 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5/7</a:t>
            </a:r>
          </a:p>
        </p:txBody>
      </p:sp>
    </p:spTree>
    <p:extLst>
      <p:ext uri="{BB962C8B-B14F-4D97-AF65-F5344CB8AC3E}">
        <p14:creationId xmlns:p14="http://schemas.microsoft.com/office/powerpoint/2010/main" val="3230611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1698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And up ahead eternity</a:t>
            </a:r>
          </a:p>
          <a:p>
            <a:r>
              <a:rPr lang="en-GB" sz="3600" dirty="0">
                <a:solidFill>
                  <a:schemeClr val="bg1"/>
                </a:solidFill>
              </a:rPr>
              <a:t>We'll weep no more we'll sing for joy</a:t>
            </a:r>
          </a:p>
          <a:p>
            <a:r>
              <a:rPr lang="en-GB" sz="3600" dirty="0">
                <a:solidFill>
                  <a:schemeClr val="bg1"/>
                </a:solidFill>
              </a:rPr>
              <a:t>Abide with 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6/7</a:t>
            </a:r>
          </a:p>
        </p:txBody>
      </p:sp>
    </p:spTree>
    <p:extLst>
      <p:ext uri="{BB962C8B-B14F-4D97-AF65-F5344CB8AC3E}">
        <p14:creationId xmlns:p14="http://schemas.microsoft.com/office/powerpoint/2010/main" val="34913717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0E7D48-1168-DE63-5A45-FEAF7915D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9733510-3923-2217-4DE2-9A0D6B61C7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Abide with me abide with 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Don't let me fall and don't let go</a:t>
            </a:r>
          </a:p>
          <a:p>
            <a:r>
              <a:rPr lang="en-GB" sz="3600" dirty="0">
                <a:solidFill>
                  <a:schemeClr val="bg1"/>
                </a:solidFill>
              </a:rPr>
              <a:t>Walk with me and never leave</a:t>
            </a:r>
          </a:p>
          <a:p>
            <a:r>
              <a:rPr lang="en-GB" sz="3600" dirty="0">
                <a:solidFill>
                  <a:schemeClr val="bg1"/>
                </a:solidFill>
              </a:rPr>
              <a:t>Ever close God abide with 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B2B5D7-EB7E-2DC6-06FE-29BB9F8C6B9E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7/7</a:t>
            </a:r>
          </a:p>
        </p:txBody>
      </p:sp>
    </p:spTree>
    <p:extLst>
      <p:ext uri="{BB962C8B-B14F-4D97-AF65-F5344CB8AC3E}">
        <p14:creationId xmlns:p14="http://schemas.microsoft.com/office/powerpoint/2010/main" val="32005962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767</TotalTime>
  <Words>271</Words>
  <Application>Microsoft Office PowerPoint</Application>
  <PresentationFormat>On-screen Show (4:3)</PresentationFormat>
  <Paragraphs>43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akagi_probook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Administrator</dc:creator>
  <cp:lastModifiedBy>Dele Olajide</cp:lastModifiedBy>
  <cp:revision>76</cp:revision>
  <dcterms:created xsi:type="dcterms:W3CDTF">2019-09-23T12:06:27Z</dcterms:created>
  <dcterms:modified xsi:type="dcterms:W3CDTF">2026-03-05T13:22:09Z</dcterms:modified>
</cp:coreProperties>
</file>