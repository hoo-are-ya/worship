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Majesty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1527</a:t>
            </a:r>
          </a:p>
          <a:p>
            <a:r>
              <a:rPr lang="en-GB" sz="1200" dirty="0">
                <a:solidFill>
                  <a:schemeClr val="bg1"/>
                </a:solidFill>
              </a:rPr>
              <a:t>Jack Hayford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1984 New Spring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Majesty worship His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Unto Jesus be all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Honor and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 kingdom authority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Flow from His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Unto His own His anthem 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So exalt lift up on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Magnify come glorify</a:t>
            </a:r>
          </a:p>
          <a:p>
            <a:r>
              <a:rPr lang="en-GB" sz="3600" dirty="0">
                <a:solidFill>
                  <a:schemeClr val="bg1"/>
                </a:solidFill>
              </a:rPr>
              <a:t>Christ Jesus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 worship His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who died now glorified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King of all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95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2026-04-29T21:00:06Z</dcterms:modified>
</cp:coreProperties>
</file>