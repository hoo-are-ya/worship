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  <p:sldId id="52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What A Friend We Have In Jesus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7206913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Charles Crozat Converse | Joseph Medlicott Scriven | Paul Baloche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Words: Public Domain; Music: Integrity Worship Music; </a:t>
            </a:r>
            <a:r>
              <a:rPr lang="en-GB" sz="1200" dirty="0" err="1">
                <a:solidFill>
                  <a:schemeClr val="bg1"/>
                </a:solidFill>
              </a:rPr>
              <a:t>Leadworship</a:t>
            </a:r>
            <a:r>
              <a:rPr lang="en-GB" sz="1200" dirty="0">
                <a:solidFill>
                  <a:schemeClr val="bg1"/>
                </a:solidFill>
              </a:rPr>
              <a:t> Songs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a friend we have in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our sins and griefs to bear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a privilege to carry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Everything to God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peace we often forfeit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needless pain we bear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because we do not carry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Everything to God in prayer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Have we trials and temptations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there trouble anywhere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should never be discouraged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we find a friend so faithful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all our sorrows share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knows our every weakness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Are we weak and heavy laden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Cumbered with a load of care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Precious Savior still our refuge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 thy friends despise forsake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His arms He'll take and shield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Thou wilt find a solace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209</Words>
  <Application>Microsoft Office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2026-03-05T11:56:35Z</dcterms:modified>
</cp:coreProperties>
</file>