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558" r:id="rId2"/>
    <p:sldId id="1243" r:id="rId3"/>
    <p:sldId id="1244" r:id="rId4"/>
    <p:sldId id="1245" r:id="rId5"/>
    <p:sldId id="1246" r:id="rId6"/>
    <p:sldId id="1559" r:id="rId7"/>
    <p:sldId id="1560" r:id="rId8"/>
    <p:sldId id="1247" r:id="rId9"/>
    <p:sldId id="156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8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Never </a:t>
            </a:r>
            <a:r>
              <a:rPr lang="en-GB" sz="4400" b="0" i="0" dirty="0" err="1">
                <a:solidFill>
                  <a:srgbClr val="00A3E0"/>
                </a:solidFill>
                <a:effectLst/>
                <a:latin typeface="akagi_probook"/>
              </a:rPr>
              <a:t>Gonna</a:t>
            </a:r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 Stop Singing 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7054533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Matt Vaughan | Ran Jackson | Tom Smith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2015 Brand Vaughan Music (Admin. by Capitol CMG Publishing)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Capitol CMG Genesis (Admin. by Capitol CMG Publishing)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Evident Music Publishing (Admin. by Capitol CMG Publishing)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Jesus Culture Music (Admin. by Capitol CMG Publishing)</a:t>
            </a:r>
          </a:p>
          <a:p>
            <a:r>
              <a:rPr lang="en-GB" sz="1200" dirty="0" err="1">
                <a:solidFill>
                  <a:schemeClr val="bg1"/>
                </a:solidFill>
              </a:rPr>
              <a:t>Songsmiff</a:t>
            </a:r>
            <a:r>
              <a:rPr lang="en-GB" sz="1200" dirty="0">
                <a:solidFill>
                  <a:schemeClr val="bg1"/>
                </a:solidFill>
              </a:rPr>
              <a:t> Publishing (Admin. by Capitol CMG Publishing)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18215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11231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called 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Into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reached down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save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255162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conquered the grave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crossed the divide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Lost in our sin You made us alive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can we ever hold it inside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can't hold back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lift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217604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Higher </a:t>
            </a:r>
            <a:r>
              <a:rPr lang="en-GB" sz="3600" dirty="0" err="1">
                <a:solidFill>
                  <a:schemeClr val="bg1"/>
                </a:solidFill>
              </a:rPr>
              <a:t>higher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Hearts burning bright like a fire </a:t>
            </a:r>
            <a:r>
              <a:rPr lang="en-GB" sz="3600" dirty="0" err="1">
                <a:solidFill>
                  <a:schemeClr val="bg1"/>
                </a:solidFill>
              </a:rPr>
              <a:t>fire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Voices unite make it louder </a:t>
            </a:r>
            <a:r>
              <a:rPr lang="en-GB" sz="3600" dirty="0" err="1">
                <a:solidFill>
                  <a:schemeClr val="bg1"/>
                </a:solidFill>
              </a:rPr>
              <a:t>louder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We're never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stop singing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Oo</a:t>
            </a:r>
            <a:r>
              <a:rPr lang="en-GB" sz="3600" dirty="0">
                <a:solidFill>
                  <a:schemeClr val="bg1"/>
                </a:solidFill>
              </a:rPr>
              <a:t> we're never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stop (singing)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91405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longer bound in chains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rescued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called me by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362144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20EB1-AEDF-8452-26A1-A699D8A1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0699CD-9B73-3853-F532-7C1997796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conquered the grave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crossed the divide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Lost in our sin You made us alive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can we ever hold it inside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can't hold back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lift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EBB87-591B-0FF3-DBD7-DF67EAFCE28E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3403244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146DB-CFC1-8AF8-A8D9-0FFAEF49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1A0416-7EFC-C13F-A044-F8ED41247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Higher </a:t>
            </a:r>
            <a:r>
              <a:rPr lang="en-GB" sz="3600" dirty="0" err="1">
                <a:solidFill>
                  <a:schemeClr val="bg1"/>
                </a:solidFill>
              </a:rPr>
              <a:t>higher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Hearts burning bright like a fire </a:t>
            </a:r>
            <a:r>
              <a:rPr lang="en-GB" sz="3600" dirty="0" err="1">
                <a:solidFill>
                  <a:schemeClr val="bg1"/>
                </a:solidFill>
              </a:rPr>
              <a:t>fire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Voices unite make it louder </a:t>
            </a:r>
            <a:r>
              <a:rPr lang="en-GB" sz="3600" dirty="0" err="1">
                <a:solidFill>
                  <a:schemeClr val="bg1"/>
                </a:solidFill>
              </a:rPr>
              <a:t>louder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We're never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stop singing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Oo</a:t>
            </a:r>
            <a:r>
              <a:rPr lang="en-GB" sz="3600" dirty="0">
                <a:solidFill>
                  <a:schemeClr val="bg1"/>
                </a:solidFill>
              </a:rPr>
              <a:t> we're never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stop (singing)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7FB3A-5E9A-BD03-EFF8-76B44307C2C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425562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Every tribe every tongue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heart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knee we will bow to the risen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Lift Him up lift Him up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never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stop singing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Oo</a:t>
            </a:r>
            <a:r>
              <a:rPr lang="en-GB" sz="3600" dirty="0">
                <a:solidFill>
                  <a:schemeClr val="bg1"/>
                </a:solidFill>
              </a:rPr>
              <a:t> never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3267609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738E1-A828-C17E-0457-8D659512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301EFC-93BE-1774-E1A0-F4C370B7F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Higher </a:t>
            </a:r>
            <a:r>
              <a:rPr lang="en-GB" sz="3600" dirty="0" err="1">
                <a:solidFill>
                  <a:schemeClr val="bg1"/>
                </a:solidFill>
              </a:rPr>
              <a:t>higher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Hearts burning bright like a fire </a:t>
            </a:r>
            <a:r>
              <a:rPr lang="en-GB" sz="3600" dirty="0" err="1">
                <a:solidFill>
                  <a:schemeClr val="bg1"/>
                </a:solidFill>
              </a:rPr>
              <a:t>fire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Voices unite make it louder </a:t>
            </a:r>
            <a:r>
              <a:rPr lang="en-GB" sz="3600" dirty="0" err="1">
                <a:solidFill>
                  <a:schemeClr val="bg1"/>
                </a:solidFill>
              </a:rPr>
              <a:t>louder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We're never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stop singing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Oo</a:t>
            </a:r>
            <a:r>
              <a:rPr lang="en-GB" sz="3600" dirty="0">
                <a:solidFill>
                  <a:schemeClr val="bg1"/>
                </a:solidFill>
              </a:rPr>
              <a:t> we're never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stop (singing)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35C3B2-EECE-417E-A128-8CB0D7BA5C5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374852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311</Words>
  <Application>Microsoft Office PowerPoint</Application>
  <PresentationFormat>On-screen Show (4:3)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77</cp:revision>
  <dcterms:created xsi:type="dcterms:W3CDTF">2019-09-23T12:06:27Z</dcterms:created>
  <dcterms:modified xsi:type="dcterms:W3CDTF">2026-06-08T09:28:13Z</dcterms:modified>
</cp:coreProperties>
</file>