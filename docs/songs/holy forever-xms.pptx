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20" r:id="rId3"/>
    <p:sldId id="521" r:id="rId4"/>
    <p:sldId id="522" r:id="rId5"/>
    <p:sldId id="838" r:id="rId6"/>
    <p:sldId id="840" r:id="rId7"/>
    <p:sldId id="524" r:id="rId8"/>
    <p:sldId id="841" r:id="rId9"/>
    <p:sldId id="842" r:id="rId10"/>
    <p:sldId id="843" r:id="rId11"/>
    <p:sldId id="52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4" autoAdjust="0"/>
    <p:restoredTop sz="94660"/>
  </p:normalViewPr>
  <p:slideViewPr>
    <p:cSldViewPr>
      <p:cViewPr varScale="1">
        <p:scale>
          <a:sx n="103" d="100"/>
          <a:sy n="103" d="100"/>
        </p:scale>
        <p:origin x="11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Holy Forever - Christmas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7249209</a:t>
            </a:r>
          </a:p>
          <a:p>
            <a:r>
              <a:rPr lang="en-GB" sz="1200" dirty="0">
                <a:solidFill>
                  <a:schemeClr val="bg1"/>
                </a:solidFill>
              </a:rPr>
              <a:t>Brian Johnson | Chris Davenport | Chris Tomlin | Jason Ingram | Jenn Johnson | Phil Wickham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2024 Phil Wickham Music; Simply Global Songs; Capitol CMG Paragon; </a:t>
            </a:r>
            <a:r>
              <a:rPr lang="en-GB" sz="1200" dirty="0" err="1">
                <a:solidFill>
                  <a:schemeClr val="bg1"/>
                </a:solidFill>
              </a:rPr>
              <a:t>CDavs</a:t>
            </a:r>
            <a:r>
              <a:rPr lang="en-GB" sz="1200" dirty="0">
                <a:solidFill>
                  <a:schemeClr val="bg1"/>
                </a:solidFill>
              </a:rPr>
              <a:t> Music; S. D. G. Publishing; Songs For TIM; Be Essential Songs; My Magnolia Music; Bethel Music Publishing; Brian and Jenn Publishing; Remaining portion is unaffiliated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Held within a manger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Son of God arrived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one who would be called Emmanuel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promise was delivered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Unto a virgin bride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one who would be called Emmanuel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(Jesus) Your name is the highest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the greatest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stands above them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thrones and dominions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powers and positions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stands above them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-42193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64978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the angels cry Holy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creation cries Holy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lifted high Holy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28377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1408307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humble town of David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 Savior born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one who would be called Emmanuel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Behold the host of heaven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holy roar proclaim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one who would be called Emmanuel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Messiah our God is with us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28377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2044400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the angels cry Holy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creation cries Holy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lifted high Holy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4408" y="4462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2864160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Hear Your people sing Holy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the King of Kings Holy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will always be Holy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4609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306332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(Jesus) Your name is the highest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the greatest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stands above them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thrones and dominions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powers and positions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stands above them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155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1806542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And the angels cry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All creation cries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lifted high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3703381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Hear Your people sing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To the King of Kings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will always be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8233" y="9947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482190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will always be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4319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718235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341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78</cp:revision>
  <dcterms:created xsi:type="dcterms:W3CDTF">2019-09-23T12:06:27Z</dcterms:created>
  <dcterms:modified xsi:type="dcterms:W3CDTF">2025-12-21T18:16:10Z</dcterms:modified>
</cp:coreProperties>
</file>