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8" r:id="rId2"/>
    <p:sldId id="519" r:id="rId3"/>
    <p:sldId id="520" r:id="rId4"/>
    <p:sldId id="521" r:id="rId5"/>
    <p:sldId id="522" r:id="rId6"/>
    <p:sldId id="524" r:id="rId7"/>
    <p:sldId id="526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Blessed Assurance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22324</a:t>
            </a:r>
          </a:p>
          <a:p>
            <a:r>
              <a:rPr lang="en-GB" sz="1200" dirty="0">
                <a:solidFill>
                  <a:schemeClr val="bg1"/>
                </a:solidFill>
              </a:rPr>
              <a:t>Fanny Jane Crosby | Phoebe Palmer Knapp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Words: Public Domain; Music: Public Domain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Blessed assurance Jesus is mine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what a foretaste of glory divine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Heir of salvation purchase of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Born of His Spirit washed in His blood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This is my story this is my song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Praising my Savior all the day long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my story this is my song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Praising my Savior all the day long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Perfect submission perfect delight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Visions of rapture now burst on my sight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Angels descending bring from above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Echoes of mercy whispers of love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This is my story this is my song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Praising my Savior all the day long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my story this is my song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Praising my Savior all the day long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323061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Perfect submission all is at rest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in my Savior am happy and blest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Watching and waiting looking above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Filled with His goodness lost in His love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3491371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66DE3-8188-C029-5255-F060E6DB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2E173A5-31CA-095E-AC95-7F3136086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This is my story this is my song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Praising my Savior all the day long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my story this is my song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Praising my Savior all the day long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174AD-A1A6-9564-F1D9-0C8BB831CD31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2101668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222</Words>
  <Application>Microsoft Office PowerPoint</Application>
  <PresentationFormat>On-screen Show (4:3)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76</cp:revision>
  <dcterms:created xsi:type="dcterms:W3CDTF">2019-09-23T12:06:27Z</dcterms:created>
  <dcterms:modified xsi:type="dcterms:W3CDTF">2026-03-02T14:09:47Z</dcterms:modified>
</cp:coreProperties>
</file>