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1492" r:id="rId2"/>
    <p:sldId id="1493" r:id="rId3"/>
    <p:sldId id="1494" r:id="rId4"/>
    <p:sldId id="1495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61" autoAdjust="0"/>
    <p:restoredTop sz="82272" autoAdjust="0"/>
  </p:normalViewPr>
  <p:slideViewPr>
    <p:cSldViewPr>
      <p:cViewPr varScale="1">
        <p:scale>
          <a:sx n="91" d="100"/>
          <a:sy n="91" d="100"/>
        </p:scale>
        <p:origin x="1596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06/02/2026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Be Still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120824</a:t>
            </a:r>
          </a:p>
          <a:p>
            <a:r>
              <a:rPr lang="en-GB" sz="1200" dirty="0">
                <a:solidFill>
                  <a:schemeClr val="bg1"/>
                </a:solidFill>
              </a:rPr>
              <a:t>David J. Evans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1986 Thankyou Music Ltd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743776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Be still for the presence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Holy One is here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bow before Him now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With reverence and fear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Him no sin is found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stand on holy ground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 still for the presence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Holy One is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1/3</a:t>
            </a:r>
          </a:p>
        </p:txBody>
      </p:sp>
    </p:spTree>
    <p:extLst>
      <p:ext uri="{BB962C8B-B14F-4D97-AF65-F5344CB8AC3E}">
        <p14:creationId xmlns:p14="http://schemas.microsoft.com/office/powerpoint/2010/main" val="3281651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68A6-FCF8-9407-99CE-A6F7B623C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76D78E-1E0E-481E-0E41-158A748F8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Be still for the glory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 shining all around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burns with holy fire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With </a:t>
            </a:r>
            <a:r>
              <a:rPr lang="en-GB" sz="3600" dirty="0" err="1">
                <a:solidFill>
                  <a:schemeClr val="bg1"/>
                </a:solidFill>
              </a:rPr>
              <a:t>splendor</a:t>
            </a:r>
            <a:r>
              <a:rPr lang="en-GB" sz="3600" dirty="0">
                <a:solidFill>
                  <a:schemeClr val="bg1"/>
                </a:solidFill>
              </a:rPr>
              <a:t> He is crowned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awesome is the sight</a:t>
            </a:r>
          </a:p>
          <a:p>
            <a:r>
              <a:rPr lang="en-GB" sz="3600" dirty="0">
                <a:solidFill>
                  <a:schemeClr val="bg1"/>
                </a:solidFill>
              </a:rPr>
              <a:t>Our radiant King of light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 still for the glory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 shining all around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AA8FDC-C9D5-0635-FD78-B0B35BB31994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2849577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B5293-206E-4331-140B-5087A0C12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1179B6C-66E2-72A0-786A-29CA7FEC1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Be still for the power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 moving in this place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comes to cleanse and heal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minister His grace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 work too hard for Him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faith receive from Him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 still for the power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 moving in this place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091E0-44D3-C018-40E3-D30F5038C3EF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1407458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7368</TotalTime>
  <Words>181</Words>
  <Application>Microsoft Office PowerPoint</Application>
  <PresentationFormat>On-screen Show (4:3)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385</cp:revision>
  <dcterms:created xsi:type="dcterms:W3CDTF">2019-09-23T12:06:27Z</dcterms:created>
  <dcterms:modified xsi:type="dcterms:W3CDTF">2026-02-06T09:43:18Z</dcterms:modified>
</cp:coreProperties>
</file>