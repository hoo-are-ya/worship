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999" r:id="rId2"/>
    <p:sldId id="1000" r:id="rId3"/>
    <p:sldId id="1001" r:id="rId4"/>
    <p:sldId id="1002" r:id="rId5"/>
    <p:sldId id="1489" r:id="rId6"/>
    <p:sldId id="1488" r:id="rId7"/>
    <p:sldId id="149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61" autoAdjust="0"/>
    <p:restoredTop sz="82272" autoAdjust="0"/>
  </p:normalViewPr>
  <p:slideViewPr>
    <p:cSldViewPr>
      <p:cViewPr varScale="1">
        <p:scale>
          <a:sx n="91" d="100"/>
          <a:sy n="91" d="100"/>
        </p:scale>
        <p:origin x="1488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The Blood Of Jesus Speaks For Me</a:t>
            </a:r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7057451</a:t>
            </a:r>
          </a:p>
          <a:p>
            <a:r>
              <a:rPr lang="en-GB" sz="1200" dirty="0">
                <a:solidFill>
                  <a:schemeClr val="bg1"/>
                </a:solidFill>
              </a:rPr>
              <a:t>David Moffitt | Travis Cottrell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Great Revelation Music; </a:t>
            </a:r>
            <a:r>
              <a:rPr lang="en-GB" sz="1200" dirty="0" err="1">
                <a:solidFill>
                  <a:schemeClr val="bg1"/>
                </a:solidFill>
              </a:rPr>
              <a:t>TimeChange</a:t>
            </a:r>
            <a:r>
              <a:rPr lang="en-GB" sz="1200" dirty="0">
                <a:solidFill>
                  <a:schemeClr val="bg1"/>
                </a:solidFill>
              </a:rPr>
              <a:t> Music; Universal Music - Brentwood Benson Publishing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  <a:br>
              <a:rPr lang="en-GB" sz="1200" dirty="0">
                <a:solidFill>
                  <a:schemeClr val="bg1"/>
                </a:solidFill>
              </a:rPr>
            </a:br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195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blood of Jesus speaks for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 still my soul redeeming love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Out of the dust of Calvary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 rising to the throne above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vengeance in His cry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While it is finished fills the sky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Forgiveness is the final plea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blood of Jesus speaks for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4157033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heart can barely take it 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pardons all my guilty stains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Surrender all my shame to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breaks the curse of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chain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sin is great but greater still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boundless grace His heart reveals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 mercy deeper than the sea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blood of Jesus speaks for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1387958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When my accuser makes the claim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I should die for my offense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point him to that rugged frame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Where I found life at Christ's expense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See from His hands His feet His side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fountain flowing deep and wide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Oh hear it shout the victory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blood of Jesus speaks for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2557020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64300-8FB1-2517-17BD-6660C46B5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8C92ED-60B5-E225-3AD5-344507A0F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Worthy is the Lamb </a:t>
            </a:r>
            <a:r>
              <a:rPr lang="en-GB" sz="3600" dirty="0" err="1">
                <a:solidFill>
                  <a:schemeClr val="bg1"/>
                </a:solidFill>
              </a:rPr>
              <a:t>Lamb</a:t>
            </a:r>
            <a:r>
              <a:rPr lang="en-GB" sz="3600" dirty="0">
                <a:solidFill>
                  <a:schemeClr val="bg1"/>
                </a:solidFill>
              </a:rPr>
              <a:t> for sinners slain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Lord of all glory to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Heaven crying out let the earth proclaim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Power in the blood glory to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9F4B9B-4533-15C2-B794-87818C2D5818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1348304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44353-2AE4-C165-20FD-082CA0F8B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3937B0-7835-AC7D-276A-A9C0C4141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Oh let my soul arise and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confidence is not in vain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One who fights for me is King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His oath His covenant remain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 condemnation now I dread</a:t>
            </a:r>
          </a:p>
          <a:p>
            <a:r>
              <a:rPr lang="en-GB" sz="3600" dirty="0">
                <a:solidFill>
                  <a:schemeClr val="bg1"/>
                </a:solidFill>
              </a:rPr>
              <a:t>Eternal hope is mine instead</a:t>
            </a:r>
          </a:p>
          <a:p>
            <a:r>
              <a:rPr lang="en-GB" sz="3600" dirty="0">
                <a:solidFill>
                  <a:schemeClr val="bg1"/>
                </a:solidFill>
              </a:rPr>
              <a:t>His Word will stand I stand redeemed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blood of Jesus speaks for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66B84A-616D-03B2-81D6-808E7090CD48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1714945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C1B5D-0421-45D5-A2FE-69E7A249B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AD01A23-B085-48FE-CF49-AFD4491E5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Amazing love how can it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blood of Jesus speaks for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5E58BF-137C-BC88-7630-1ED358E3D7A6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327826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7385</TotalTime>
  <Words>323</Words>
  <Application>Microsoft Office PowerPoint</Application>
  <PresentationFormat>On-screen Show (4:3)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388</cp:revision>
  <dcterms:created xsi:type="dcterms:W3CDTF">2019-09-23T12:06:27Z</dcterms:created>
  <dcterms:modified xsi:type="dcterms:W3CDTF">2026-05-10T14:22:02Z</dcterms:modified>
</cp:coreProperties>
</file>