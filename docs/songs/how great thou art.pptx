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56" r:id="rId2"/>
    <p:sldId id="657" r:id="rId3"/>
    <p:sldId id="658" r:id="rId4"/>
    <p:sldId id="659" r:id="rId5"/>
    <p:sldId id="662" r:id="rId6"/>
    <p:sldId id="660" r:id="rId7"/>
    <p:sldId id="663" r:id="rId8"/>
    <p:sldId id="661" r:id="rId9"/>
    <p:sldId id="6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242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How Great Thou Art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14181</a:t>
            </a:r>
          </a:p>
          <a:p>
            <a:r>
              <a:rPr lang="en-GB" sz="1200" dirty="0">
                <a:solidFill>
                  <a:schemeClr val="bg1"/>
                </a:solidFill>
              </a:rPr>
              <a:t>Stuart Wesley Keene Hine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Copyright 1949 and 1953 Stuart Hine Trust CIO Stuart K. Hine Trust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14105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Lord my God when I in awesome wonder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Consider all the works Thy hand hath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see the stars I hear the mighty thunder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Thy </a:t>
            </a:r>
            <a:r>
              <a:rPr lang="en-GB" sz="3600" dirty="0" err="1">
                <a:solidFill>
                  <a:schemeClr val="bg1"/>
                </a:solidFill>
              </a:rPr>
              <a:t>pow'r</a:t>
            </a:r>
            <a:r>
              <a:rPr lang="en-GB" sz="3600" dirty="0">
                <a:solidFill>
                  <a:schemeClr val="bg1"/>
                </a:solidFill>
              </a:rPr>
              <a:t> throughout the universe displayed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47735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44645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through the woods and forest glades I wander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hear the birds sing sweetly in the trees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 look down from lofty mountain grandeur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hear the brook and feel the gentle breeze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53805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67BE1-CAA4-E3A2-676F-3CF36E8F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DB27F7-26B3-2B6D-2B0C-12BE93290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2E1EB-46C2-F8B8-3141-24F8C94401B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39086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when I think that God His Son not sparing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Sent Him to die I scarce can take it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on the Cross my burden gladly bearing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bled and died to take away my 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93236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D66B-BE66-AFF7-AA28-8797FE53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4BAC7-3E39-73D8-C9F7-AF51B3EA8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1BD1C-F39D-4A27-88E5-E6C8FDC6DA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210357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When Christ shall come with shout of acclamation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take me home what joy shall fill my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shall I bow in humble adoration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there proclaim my God how great Thou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57537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EFF7-AFDD-5595-4D15-6F4E6172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8CFEFB-C72F-4A17-9435-59F3D5005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sings my soul my Saviour God to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great Thou art how great Thou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08859-D713-BD15-D5EA-5B05060C57F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96340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7371</TotalTime>
  <Words>333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2026-03-02T14:13:52Z</dcterms:modified>
</cp:coreProperties>
</file>