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1492" r:id="rId2"/>
    <p:sldId id="1493" r:id="rId3"/>
    <p:sldId id="1496" r:id="rId4"/>
    <p:sldId id="1494" r:id="rId5"/>
    <p:sldId id="1500" r:id="rId6"/>
    <p:sldId id="1495" r:id="rId7"/>
    <p:sldId id="1501" r:id="rId8"/>
    <p:sldId id="1497" r:id="rId9"/>
    <p:sldId id="1498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61" autoAdjust="0"/>
    <p:restoredTop sz="82272" autoAdjust="0"/>
  </p:normalViewPr>
  <p:slideViewPr>
    <p:cSldViewPr>
      <p:cViewPr varScale="1">
        <p:scale>
          <a:sx n="91" d="100"/>
          <a:sy n="91" d="100"/>
        </p:scale>
        <p:origin x="1596" y="7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EAEFC-A9C7-464E-BE3F-33D4DD72E122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B61DE-1D46-4752-AF65-FA2C4EB0D1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148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436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1FA438-06AA-FBAF-6598-C474F739A20A}"/>
              </a:ext>
            </a:extLst>
          </p:cNvPr>
          <p:cNvSpPr/>
          <p:nvPr userDrawn="1"/>
        </p:nvSpPr>
        <p:spPr>
          <a:xfrm>
            <a:off x="72008" y="5949280"/>
            <a:ext cx="899592" cy="773808"/>
          </a:xfrm>
          <a:prstGeom prst="rect">
            <a:avLst/>
          </a:prstGeom>
          <a:blipFill>
            <a:blip r:embed="rId1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A119C8-FA69-A36C-A18F-B470565B9C0C}"/>
              </a:ext>
            </a:extLst>
          </p:cNvPr>
          <p:cNvCxnSpPr>
            <a:cxnSpLocks/>
          </p:cNvCxnSpPr>
          <p:nvPr userDrawn="1"/>
        </p:nvCxnSpPr>
        <p:spPr>
          <a:xfrm>
            <a:off x="971600" y="6237312"/>
            <a:ext cx="77152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FB4C0C-9840-84EC-CAB9-6BA55788BC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764704"/>
            <a:ext cx="82296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Endless Hallelujah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6016557</a:t>
            </a:r>
          </a:p>
          <a:p>
            <a:r>
              <a:rPr lang="en-GB" sz="1200" dirty="0">
                <a:solidFill>
                  <a:schemeClr val="bg1"/>
                </a:solidFill>
              </a:rPr>
              <a:t>Chris Tomlin | Jonas Myrin | Matt Redman | Tim </a:t>
            </a:r>
            <a:r>
              <a:rPr lang="en-GB" sz="1200" dirty="0" err="1">
                <a:solidFill>
                  <a:schemeClr val="bg1"/>
                </a:solidFill>
              </a:rPr>
              <a:t>Wanstall</a:t>
            </a:r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© 2011 Chrysalis Music Ltd.; Atlas Mountain Songs; S. D. G. Publishing; Twelve Lions Music; Worship Together Music; Thankyou Music Ltd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743776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When I stand before Your throne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Dressed in glory not my own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What a joy I'll sing of on that day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No more tears or broken dreams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Forgotten is the minor key</a:t>
            </a:r>
          </a:p>
          <a:p>
            <a:r>
              <a:rPr lang="en-GB" sz="3600" dirty="0" err="1">
                <a:solidFill>
                  <a:schemeClr val="bg1"/>
                </a:solidFill>
              </a:rPr>
              <a:t>Ev'rything</a:t>
            </a:r>
            <a:r>
              <a:rPr lang="en-GB" sz="3600" dirty="0">
                <a:solidFill>
                  <a:schemeClr val="bg1"/>
                </a:solidFill>
              </a:rPr>
              <a:t> as it was meant to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1/8</a:t>
            </a:r>
          </a:p>
        </p:txBody>
      </p:sp>
    </p:spTree>
    <p:extLst>
      <p:ext uri="{BB962C8B-B14F-4D97-AF65-F5344CB8AC3E}">
        <p14:creationId xmlns:p14="http://schemas.microsoft.com/office/powerpoint/2010/main" val="3281651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E76D7-371A-4EB5-412B-61D0D217E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C2FD82B-E55F-55A4-77FE-4661694042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And we will worship </a:t>
            </a:r>
            <a:r>
              <a:rPr lang="en-GB" sz="3600" dirty="0" err="1">
                <a:solidFill>
                  <a:schemeClr val="bg1"/>
                </a:solidFill>
              </a:rPr>
              <a:t>worship</a:t>
            </a: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Forever in Your presence we will sing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will worship </a:t>
            </a:r>
            <a:r>
              <a:rPr lang="en-GB" sz="3600" dirty="0" err="1">
                <a:solidFill>
                  <a:schemeClr val="bg1"/>
                </a:solidFill>
              </a:rPr>
              <a:t>worship</a:t>
            </a:r>
            <a:r>
              <a:rPr lang="en-GB" sz="3600" dirty="0">
                <a:solidFill>
                  <a:schemeClr val="bg1"/>
                </a:solidFill>
              </a:rPr>
              <a:t>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 endless hallelujah to the King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F7189C-71E5-2F7D-459A-71EE182BBC70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2/8</a:t>
            </a:r>
          </a:p>
        </p:txBody>
      </p:sp>
    </p:spTree>
    <p:extLst>
      <p:ext uri="{BB962C8B-B14F-4D97-AF65-F5344CB8AC3E}">
        <p14:creationId xmlns:p14="http://schemas.microsoft.com/office/powerpoint/2010/main" val="2673392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68A6-FCF8-9407-99CE-A6F7B623C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276D78E-1E0E-481E-0E41-158A748F89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 will see You as You are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Love You with un-sinning heart</a:t>
            </a:r>
          </a:p>
          <a:p>
            <a:r>
              <a:rPr lang="en-GB" sz="3600" dirty="0">
                <a:solidFill>
                  <a:schemeClr val="bg1"/>
                </a:solidFill>
              </a:rPr>
              <a:t>See how much You paid to bring me home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Not 'til then Lord shall I know</a:t>
            </a:r>
          </a:p>
          <a:p>
            <a:r>
              <a:rPr lang="en-GB" sz="3600" dirty="0">
                <a:solidFill>
                  <a:schemeClr val="bg1"/>
                </a:solidFill>
              </a:rPr>
              <a:t>Not 'til then how much I owe</a:t>
            </a:r>
          </a:p>
          <a:p>
            <a:r>
              <a:rPr lang="en-GB" sz="3600" dirty="0" err="1">
                <a:solidFill>
                  <a:schemeClr val="bg1"/>
                </a:solidFill>
              </a:rPr>
              <a:t>Ev'rything</a:t>
            </a:r>
            <a:r>
              <a:rPr lang="en-GB" sz="3600" dirty="0">
                <a:solidFill>
                  <a:schemeClr val="bg1"/>
                </a:solidFill>
              </a:rPr>
              <a:t> I am before Your throne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AA8FDC-C9D5-0635-FD78-B0B35BB31994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3/8</a:t>
            </a:r>
          </a:p>
        </p:txBody>
      </p:sp>
    </p:spTree>
    <p:extLst>
      <p:ext uri="{BB962C8B-B14F-4D97-AF65-F5344CB8AC3E}">
        <p14:creationId xmlns:p14="http://schemas.microsoft.com/office/powerpoint/2010/main" val="2849577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CB519-994A-5E94-5A98-54ED76894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5F9ECA2-C86C-64D3-6CED-77CEBDF4E3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And we will worship </a:t>
            </a:r>
            <a:r>
              <a:rPr lang="en-GB" sz="3600" dirty="0" err="1">
                <a:solidFill>
                  <a:schemeClr val="bg1"/>
                </a:solidFill>
              </a:rPr>
              <a:t>worship</a:t>
            </a: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Forever in Your presence we will sing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will worship </a:t>
            </a:r>
            <a:r>
              <a:rPr lang="en-GB" sz="3600" dirty="0" err="1">
                <a:solidFill>
                  <a:schemeClr val="bg1"/>
                </a:solidFill>
              </a:rPr>
              <a:t>worship</a:t>
            </a:r>
            <a:r>
              <a:rPr lang="en-GB" sz="3600" dirty="0">
                <a:solidFill>
                  <a:schemeClr val="bg1"/>
                </a:solidFill>
              </a:rPr>
              <a:t>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 endless hallelujah to the King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5FB08D-5770-5319-3C96-100CF7F6AFD0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4/8</a:t>
            </a:r>
          </a:p>
        </p:txBody>
      </p:sp>
    </p:spTree>
    <p:extLst>
      <p:ext uri="{BB962C8B-B14F-4D97-AF65-F5344CB8AC3E}">
        <p14:creationId xmlns:p14="http://schemas.microsoft.com/office/powerpoint/2010/main" val="2624784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B5293-206E-4331-140B-5087A0C12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1179B6C-66E2-72A0-786A-29CA7FEC12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No more tears no more shame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No more sin and sorrow ever known again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No more fears no more pain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will see You face to face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See You face to face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A091E0-44D3-C018-40E3-D30F5038C3EF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5/8</a:t>
            </a:r>
          </a:p>
        </p:txBody>
      </p:sp>
    </p:spTree>
    <p:extLst>
      <p:ext uri="{BB962C8B-B14F-4D97-AF65-F5344CB8AC3E}">
        <p14:creationId xmlns:p14="http://schemas.microsoft.com/office/powerpoint/2010/main" val="1407458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C764A-4DE7-E699-0203-D747C0048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21AA2E2-A278-8412-AA7E-DF9A4C8001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And we will worship </a:t>
            </a:r>
            <a:r>
              <a:rPr lang="en-GB" sz="3600" dirty="0" err="1">
                <a:solidFill>
                  <a:schemeClr val="bg1"/>
                </a:solidFill>
              </a:rPr>
              <a:t>worship</a:t>
            </a: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Forever in Your presence we will sing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will worship </a:t>
            </a:r>
            <a:r>
              <a:rPr lang="en-GB" sz="3600" dirty="0" err="1">
                <a:solidFill>
                  <a:schemeClr val="bg1"/>
                </a:solidFill>
              </a:rPr>
              <a:t>worship</a:t>
            </a:r>
            <a:r>
              <a:rPr lang="en-GB" sz="3600" dirty="0">
                <a:solidFill>
                  <a:schemeClr val="bg1"/>
                </a:solidFill>
              </a:rPr>
              <a:t>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 endless hallelujah to the King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5A1AAD-EFF4-62DE-9EA3-DBDDA9887AD1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6/8</a:t>
            </a:r>
          </a:p>
        </p:txBody>
      </p:sp>
    </p:spTree>
    <p:extLst>
      <p:ext uri="{BB962C8B-B14F-4D97-AF65-F5344CB8AC3E}">
        <p14:creationId xmlns:p14="http://schemas.microsoft.com/office/powerpoint/2010/main" val="3092935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A7F5D-A47C-E34D-24EB-745ED6768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76FAD5C-E726-30D3-6A06-DDEF1CE0C8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92696"/>
            <a:ext cx="8640960" cy="6480720"/>
          </a:xfrm>
        </p:spPr>
        <p:txBody>
          <a:bodyPr>
            <a:noAutofit/>
          </a:bodyPr>
          <a:lstStyle/>
          <a:p>
            <a:r>
              <a:rPr lang="fi-FI" sz="3600" dirty="0">
                <a:solidFill>
                  <a:schemeClr val="bg1"/>
                </a:solidFill>
              </a:rPr>
              <a:t>Oh</a:t>
            </a:r>
          </a:p>
          <a:p>
            <a:r>
              <a:rPr lang="fi-FI" sz="3600" dirty="0">
                <a:solidFill>
                  <a:schemeClr val="bg1"/>
                </a:solidFill>
              </a:rPr>
              <a:t>Hallelujah</a:t>
            </a:r>
          </a:p>
          <a:p>
            <a:r>
              <a:rPr lang="fi-FI" sz="3600" dirty="0">
                <a:solidFill>
                  <a:schemeClr val="bg1"/>
                </a:solidFill>
              </a:rPr>
              <a:t>Hallelujah yeah</a:t>
            </a:r>
          </a:p>
          <a:p>
            <a:r>
              <a:rPr lang="fi-FI" sz="3600" dirty="0">
                <a:solidFill>
                  <a:schemeClr val="bg1"/>
                </a:solidFill>
              </a:rPr>
              <a:t>Oh oh</a:t>
            </a:r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FC21DD-0FAD-E8D4-0B51-FC9DC66C54B3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7/8</a:t>
            </a:r>
          </a:p>
        </p:txBody>
      </p:sp>
    </p:spTree>
    <p:extLst>
      <p:ext uri="{BB962C8B-B14F-4D97-AF65-F5344CB8AC3E}">
        <p14:creationId xmlns:p14="http://schemas.microsoft.com/office/powerpoint/2010/main" val="367408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03E8D-142D-0AD1-27B7-845C7A45B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67DE566-69AF-662F-A554-ADC0900F1D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And we will worship </a:t>
            </a:r>
            <a:r>
              <a:rPr lang="en-GB" sz="3600" dirty="0" err="1">
                <a:solidFill>
                  <a:schemeClr val="bg1"/>
                </a:solidFill>
              </a:rPr>
              <a:t>worship</a:t>
            </a: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Forever in Your presence we will sing we will sing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will worship </a:t>
            </a:r>
            <a:r>
              <a:rPr lang="en-GB" sz="3600" dirty="0" err="1">
                <a:solidFill>
                  <a:schemeClr val="bg1"/>
                </a:solidFill>
              </a:rPr>
              <a:t>worship</a:t>
            </a:r>
            <a:r>
              <a:rPr lang="en-GB" sz="3600" dirty="0">
                <a:solidFill>
                  <a:schemeClr val="bg1"/>
                </a:solidFill>
              </a:rPr>
              <a:t>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 endless hallelujah to the King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 endless hallelujah to the King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We'll sing an endless hallelujah to the King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45545F-AC73-60A8-396B-C22671B6F0BB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8/8</a:t>
            </a:r>
          </a:p>
        </p:txBody>
      </p:sp>
    </p:spTree>
    <p:extLst>
      <p:ext uri="{BB962C8B-B14F-4D97-AF65-F5344CB8AC3E}">
        <p14:creationId xmlns:p14="http://schemas.microsoft.com/office/powerpoint/2010/main" val="506950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7430</TotalTime>
  <Words>308</Words>
  <Application>Microsoft Office PowerPoint</Application>
  <PresentationFormat>On-screen Show (4:3)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387</cp:revision>
  <dcterms:created xsi:type="dcterms:W3CDTF">2019-09-23T12:06:27Z</dcterms:created>
  <dcterms:modified xsi:type="dcterms:W3CDTF">2026-03-05T14:09:04Z</dcterms:modified>
</cp:coreProperties>
</file>