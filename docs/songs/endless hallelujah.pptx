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1492" r:id="rId2"/>
    <p:sldId id="1493" r:id="rId3"/>
    <p:sldId id="1496" r:id="rId4"/>
    <p:sldId id="1494" r:id="rId5"/>
    <p:sldId id="1500" r:id="rId6"/>
    <p:sldId id="1495" r:id="rId7"/>
    <p:sldId id="1501" r:id="rId8"/>
    <p:sldId id="1497" r:id="rId9"/>
    <p:sldId id="1498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61" autoAdjust="0"/>
    <p:restoredTop sz="82272" autoAdjust="0"/>
  </p:normalViewPr>
  <p:slideViewPr>
    <p:cSldViewPr>
      <p:cViewPr varScale="1">
        <p:scale>
          <a:sx n="91" d="100"/>
          <a:sy n="91" d="100"/>
        </p:scale>
        <p:origin x="1596" y="7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06/02/2026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Endless Hallelujah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6016557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Tomlin | Jonas Myrin | Matt Redman | Tim </a:t>
            </a:r>
            <a:r>
              <a:rPr lang="en-GB" sz="1200" dirty="0" err="1">
                <a:solidFill>
                  <a:schemeClr val="bg1"/>
                </a:solidFill>
              </a:rPr>
              <a:t>Wanstall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Chrysalis Music Ltd.; Atlas Mountain Songs; S. D. G. Publishing; Twelve Lions Music; Worship Together Music; Thankyou Music Ltd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743776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I stand before Your throne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Dressed in glory not my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a joy I'll sing of on that 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tears or broken dreams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Forgotten is the minor key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as it was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281651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E76D7-371A-4EB5-412B-61D0D217E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2FD82B-E55F-55A4-77FE-4661694042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r>
              <a:rPr lang="en-GB" sz="3600" dirty="0">
                <a:solidFill>
                  <a:schemeClr val="bg1"/>
                </a:solidFill>
              </a:rPr>
              <a:t>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7189C-71E5-2F7D-459A-71EE182BBC7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2673392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68A6-FCF8-9407-99CE-A6F7B623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76D78E-1E0E-481E-0E41-158A748F8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see You as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You with un-sinning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how much You paid to bring me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Lord shall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how much I owe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I am before Your throne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A8FDC-C9D5-0635-FD78-B0B35BB3199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2849577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CB519-994A-5E94-5A98-54ED7689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F9ECA2-C86C-64D3-6CED-77CEBDF4E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r>
              <a:rPr lang="en-GB" sz="3600" dirty="0">
                <a:solidFill>
                  <a:schemeClr val="bg1"/>
                </a:solidFill>
              </a:rPr>
              <a:t>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FB08D-5770-5319-3C96-100CF7F6AFD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624784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B5293-206E-4331-140B-5087A0C12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179B6C-66E2-72A0-786A-29CA7FEC1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 more tears no more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sin and sorrow ever known again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fears no more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see You face to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You face to face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091E0-44D3-C018-40E3-D30F5038C3E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407458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64A-4DE7-E699-0203-D747C0048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21AA2E2-A278-8412-AA7E-DF9A4C800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r>
              <a:rPr lang="en-GB" sz="3600" dirty="0">
                <a:solidFill>
                  <a:schemeClr val="bg1"/>
                </a:solidFill>
              </a:rPr>
              <a:t>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A1AAD-EFF4-62DE-9EA3-DBDDA9887AD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3092935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A7F5D-A47C-E34D-24EB-745ED676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6FAD5C-E726-30D3-6A06-DDEF1CE0C8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fi-FI" sz="3600" dirty="0">
                <a:solidFill>
                  <a:schemeClr val="bg1"/>
                </a:solidFill>
              </a:rPr>
              <a:t>Oh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 yeah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Oh oh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C21DD-0FAD-E8D4-0B51-FC9DC66C54B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367408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3E8D-142D-0AD1-27B7-845C7A45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7DE566-69AF-662F-A554-ADC0900F1D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 </a:t>
            </a:r>
            <a:r>
              <a:rPr lang="en-GB" sz="3600" dirty="0" err="1">
                <a:solidFill>
                  <a:schemeClr val="bg1"/>
                </a:solidFill>
              </a:rPr>
              <a:t>worship</a:t>
            </a:r>
            <a:r>
              <a:rPr lang="en-GB" sz="3600" dirty="0">
                <a:solidFill>
                  <a:schemeClr val="bg1"/>
                </a:solidFill>
              </a:rPr>
              <a:t>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5545F-AC73-60A8-396B-C22671B6F0B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50695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7385</TotalTime>
  <Words>308</Words>
  <Application>Microsoft Office PowerPoint</Application>
  <PresentationFormat>On-screen Show (4:3)</PresentationFormat>
  <Paragraphs>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387</cp:revision>
  <dcterms:created xsi:type="dcterms:W3CDTF">2019-09-23T12:06:27Z</dcterms:created>
  <dcterms:modified xsi:type="dcterms:W3CDTF">2026-02-06T09:59:32Z</dcterms:modified>
</cp:coreProperties>
</file>